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Shape 84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0" name="Shape 85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Relationship Id="rId3" Type="http://schemas.openxmlformats.org/officeDocument/2006/relationships/image" Target="../media/image4.png"/><Relationship Id="rId4" Type="http://schemas.openxmlformats.org/officeDocument/2006/relationships/image" Target="../media/image1.tif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5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6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38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2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40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1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43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57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58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59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60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1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7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73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75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79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77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78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80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5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94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95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96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97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Dianummer"/>
          <p:cNvSpPr txBox="1"/>
          <p:nvPr>
            <p:ph type="sldNum" sz="quarter" idx="2"/>
          </p:nvPr>
        </p:nvSpPr>
        <p:spPr>
          <a:xfrm>
            <a:off x="12051322" y="12344399"/>
            <a:ext cx="1969479" cy="736601"/>
          </a:xfrm>
          <a:prstGeom prst="rect">
            <a:avLst/>
          </a:prstGeom>
        </p:spPr>
        <p:txBody>
          <a:bodyPr lIns="12660" tIns="12660" rIns="12660" bIns="12660" anchor="ctr"/>
          <a:lstStyle>
            <a:lvl1pPr algn="r" defTabSz="126609">
              <a:defRPr sz="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136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137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138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139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140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141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142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152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153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154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159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160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161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162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163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6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171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73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177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178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179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180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182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83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84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185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18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98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199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3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1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2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3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4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9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0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1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2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3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2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2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3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4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36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237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8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9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0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1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2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3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4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5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6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7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8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9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50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51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52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3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4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5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57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8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9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0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1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6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oelgerichtheid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77" name="Doel-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Doel-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gerichtheid</a:t>
            </a:r>
          </a:p>
        </p:txBody>
      </p:sp>
      <p:sp>
        <p:nvSpPr>
          <p:cNvPr id="278" name="TextBox 30"/>
          <p:cNvSpPr txBox="1"/>
          <p:nvPr/>
        </p:nvSpPr>
        <p:spPr>
          <a:xfrm>
            <a:off x="19855643" y="2212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“Doelpogingen uit kansen (voorzet, steekbal, individuele actie of spelhervatting) met hoofd of voet”</a:t>
            </a:r>
          </a:p>
        </p:txBody>
      </p:sp>
      <p:sp>
        <p:nvSpPr>
          <p:cNvPr id="279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Zone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 positie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 voor de goal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Scoringskansen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Tussen de palen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Doel georiënteerd 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8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epte loopacties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95" name="Diept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Diepte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loopacties</a:t>
            </a:r>
          </a:p>
        </p:txBody>
      </p:sp>
      <p:sp>
        <p:nvSpPr>
          <p:cNvPr id="296" name="TextBox 30"/>
          <p:cNvSpPr txBox="1"/>
          <p:nvPr/>
        </p:nvSpPr>
        <p:spPr>
          <a:xfrm>
            <a:off x="19855643" y="2185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“Herkennen van EN het vrijlopen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de ruimte achter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 verdediging”</a:t>
            </a:r>
          </a:p>
        </p:txBody>
      </p:sp>
      <p:sp>
        <p:nvSpPr>
          <p:cNvPr id="29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Start positie 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Opofferingsloop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9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A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13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(A)</a:t>
            </a:r>
          </a:p>
        </p:txBody>
      </p:sp>
      <p:sp>
        <p:nvSpPr>
          <p:cNvPr id="314" name="TextBox 30"/>
          <p:cNvSpPr txBox="1"/>
          <p:nvPr/>
        </p:nvSpPr>
        <p:spPr>
          <a:xfrm>
            <a:off x="19855643" y="2185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“Passes ontvangen of geslaagde vrijloop-acties voor teamgenoten in de half-spaces en/of final third”</a:t>
            </a:r>
          </a:p>
        </p:txBody>
      </p:sp>
      <p:sp>
        <p:nvSpPr>
          <p:cNvPr id="31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Ruimte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3e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Aanspeelbaar zijn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Actieve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1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uelkracht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31" name="Duelkracht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332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33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3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ithoudingsvermogen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49" name="Uithoud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Uithoudings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350" name="TextBox 30"/>
          <p:cNvSpPr txBox="1"/>
          <p:nvPr/>
        </p:nvSpPr>
        <p:spPr>
          <a:xfrm>
            <a:off x="19792143" y="2397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35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5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oorzettingsvermogen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67" name="Doorzett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Doorzettings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368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36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7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os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8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5" name="Composure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Composure</a:t>
            </a:r>
          </a:p>
        </p:txBody>
      </p:sp>
      <p:sp>
        <p:nvSpPr>
          <p:cNvPr id="38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“Calm and controlled under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pressure, to make good decisions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 execute skills accurately”</a:t>
            </a:r>
          </a:p>
        </p:txBody>
      </p:sp>
      <p:sp>
        <p:nvSpPr>
          <p:cNvPr id="38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Overview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(Body)position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Goal oriented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Goal attempts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Between the posts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8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ep ru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402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3" name="Deep run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Deep runs</a:t>
            </a:r>
          </a:p>
        </p:txBody>
      </p:sp>
      <p:sp>
        <p:nvSpPr>
          <p:cNvPr id="404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“Forward runs starting from a deeper position on the field, usually from midfield or defense, moving into attacking areas”</a:t>
            </a:r>
          </a:p>
        </p:txBody>
      </p:sp>
      <p:sp>
        <p:nvSpPr>
          <p:cNvPr id="405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level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Starting position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Sacrifice run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0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ve positio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1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420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21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422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42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2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438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9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44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441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4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min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5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456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7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45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459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6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6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47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5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47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47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7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8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486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87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489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0" name="TextBox 28"/>
          <p:cNvSpPr txBox="1"/>
          <p:nvPr/>
        </p:nvSpPr>
        <p:spPr>
          <a:xfrm>
            <a:off x="9228608" y="5951167"/>
            <a:ext cx="6159931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WELKOM</a:t>
            </a:r>
          </a:p>
        </p:txBody>
      </p:sp>
      <p:pic>
        <p:nvPicPr>
          <p:cNvPr id="491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4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502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503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505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6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pic>
        <p:nvPicPr>
          <p:cNvPr id="507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08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09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51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518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519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20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521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522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523" name="H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4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525" name="Groei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6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527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528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529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530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531" name="Rechthoek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2" name="Rechthoek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3" name="Rechthoek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4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35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6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537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538" name="Lijn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Lijn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0" name="Lijn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1" name="Lijn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54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551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552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553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554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55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65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566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8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652843" y="11597034"/>
            <a:ext cx="1321258" cy="1825537"/>
          </a:xfrm>
          <a:prstGeom prst="rect">
            <a:avLst/>
          </a:prstGeom>
          <a:ln w="12700">
            <a:miter lim="400000"/>
          </a:ln>
        </p:spPr>
      </p:pic>
      <p:pic>
        <p:nvPicPr>
          <p:cNvPr id="576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7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578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58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59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4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595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596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9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min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6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7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8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1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2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61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614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1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4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5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6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2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2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30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63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63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3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ve positio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41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2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3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4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4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4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48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649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650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5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ep ru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59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0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1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2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63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6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66" name="Deep run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Deep runs</a:t>
            </a:r>
          </a:p>
        </p:txBody>
      </p:sp>
      <p:sp>
        <p:nvSpPr>
          <p:cNvPr id="667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“Forward runs starting from a deeper position on the field, usually from midfield or defense, moving into attacking areas”</a:t>
            </a:r>
          </a:p>
        </p:txBody>
      </p:sp>
      <p:sp>
        <p:nvSpPr>
          <p:cNvPr id="668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level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Starting position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Sacrifice run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6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os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7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8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8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84" name="Composure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Composure</a:t>
            </a:r>
          </a:p>
        </p:txBody>
      </p:sp>
      <p:sp>
        <p:nvSpPr>
          <p:cNvPr id="685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“Calm and controlled under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pressure, to make good decisions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 execute skills accurately”</a:t>
            </a:r>
          </a:p>
        </p:txBody>
      </p:sp>
      <p:sp>
        <p:nvSpPr>
          <p:cNvPr id="686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Overview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(Body)position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Goal oriented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Goal attempts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Between the posts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8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boxes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5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6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7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8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99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700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1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2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3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4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5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6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7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8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9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0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1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2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13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14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15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6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8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20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1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2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3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4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2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33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4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5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736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583054" y="331010"/>
            <a:ext cx="1211120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737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8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739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0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743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741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742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744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5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6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7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8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49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0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1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2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3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4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5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6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7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758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759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760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761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6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77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8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9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0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1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2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3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4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5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786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787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788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789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790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791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792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3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4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5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6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7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8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9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0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1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802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803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804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5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6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7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8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809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810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811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812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813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4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5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6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7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8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9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0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821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2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823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4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5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6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827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828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829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830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1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832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833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834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835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83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elcome page #03 #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13.xml"/><Relationship Id="rId20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0.xml"/><Relationship Id="rId27" Type="http://schemas.openxmlformats.org/officeDocument/2006/relationships/slideLayout" Target="../slideLayouts/slideLayout21.xml"/><Relationship Id="rId28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23.xml"/><Relationship Id="rId30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28.xml"/><Relationship Id="rId35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0.xml"/><Relationship Id="rId37" Type="http://schemas.openxmlformats.org/officeDocument/2006/relationships/slideLayout" Target="../slideLayouts/slideLayout31.xml"/><Relationship Id="rId38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33.xml"/><Relationship Id="rId40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3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DA3832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3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sp>
        <p:nvSpPr>
          <p:cNvPr id="8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19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FC_Pro_Vercelli_1892.svg.png" descr="FC_Pro_Vercelli_1892.svg.png"/>
          <p:cNvPicPr>
            <a:picLocks noChangeAspect="1"/>
          </p:cNvPicPr>
          <p:nvPr/>
        </p:nvPicPr>
        <p:blipFill>
          <a:blip r:embed="rId6">
            <a:extLst/>
          </a:blip>
          <a:srcRect l="0" t="0" r="0" b="0"/>
          <a:stretch>
            <a:fillRect/>
          </a:stretch>
        </p:blipFill>
        <p:spPr>
          <a:xfrm>
            <a:off x="772309" y="11635487"/>
            <a:ext cx="1265608" cy="1748648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Naam presentati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Naam presentatie</a:t>
            </a:r>
          </a:p>
        </p:txBody>
      </p:sp>
      <p:sp>
        <p:nvSpPr>
          <p:cNvPr id="23" name="Hoofdtekst - niveau één…"/>
          <p:cNvSpPr txBox="1"/>
          <p:nvPr>
            <p:ph type="body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Dia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  <p:sldLayoutId id="2147483661" r:id="rId19"/>
    <p:sldLayoutId id="2147483662" r:id="rId20"/>
    <p:sldLayoutId id="2147483663" r:id="rId21"/>
    <p:sldLayoutId id="2147483664" r:id="rId22"/>
    <p:sldLayoutId id="2147483665" r:id="rId23"/>
    <p:sldLayoutId id="2147483666" r:id="rId24"/>
    <p:sldLayoutId id="2147483667" r:id="rId25"/>
    <p:sldLayoutId id="2147483668" r:id="rId26"/>
    <p:sldLayoutId id="2147483669" r:id="rId27"/>
    <p:sldLayoutId id="2147483670" r:id="rId28"/>
    <p:sldLayoutId id="2147483671" r:id="rId29"/>
    <p:sldLayoutId id="2147483672" r:id="rId30"/>
    <p:sldLayoutId id="2147483673" r:id="rId31"/>
    <p:sldLayoutId id="2147483674" r:id="rId32"/>
    <p:sldLayoutId id="2147483675" r:id="rId33"/>
    <p:sldLayoutId id="2147483676" r:id="rId34"/>
    <p:sldLayoutId id="2147483677" r:id="rId35"/>
    <p:sldLayoutId id="2147483678" r:id="rId36"/>
    <p:sldLayoutId id="2147483679" r:id="rId37"/>
    <p:sldLayoutId id="2147483680" r:id="rId38"/>
    <p:sldLayoutId id="2147483681" r:id="rId39"/>
    <p:sldLayoutId id="2147483682" r:id="rId40"/>
    <p:sldLayoutId id="2147483683" r:id="rId41"/>
    <p:sldLayoutId id="2147483684" r:id="rId42"/>
    <p:sldLayoutId id="2147483685" r:id="rId43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0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" Target="slide8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2.png"/><Relationship Id="rId3" Type="http://schemas.openxmlformats.org/officeDocument/2006/relationships/slide" Target="slide4.xml"/><Relationship Id="rId4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12.png"/><Relationship Id="rId3" Type="http://schemas.openxmlformats.org/officeDocument/2006/relationships/slide" Target="slide4.xml"/><Relationship Id="rId4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2.png"/><Relationship Id="rId3" Type="http://schemas.openxmlformats.org/officeDocument/2006/relationships/slide" Target="slide4.xml"/><Relationship Id="rId4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2.png"/><Relationship Id="rId3" Type="http://schemas.openxmlformats.org/officeDocument/2006/relationships/slide" Target="slide4.xml"/><Relationship Id="rId4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2.png"/><Relationship Id="rId3" Type="http://schemas.openxmlformats.org/officeDocument/2006/relationships/slide" Target="slide4.xml"/><Relationship Id="rId4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2.png"/><Relationship Id="rId3" Type="http://schemas.openxmlformats.org/officeDocument/2006/relationships/slide" Target="slide4.xml"/><Relationship Id="rId4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TextBox 28"/>
          <p:cNvSpPr txBox="1"/>
          <p:nvPr/>
        </p:nvSpPr>
        <p:spPr>
          <a:xfrm>
            <a:off x="12679937" y="7643110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853" name="Achterkant Pro Vercelli nr.10.png" descr="Achterkant Pro Vercelli nr.10.png"/>
          <p:cNvPicPr>
            <a:picLocks noChangeAspect="1"/>
          </p:cNvPicPr>
          <p:nvPr/>
        </p:nvPicPr>
        <p:blipFill>
          <a:blip r:embed="rId2">
            <a:extLst/>
          </a:blip>
          <a:srcRect l="14949" t="0" r="14949" b="0"/>
          <a:stretch>
            <a:fillRect/>
          </a:stretch>
        </p:blipFill>
        <p:spPr>
          <a:xfrm>
            <a:off x="18508125" y="7472384"/>
            <a:ext cx="2642323" cy="2642322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56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857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858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59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0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1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2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3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4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5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6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7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8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69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70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71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72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73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74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75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76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77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78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79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80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881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882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grpSp>
        <p:nvGrpSpPr>
          <p:cNvPr id="885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883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84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888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886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87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891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889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90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894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892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93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897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895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96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900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898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99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903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901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02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906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904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05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909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907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08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912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910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11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915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913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5">
                <a:hueOff val="-82419"/>
                <a:satOff val="-9513"/>
                <a:lumOff val="-16343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14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916" name="Scoring nr. 10"/>
          <p:cNvSpPr txBox="1"/>
          <p:nvPr/>
        </p:nvSpPr>
        <p:spPr>
          <a:xfrm>
            <a:off x="374971" y="10045556"/>
            <a:ext cx="3997048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Scoring nr. 10</a:t>
            </a:r>
          </a:p>
        </p:txBody>
      </p:sp>
      <p:sp>
        <p:nvSpPr>
          <p:cNvPr id="917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918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919" name="Browse…"/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Foto</a:t>
            </a:r>
          </a:p>
        </p:txBody>
      </p:sp>
      <p:sp>
        <p:nvSpPr>
          <p:cNvPr id="920" name="Stamina"/>
          <p:cNvSpPr txBox="1"/>
          <p:nvPr/>
        </p:nvSpPr>
        <p:spPr>
          <a:xfrm>
            <a:off x="16840336" y="7061357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921" name="Powerplay"/>
          <p:cNvSpPr txBox="1"/>
          <p:nvPr/>
        </p:nvSpPr>
        <p:spPr>
          <a:xfrm>
            <a:off x="16858499" y="6555277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Powerplay</a:t>
            </a:r>
          </a:p>
        </p:txBody>
      </p:sp>
      <p:sp>
        <p:nvSpPr>
          <p:cNvPr id="922" name="Offensive positioning"/>
          <p:cNvSpPr txBox="1"/>
          <p:nvPr/>
        </p:nvSpPr>
        <p:spPr>
          <a:xfrm>
            <a:off x="16858499" y="6037170"/>
            <a:ext cx="275507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Offensive positioning</a:t>
            </a:r>
          </a:p>
        </p:txBody>
      </p:sp>
      <p:sp>
        <p:nvSpPr>
          <p:cNvPr id="923" name="Deep runs"/>
          <p:cNvSpPr txBox="1"/>
          <p:nvPr/>
        </p:nvSpPr>
        <p:spPr>
          <a:xfrm>
            <a:off x="16858499" y="5493119"/>
            <a:ext cx="3000827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Deep runs</a:t>
            </a:r>
          </a:p>
        </p:txBody>
      </p:sp>
      <p:sp>
        <p:nvSpPr>
          <p:cNvPr id="924" name="Composure"/>
          <p:cNvSpPr txBox="1"/>
          <p:nvPr/>
        </p:nvSpPr>
        <p:spPr>
          <a:xfrm>
            <a:off x="16858499" y="4962312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Composure</a:t>
            </a:r>
          </a:p>
        </p:txBody>
      </p:sp>
      <p:sp>
        <p:nvSpPr>
          <p:cNvPr id="925" name="Ster"/>
          <p:cNvSpPr/>
          <p:nvPr/>
        </p:nvSpPr>
        <p:spPr>
          <a:xfrm>
            <a:off x="20514416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6" name="Ster"/>
          <p:cNvSpPr/>
          <p:nvPr/>
        </p:nvSpPr>
        <p:spPr>
          <a:xfrm>
            <a:off x="20853004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7" name="Ster"/>
          <p:cNvSpPr/>
          <p:nvPr/>
        </p:nvSpPr>
        <p:spPr>
          <a:xfrm>
            <a:off x="21191594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8" name="Ster"/>
          <p:cNvSpPr/>
          <p:nvPr/>
        </p:nvSpPr>
        <p:spPr>
          <a:xfrm>
            <a:off x="21530183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9" name="Ster"/>
          <p:cNvSpPr/>
          <p:nvPr/>
        </p:nvSpPr>
        <p:spPr>
          <a:xfrm>
            <a:off x="21864032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0" name="Ster"/>
          <p:cNvSpPr/>
          <p:nvPr/>
        </p:nvSpPr>
        <p:spPr>
          <a:xfrm>
            <a:off x="22202621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1" name="Ster"/>
          <p:cNvSpPr/>
          <p:nvPr/>
        </p:nvSpPr>
        <p:spPr>
          <a:xfrm>
            <a:off x="22541211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2" name="Ster"/>
          <p:cNvSpPr/>
          <p:nvPr/>
        </p:nvSpPr>
        <p:spPr>
          <a:xfrm>
            <a:off x="22879800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3" name="Ster"/>
          <p:cNvSpPr/>
          <p:nvPr/>
        </p:nvSpPr>
        <p:spPr>
          <a:xfrm>
            <a:off x="23214389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4" name="Ster"/>
          <p:cNvSpPr/>
          <p:nvPr/>
        </p:nvSpPr>
        <p:spPr>
          <a:xfrm>
            <a:off x="23552977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5" name="Ster"/>
          <p:cNvSpPr/>
          <p:nvPr/>
        </p:nvSpPr>
        <p:spPr>
          <a:xfrm>
            <a:off x="20518222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6" name="Ster"/>
          <p:cNvSpPr/>
          <p:nvPr/>
        </p:nvSpPr>
        <p:spPr>
          <a:xfrm>
            <a:off x="20856810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7" name="Ster"/>
          <p:cNvSpPr/>
          <p:nvPr/>
        </p:nvSpPr>
        <p:spPr>
          <a:xfrm>
            <a:off x="21195400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8" name="Ster"/>
          <p:cNvSpPr/>
          <p:nvPr/>
        </p:nvSpPr>
        <p:spPr>
          <a:xfrm>
            <a:off x="21533989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9" name="Ster"/>
          <p:cNvSpPr/>
          <p:nvPr/>
        </p:nvSpPr>
        <p:spPr>
          <a:xfrm>
            <a:off x="21867838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0" name="Ster"/>
          <p:cNvSpPr/>
          <p:nvPr/>
        </p:nvSpPr>
        <p:spPr>
          <a:xfrm>
            <a:off x="22206427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1" name="Ster"/>
          <p:cNvSpPr/>
          <p:nvPr/>
        </p:nvSpPr>
        <p:spPr>
          <a:xfrm>
            <a:off x="22545017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2" name="Ster"/>
          <p:cNvSpPr/>
          <p:nvPr/>
        </p:nvSpPr>
        <p:spPr>
          <a:xfrm>
            <a:off x="22883606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3" name="Ster"/>
          <p:cNvSpPr/>
          <p:nvPr/>
        </p:nvSpPr>
        <p:spPr>
          <a:xfrm>
            <a:off x="23218195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4" name="Ster"/>
          <p:cNvSpPr/>
          <p:nvPr/>
        </p:nvSpPr>
        <p:spPr>
          <a:xfrm>
            <a:off x="23556783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5" name="Ster"/>
          <p:cNvSpPr/>
          <p:nvPr/>
        </p:nvSpPr>
        <p:spPr>
          <a:xfrm>
            <a:off x="20523469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6" name="Ster"/>
          <p:cNvSpPr/>
          <p:nvPr/>
        </p:nvSpPr>
        <p:spPr>
          <a:xfrm>
            <a:off x="20862058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7" name="Ster"/>
          <p:cNvSpPr/>
          <p:nvPr/>
        </p:nvSpPr>
        <p:spPr>
          <a:xfrm>
            <a:off x="21200647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8" name="Ster"/>
          <p:cNvSpPr/>
          <p:nvPr/>
        </p:nvSpPr>
        <p:spPr>
          <a:xfrm>
            <a:off x="21539235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9" name="Ster"/>
          <p:cNvSpPr/>
          <p:nvPr/>
        </p:nvSpPr>
        <p:spPr>
          <a:xfrm>
            <a:off x="21873086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0" name="Ster"/>
          <p:cNvSpPr/>
          <p:nvPr/>
        </p:nvSpPr>
        <p:spPr>
          <a:xfrm>
            <a:off x="22211675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1" name="Ster"/>
          <p:cNvSpPr/>
          <p:nvPr/>
        </p:nvSpPr>
        <p:spPr>
          <a:xfrm>
            <a:off x="22550263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2" name="Ster"/>
          <p:cNvSpPr/>
          <p:nvPr/>
        </p:nvSpPr>
        <p:spPr>
          <a:xfrm>
            <a:off x="22888852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3" name="Ster"/>
          <p:cNvSpPr/>
          <p:nvPr/>
        </p:nvSpPr>
        <p:spPr>
          <a:xfrm>
            <a:off x="23223442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4" name="Ster"/>
          <p:cNvSpPr/>
          <p:nvPr/>
        </p:nvSpPr>
        <p:spPr>
          <a:xfrm>
            <a:off x="23562031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5" name="Ster"/>
          <p:cNvSpPr/>
          <p:nvPr/>
        </p:nvSpPr>
        <p:spPr>
          <a:xfrm>
            <a:off x="20523469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6" name="Ster"/>
          <p:cNvSpPr/>
          <p:nvPr/>
        </p:nvSpPr>
        <p:spPr>
          <a:xfrm>
            <a:off x="20862058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7" name="Ster"/>
          <p:cNvSpPr/>
          <p:nvPr/>
        </p:nvSpPr>
        <p:spPr>
          <a:xfrm>
            <a:off x="21200647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8" name="Ster"/>
          <p:cNvSpPr/>
          <p:nvPr/>
        </p:nvSpPr>
        <p:spPr>
          <a:xfrm>
            <a:off x="21539235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9" name="Ster"/>
          <p:cNvSpPr/>
          <p:nvPr/>
        </p:nvSpPr>
        <p:spPr>
          <a:xfrm>
            <a:off x="21873086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0" name="Ster"/>
          <p:cNvSpPr/>
          <p:nvPr/>
        </p:nvSpPr>
        <p:spPr>
          <a:xfrm>
            <a:off x="22211675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1" name="Ster"/>
          <p:cNvSpPr/>
          <p:nvPr/>
        </p:nvSpPr>
        <p:spPr>
          <a:xfrm>
            <a:off x="22550263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2" name="Ster"/>
          <p:cNvSpPr/>
          <p:nvPr/>
        </p:nvSpPr>
        <p:spPr>
          <a:xfrm>
            <a:off x="22888852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3" name="Ster"/>
          <p:cNvSpPr/>
          <p:nvPr/>
        </p:nvSpPr>
        <p:spPr>
          <a:xfrm>
            <a:off x="23223442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4" name="Ster"/>
          <p:cNvSpPr/>
          <p:nvPr/>
        </p:nvSpPr>
        <p:spPr>
          <a:xfrm>
            <a:off x="23562031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5" name="Ster"/>
          <p:cNvSpPr/>
          <p:nvPr/>
        </p:nvSpPr>
        <p:spPr>
          <a:xfrm>
            <a:off x="20523469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6" name="Ster"/>
          <p:cNvSpPr/>
          <p:nvPr/>
        </p:nvSpPr>
        <p:spPr>
          <a:xfrm>
            <a:off x="20862058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7" name="Ster"/>
          <p:cNvSpPr/>
          <p:nvPr/>
        </p:nvSpPr>
        <p:spPr>
          <a:xfrm>
            <a:off x="21200647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8" name="Ster"/>
          <p:cNvSpPr/>
          <p:nvPr/>
        </p:nvSpPr>
        <p:spPr>
          <a:xfrm>
            <a:off x="21539235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9" name="Ster"/>
          <p:cNvSpPr/>
          <p:nvPr/>
        </p:nvSpPr>
        <p:spPr>
          <a:xfrm>
            <a:off x="21873086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0" name="Ster"/>
          <p:cNvSpPr/>
          <p:nvPr/>
        </p:nvSpPr>
        <p:spPr>
          <a:xfrm>
            <a:off x="22211675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1" name="Ster"/>
          <p:cNvSpPr/>
          <p:nvPr/>
        </p:nvSpPr>
        <p:spPr>
          <a:xfrm>
            <a:off x="22550263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2" name="Ster"/>
          <p:cNvSpPr/>
          <p:nvPr/>
        </p:nvSpPr>
        <p:spPr>
          <a:xfrm>
            <a:off x="22888852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3" name="Ster"/>
          <p:cNvSpPr/>
          <p:nvPr/>
        </p:nvSpPr>
        <p:spPr>
          <a:xfrm>
            <a:off x="23223442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4" name="Ster"/>
          <p:cNvSpPr/>
          <p:nvPr/>
        </p:nvSpPr>
        <p:spPr>
          <a:xfrm>
            <a:off x="23562031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5" name="Determination"/>
          <p:cNvSpPr txBox="1"/>
          <p:nvPr/>
        </p:nvSpPr>
        <p:spPr>
          <a:xfrm>
            <a:off x="16840336" y="7520984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976" name="Ster"/>
          <p:cNvSpPr/>
          <p:nvPr/>
        </p:nvSpPr>
        <p:spPr>
          <a:xfrm>
            <a:off x="20514416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7" name="Ster"/>
          <p:cNvSpPr/>
          <p:nvPr/>
        </p:nvSpPr>
        <p:spPr>
          <a:xfrm>
            <a:off x="20853004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8" name="Ster"/>
          <p:cNvSpPr/>
          <p:nvPr/>
        </p:nvSpPr>
        <p:spPr>
          <a:xfrm>
            <a:off x="21191594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9" name="Ster"/>
          <p:cNvSpPr/>
          <p:nvPr/>
        </p:nvSpPr>
        <p:spPr>
          <a:xfrm>
            <a:off x="21530183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0" name="Ster"/>
          <p:cNvSpPr/>
          <p:nvPr/>
        </p:nvSpPr>
        <p:spPr>
          <a:xfrm>
            <a:off x="21864032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1" name="Ster"/>
          <p:cNvSpPr/>
          <p:nvPr/>
        </p:nvSpPr>
        <p:spPr>
          <a:xfrm>
            <a:off x="22202621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2" name="Ster"/>
          <p:cNvSpPr/>
          <p:nvPr/>
        </p:nvSpPr>
        <p:spPr>
          <a:xfrm>
            <a:off x="22541211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3" name="Ster"/>
          <p:cNvSpPr/>
          <p:nvPr/>
        </p:nvSpPr>
        <p:spPr>
          <a:xfrm>
            <a:off x="22879800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4" name="Ster"/>
          <p:cNvSpPr/>
          <p:nvPr/>
        </p:nvSpPr>
        <p:spPr>
          <a:xfrm>
            <a:off x="23214389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5" name="Ster"/>
          <p:cNvSpPr/>
          <p:nvPr/>
        </p:nvSpPr>
        <p:spPr>
          <a:xfrm>
            <a:off x="23552977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chemeClr val="accent5"/>
            </a:gs>
            <a:gs pos="100000">
              <a:schemeClr val="accent5">
                <a:lumOff val="-29866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7" name="Tabel 1"/>
          <p:cNvGraphicFramePr/>
          <p:nvPr/>
        </p:nvGraphicFramePr>
        <p:xfrm>
          <a:off x="40522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124544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Multiplication 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Composure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Deep runs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Offensive positioning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Powerplay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Stamina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Determination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Average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0,00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990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91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92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93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94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95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96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97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98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999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000" name="Scoring #10"/>
          <p:cNvSpPr txBox="1"/>
          <p:nvPr/>
        </p:nvSpPr>
        <p:spPr>
          <a:xfrm>
            <a:off x="2542804" y="43415"/>
            <a:ext cx="11134957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Scoring #10</a:t>
            </a:r>
          </a:p>
        </p:txBody>
      </p:sp>
      <p:sp>
        <p:nvSpPr>
          <p:cNvPr id="1001" name="TextBox 17">
            <a:hlinkClick r:id="rId2" invalidUrl="" action="ppaction://hlinksldjump" tgtFrame="" tooltip="" history="1" highlightClick="0" endSnd="0"/>
          </p:cNvPr>
          <p:cNvSpPr txBox="1"/>
          <p:nvPr/>
        </p:nvSpPr>
        <p:spPr>
          <a:xfrm>
            <a:off x="2655883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Composure</a:t>
            </a:r>
          </a:p>
        </p:txBody>
      </p:sp>
      <p:sp>
        <p:nvSpPr>
          <p:cNvPr id="1002" name="TextBox 17">
            <a:hlinkClick r:id="rId3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7212448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Deep runs</a:t>
            </a:r>
          </a:p>
        </p:txBody>
      </p:sp>
      <p:sp>
        <p:nvSpPr>
          <p:cNvPr id="1003" name="TextBox 17">
            <a:hlinkClick r:id="rId2" invalidUrl="" action="ppaction://hlinksldjump" tgtFrame="" tooltip="" history="1" highlightClick="0" endSnd="0"/>
          </p:cNvPr>
          <p:cNvSpPr txBox="1"/>
          <p:nvPr/>
        </p:nvSpPr>
        <p:spPr>
          <a:xfrm>
            <a:off x="2693983" y="994428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positioning</a:t>
            </a:r>
          </a:p>
        </p:txBody>
      </p:sp>
      <p:sp>
        <p:nvSpPr>
          <p:cNvPr id="1004" name="TextBox 1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7543989" y="994428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Powerplay</a:t>
            </a:r>
          </a:p>
        </p:txBody>
      </p:sp>
      <p:sp>
        <p:nvSpPr>
          <p:cNvPr id="1005" name="TextBox 17">
            <a:hlinkClick r:id="rId5" invalidUrl="" action="ppaction://hlinksldjump" tgtFrame="" tooltip="" history="1" highlightClick="0" endSnd="0"/>
          </p:cNvPr>
          <p:cNvSpPr txBox="1"/>
          <p:nvPr/>
        </p:nvSpPr>
        <p:spPr>
          <a:xfrm>
            <a:off x="7543989" y="11031166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1006" name="TextBox 17">
            <a:hlinkClick r:id="rId6" invalidUrl="" action="ppaction://hlinksldjump" tgtFrame="" tooltip="" history="1" highlightClick="0" endSnd="0"/>
          </p:cNvPr>
          <p:cNvSpPr txBox="1"/>
          <p:nvPr/>
        </p:nvSpPr>
        <p:spPr>
          <a:xfrm>
            <a:off x="12414285" y="6163591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TextBox 31"/>
          <p:cNvSpPr txBox="1"/>
          <p:nvPr/>
        </p:nvSpPr>
        <p:spPr>
          <a:xfrm>
            <a:off x="469900" y="4585372"/>
            <a:ext cx="4887608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Overview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(Body)position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Goal oriented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Goal attempts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Between the posts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09" name="TextBox 30"/>
          <p:cNvSpPr txBox="1"/>
          <p:nvPr/>
        </p:nvSpPr>
        <p:spPr>
          <a:xfrm>
            <a:off x="240575" y="2352690"/>
            <a:ext cx="5891026" cy="1102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“Calm and controlled under </a:t>
            </a:r>
          </a:p>
          <a:p>
            <a:pPr algn="ctr" defTabSz="1285875">
              <a:spcBef>
                <a:spcPts val="0"/>
              </a:spcBef>
              <a:def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pressure, to make good decisions </a:t>
            </a:r>
          </a:p>
          <a:p>
            <a:pPr algn="ctr" defTabSz="1285875">
              <a:spcBef>
                <a:spcPts val="0"/>
              </a:spcBef>
              <a:def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 execute skills accurately”</a:t>
            </a:r>
          </a:p>
        </p:txBody>
      </p:sp>
      <p:sp>
        <p:nvSpPr>
          <p:cNvPr id="1010" name="TextBox 17"/>
          <p:cNvSpPr txBox="1"/>
          <p:nvPr/>
        </p:nvSpPr>
        <p:spPr>
          <a:xfrm>
            <a:off x="242426" y="12136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Composure</a:t>
            </a:r>
          </a:p>
        </p:txBody>
      </p:sp>
      <p:sp>
        <p:nvSpPr>
          <p:cNvPr id="1011" name="TextBox 31"/>
          <p:cNvSpPr txBox="1"/>
          <p:nvPr/>
        </p:nvSpPr>
        <p:spPr>
          <a:xfrm>
            <a:off x="6439242" y="4585372"/>
            <a:ext cx="4887609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level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Starting position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Sacrifice run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12" name="TextBox 30"/>
          <p:cNvSpPr txBox="1"/>
          <p:nvPr/>
        </p:nvSpPr>
        <p:spPr>
          <a:xfrm>
            <a:off x="6232100" y="2095790"/>
            <a:ext cx="5891026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“Forward runs starting from a deeper position on the field, usually from midfield or defense, moving into attacking areas”</a:t>
            </a:r>
          </a:p>
        </p:txBody>
      </p:sp>
      <p:sp>
        <p:nvSpPr>
          <p:cNvPr id="1013" name="TextBox 17"/>
          <p:cNvSpPr txBox="1"/>
          <p:nvPr/>
        </p:nvSpPr>
        <p:spPr>
          <a:xfrm>
            <a:off x="6233952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Deep runs</a:t>
            </a:r>
          </a:p>
        </p:txBody>
      </p:sp>
      <p:sp>
        <p:nvSpPr>
          <p:cNvPr id="1014" name="TextBox 30"/>
          <p:cNvSpPr txBox="1"/>
          <p:nvPr/>
        </p:nvSpPr>
        <p:spPr>
          <a:xfrm>
            <a:off x="12222267" y="250219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1015" name="TextBox 17"/>
          <p:cNvSpPr txBox="1"/>
          <p:nvPr/>
        </p:nvSpPr>
        <p:spPr>
          <a:xfrm>
            <a:off x="12224118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positioning</a:t>
            </a:r>
          </a:p>
        </p:txBody>
      </p:sp>
      <p:sp>
        <p:nvSpPr>
          <p:cNvPr id="1016" name="TextBox 31"/>
          <p:cNvSpPr txBox="1"/>
          <p:nvPr/>
        </p:nvSpPr>
        <p:spPr>
          <a:xfrm>
            <a:off x="12440273" y="4585372"/>
            <a:ext cx="4099713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17" name="TextBox 31"/>
          <p:cNvSpPr txBox="1"/>
          <p:nvPr/>
        </p:nvSpPr>
        <p:spPr>
          <a:xfrm>
            <a:off x="18441305" y="4585372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18" name="TextBox 30"/>
          <p:cNvSpPr txBox="1"/>
          <p:nvPr/>
        </p:nvSpPr>
        <p:spPr>
          <a:xfrm>
            <a:off x="18203191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1019" name="TextBox 17"/>
          <p:cNvSpPr txBox="1"/>
          <p:nvPr/>
        </p:nvSpPr>
        <p:spPr>
          <a:xfrm>
            <a:off x="18205043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1020" name="TextBox 31"/>
          <p:cNvSpPr txBox="1"/>
          <p:nvPr/>
        </p:nvSpPr>
        <p:spPr>
          <a:xfrm>
            <a:off x="480211" y="10841514"/>
            <a:ext cx="3913231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21" name="TextBox 30"/>
          <p:cNvSpPr txBox="1"/>
          <p:nvPr/>
        </p:nvSpPr>
        <p:spPr>
          <a:xfrm>
            <a:off x="239779" y="852126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1022" name="TextBox 17"/>
          <p:cNvSpPr txBox="1"/>
          <p:nvPr/>
        </p:nvSpPr>
        <p:spPr>
          <a:xfrm>
            <a:off x="241631" y="745338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1023" name="TextBox 31"/>
          <p:cNvSpPr txBox="1"/>
          <p:nvPr/>
        </p:nvSpPr>
        <p:spPr>
          <a:xfrm>
            <a:off x="6445592" y="10841514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24" name="TextBox 30"/>
          <p:cNvSpPr txBox="1"/>
          <p:nvPr/>
        </p:nvSpPr>
        <p:spPr>
          <a:xfrm>
            <a:off x="6231304" y="852598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1025" name="TextBox 17"/>
          <p:cNvSpPr txBox="1"/>
          <p:nvPr/>
        </p:nvSpPr>
        <p:spPr>
          <a:xfrm>
            <a:off x="6233156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28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9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0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1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2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3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4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5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6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7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38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39" name="FC_Pro_Vercelli_1892.svg.png" descr="FC_Pro_Vercelli_1892.svg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42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3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4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5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6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7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8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9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0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1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52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53" name="FC_Pro_Vercelli_1892.svg.png" descr="FC_Pro_Vercelli_1892.svg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56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7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8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9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0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1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2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3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4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5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66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67" name="FC_Pro_Vercelli_1892.svg.png" descr="FC_Pro_Vercelli_1892.svg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70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1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2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3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4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5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6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7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8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9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80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81" name="FC_Pro_Vercelli_1892.svg.png" descr="FC_Pro_Vercelli_1892.svg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84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5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6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7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8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9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0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1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2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3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94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95" name="FC_Pro_Vercelli_1892.svg.png" descr="FC_Pro_Vercelli_1892.svg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98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9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0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1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2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3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4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5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6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7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08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09" name="FC_Pro_Vercelli_1892.svg.png" descr="FC_Pro_Vercelli_1892.svg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TextBox 28"/>
          <p:cNvSpPr txBox="1"/>
          <p:nvPr/>
        </p:nvSpPr>
        <p:spPr>
          <a:xfrm>
            <a:off x="14881271" y="8777643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