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media/image1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Shape 114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44" name="Shape 114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Relationship Id="rId3" Type="http://schemas.openxmlformats.org/officeDocument/2006/relationships/image" Target="../media/image4.png"/><Relationship Id="rId4" Type="http://schemas.openxmlformats.org/officeDocument/2006/relationships/image" Target="../media/image1.tif"/></Relationships>
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5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6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38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40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1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43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57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58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59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60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73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VOETBAL</a:t>
            </a:r>
          </a:p>
        </p:txBody>
      </p:sp>
      <p:sp>
        <p:nvSpPr>
          <p:cNvPr id="75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9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77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8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BEHOEFTEN</a:t>
            </a:r>
          </a:p>
        </p:txBody>
      </p:sp>
      <p:sp>
        <p:nvSpPr>
          <p:cNvPr id="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VOORKEUR</a:t>
            </a:r>
          </a:p>
        </p:txBody>
      </p:sp>
      <p:sp>
        <p:nvSpPr>
          <p:cNvPr id="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FYSIEK</a:t>
            </a:r>
          </a:p>
        </p:txBody>
      </p:sp>
      <p:sp>
        <p:nvSpPr>
          <p:cNvPr id="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PERSOONLIJKHEID</a:t>
            </a:r>
          </a:p>
        </p:txBody>
      </p:sp>
      <p:sp>
        <p:nvSpPr>
          <p:cNvPr id="97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3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3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3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3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4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4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4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5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54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5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6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6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6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63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71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73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7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7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7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80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82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3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8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8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8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198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19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28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2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41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242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6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7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5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6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7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0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2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71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7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nel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8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87" name="Snelhei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Snelheid</a:t>
            </a:r>
          </a:p>
        </p:txBody>
      </p:sp>
      <p:sp>
        <p:nvSpPr>
          <p:cNvPr id="28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“Absolute snelheid zonder bal” “Snelheid in de acties met bal” “Startsnelheid”</a:t>
            </a:r>
          </a:p>
        </p:txBody>
      </p:sp>
      <p:sp>
        <p:nvSpPr>
          <p:cNvPr id="28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Paslengte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Grote / kleine afstanden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1e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29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Wend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9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9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0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0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0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0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5" name="wendbaarheid"/>
          <p:cNvSpPr txBox="1"/>
          <p:nvPr/>
        </p:nvSpPr>
        <p:spPr>
          <a:xfrm>
            <a:off x="19522346" y="1015292"/>
            <a:ext cx="22098604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306" name="TextBox 30"/>
          <p:cNvSpPr txBox="1"/>
          <p:nvPr/>
        </p:nvSpPr>
        <p:spPr>
          <a:xfrm>
            <a:off x="19792143" y="2271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0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lap/underla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2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32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23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Overlap/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Overlap/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Underlap</a:t>
            </a:r>
          </a:p>
        </p:txBody>
      </p:sp>
      <p:sp>
        <p:nvSpPr>
          <p:cNvPr id="325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“Ball reception after making an overlapping / underlapping run”</a:t>
            </a:r>
          </a:p>
        </p:txBody>
      </p:sp>
      <p:sp>
        <p:nvSpPr>
          <p:cNvPr id="326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Pace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Starting 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2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pe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35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6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7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8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9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34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4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343" name="Speed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344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“Top speed and acceleration capabilities”</a:t>
            </a:r>
          </a:p>
        </p:txBody>
      </p:sp>
      <p:sp>
        <p:nvSpPr>
          <p:cNvPr id="34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Stride length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Big / small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First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4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5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5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36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61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362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363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364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6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7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7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7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80" name="Flair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381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“Straalt zelfvertrouwen 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energie uit om resultaten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 behalen”</a:t>
            </a:r>
          </a:p>
        </p:txBody>
      </p:sp>
      <p:sp>
        <p:nvSpPr>
          <p:cNvPr id="382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Uitstraling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Aanwezig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Enthousiast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Extra motivatie bij druk van wedstrijd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8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Moe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91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2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3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4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95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9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8" name="MOE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399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“Heeft veel vertrouwen in eigen kwaliteiten (lef / durf)”</a:t>
            </a:r>
          </a:p>
        </p:txBody>
      </p:sp>
      <p:sp>
        <p:nvSpPr>
          <p:cNvPr id="400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0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oelgericht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10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11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12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13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1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16" name="Doel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Doel-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gerichtheid</a:t>
            </a:r>
          </a:p>
        </p:txBody>
      </p:sp>
      <p:sp>
        <p:nvSpPr>
          <p:cNvPr id="417" name="TextBox 30"/>
          <p:cNvSpPr txBox="1"/>
          <p:nvPr/>
        </p:nvSpPr>
        <p:spPr>
          <a:xfrm>
            <a:off x="19855643" y="2212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“Doelpogingen uit kansen (voorzet, steekbal, individuele actie of spelhervatting) met hoofd of voet”</a:t>
            </a:r>
          </a:p>
        </p:txBody>
      </p:sp>
      <p:sp>
        <p:nvSpPr>
          <p:cNvPr id="418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Zone herkenning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Overzicht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 positie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voor de goal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Scoringskansen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Tussen de palen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Doel georiënteerd 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1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epte loopacties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6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27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8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9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30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31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3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34" name="Diepte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Diepte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loopacties</a:t>
            </a:r>
          </a:p>
        </p:txBody>
      </p:sp>
      <p:sp>
        <p:nvSpPr>
          <p:cNvPr id="435" name="TextBox 30"/>
          <p:cNvSpPr txBox="1"/>
          <p:nvPr/>
        </p:nvSpPr>
        <p:spPr>
          <a:xfrm>
            <a:off x="19855643" y="2185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“Herkennen van EN het vrijlopen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ruimte achter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 verdediging”</a:t>
            </a:r>
          </a:p>
        </p:txBody>
      </p:sp>
      <p:sp>
        <p:nvSpPr>
          <p:cNvPr id="436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 positie 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Opofferingsloop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3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bij spelen tegenstander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45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6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7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8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49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52" name="Voorbij spelen…"/>
          <p:cNvSpPr txBox="1"/>
          <p:nvPr/>
        </p:nvSpPr>
        <p:spPr>
          <a:xfrm>
            <a:off x="19522346" y="316792"/>
            <a:ext cx="22098604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Voorbij spelen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tegenstander</a:t>
            </a:r>
          </a:p>
        </p:txBody>
      </p:sp>
      <p:sp>
        <p:nvSpPr>
          <p:cNvPr id="453" name="TextBox 30"/>
          <p:cNvSpPr txBox="1"/>
          <p:nvPr/>
        </p:nvSpPr>
        <p:spPr>
          <a:xfrm>
            <a:off x="19855643" y="2212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“Pogingen om tegenstanders voorbij te spelen met een passeer actie of een 1-2 combinatie”</a:t>
            </a:r>
          </a:p>
        </p:txBody>
      </p:sp>
      <p:sp>
        <p:nvSpPr>
          <p:cNvPr id="454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Kracht of snelheid?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Binnendoor-buitenom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Combinatiespel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5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6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6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6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0" name="Flair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471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472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7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0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81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2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3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4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5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8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8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489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490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9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os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0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1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2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03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0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06" name="Composure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507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508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0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eep ru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6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17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8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9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0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1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2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4" name="Deep runs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Deep runs</a:t>
            </a:r>
          </a:p>
        </p:txBody>
      </p:sp>
      <p:sp>
        <p:nvSpPr>
          <p:cNvPr id="525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“Forward runs starting from a deeper position on the field, usually from midfield or defense, moving into attacking areas”</a:t>
            </a:r>
          </a:p>
        </p:txBody>
      </p:sp>
      <p:sp>
        <p:nvSpPr>
          <p:cNvPr id="526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Speed level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Recognition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Starting 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Sacrifice run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2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ribbling past oppon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35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36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37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38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39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4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2" name="Dribbling past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Dribbling past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opponent</a:t>
            </a:r>
          </a:p>
        </p:txBody>
      </p:sp>
      <p:sp>
        <p:nvSpPr>
          <p:cNvPr id="543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“Dribble resulting a duel, after which player remains in possession, resulting in &gt;5m forwards displacement”</a:t>
            </a:r>
          </a:p>
        </p:txBody>
      </p:sp>
      <p:sp>
        <p:nvSpPr>
          <p:cNvPr id="544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Tricks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or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- outside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Combination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4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fstandsschot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5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5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5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5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5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5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60" name="Afstands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Afstands-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schot</a:t>
            </a:r>
          </a:p>
        </p:txBody>
      </p:sp>
      <p:sp>
        <p:nvSpPr>
          <p:cNvPr id="561" name="TextBox 30"/>
          <p:cNvSpPr txBox="1"/>
          <p:nvPr/>
        </p:nvSpPr>
        <p:spPr>
          <a:xfrm>
            <a:off x="19855643" y="2212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“Pogingen om tegenstanders voorbij te spelen met een passeer actie of een 1-2 combinatie”</a:t>
            </a:r>
          </a:p>
        </p:txBody>
      </p:sp>
      <p:sp>
        <p:nvSpPr>
          <p:cNvPr id="562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schiet speler?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Kort of lange hoek?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Kracht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6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zett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71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2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3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4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75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7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78" name="Voorzetten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Voorzetten</a:t>
            </a:r>
          </a:p>
        </p:txBody>
      </p:sp>
      <p:sp>
        <p:nvSpPr>
          <p:cNvPr id="579" name="TextBox 30"/>
          <p:cNvSpPr txBox="1"/>
          <p:nvPr/>
        </p:nvSpPr>
        <p:spPr>
          <a:xfrm>
            <a:off x="19855643" y="2338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“Voorzetten vanaf de helft van de helft van de tegenstander”</a:t>
            </a:r>
          </a:p>
        </p:txBody>
      </p:sp>
      <p:sp>
        <p:nvSpPr>
          <p:cNvPr id="580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Overzicht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 locatie (bal)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Waarvandaan?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Soort voorzet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8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9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0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1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2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93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594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5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6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7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8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9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0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2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3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4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5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6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07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08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09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0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1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2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3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14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5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6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7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8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9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0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1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2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3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4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5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6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27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28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2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hooting from distanc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6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37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8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9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40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41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4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644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645" name="Shooting…"/>
          <p:cNvSpPr txBox="1"/>
          <p:nvPr/>
        </p:nvSpPr>
        <p:spPr>
          <a:xfrm>
            <a:off x="19522346" y="316792"/>
            <a:ext cx="22098604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Shooting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distance</a:t>
            </a:r>
          </a:p>
        </p:txBody>
      </p:sp>
      <p:sp>
        <p:nvSpPr>
          <p:cNvPr id="646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from open play from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the score box”</a:t>
            </a:r>
          </a:p>
        </p:txBody>
      </p:sp>
      <p:sp>
        <p:nvSpPr>
          <p:cNvPr id="647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shot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Short or deep angle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4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as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5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6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6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663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664" name="Pass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Passing</a:t>
            </a:r>
          </a:p>
        </p:txBody>
      </p:sp>
      <p:sp>
        <p:nvSpPr>
          <p:cNvPr id="665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“Open play pass &lt;10m (under pressure or through the lines) or open play pass &gt;30m”</a:t>
            </a:r>
          </a:p>
        </p:txBody>
      </p:sp>
      <p:sp>
        <p:nvSpPr>
          <p:cNvPr id="666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Speed of actions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pass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Both legs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Pace &amp; height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6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5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6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7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8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679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680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1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2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3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4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5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6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7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8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9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0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1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2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693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694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695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6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7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8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9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00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1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2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3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4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5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6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7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8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9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0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1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2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13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14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1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ross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2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72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2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2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30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731" name="Crosses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Crosses</a:t>
            </a:r>
          </a:p>
        </p:txBody>
      </p:sp>
      <p:sp>
        <p:nvSpPr>
          <p:cNvPr id="732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“Open play pass, from outside the score box in the flank zones in the final third, into the central zone of the score box”</a:t>
            </a:r>
          </a:p>
        </p:txBody>
      </p:sp>
      <p:sp>
        <p:nvSpPr>
          <p:cNvPr id="73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Cross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cross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?a</a:t>
            </a:r>
          </a:p>
        </p:txBody>
      </p:sp>
      <p:sp>
        <p:nvSpPr>
          <p:cNvPr id="73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1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4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743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4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45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2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3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56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754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55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757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8" name="TextBox 28"/>
          <p:cNvSpPr txBox="1"/>
          <p:nvPr/>
        </p:nvSpPr>
        <p:spPr>
          <a:xfrm>
            <a:off x="9228608" y="5951167"/>
            <a:ext cx="6159931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WELKOM</a:t>
            </a:r>
          </a:p>
        </p:txBody>
      </p:sp>
      <p:pic>
        <p:nvPicPr>
          <p:cNvPr id="759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760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1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6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6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70" name="CLub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771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772" name="TextBox 21"/>
          <p:cNvSpPr txBox="1"/>
          <p:nvPr/>
        </p:nvSpPr>
        <p:spPr>
          <a:xfrm>
            <a:off x="5171907" y="1741291"/>
            <a:ext cx="15078763" cy="52070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Bossche club, een Bosschenaar is trots op onze stad en club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strijdbaar, we buigen wel, maar barsten niet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Met heel ons hart staan we achter FC Den Bosch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Hier leren we van tegenslagen om vervolgens samen te groeien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hartverwarmende Bossche club, voor iedereen</a:t>
            </a:r>
          </a:p>
        </p:txBody>
      </p:sp>
      <p:pic>
        <p:nvPicPr>
          <p:cNvPr id="773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74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75" name="Hart"/>
          <p:cNvSpPr/>
          <p:nvPr/>
        </p:nvSpPr>
        <p:spPr>
          <a:xfrm>
            <a:off x="12037284" y="9582878"/>
            <a:ext cx="1791039" cy="1582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fill="norm" stroke="1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6" name="Hartstocht"/>
          <p:cNvSpPr txBox="1"/>
          <p:nvPr/>
        </p:nvSpPr>
        <p:spPr>
          <a:xfrm>
            <a:off x="11012435" y="8175049"/>
            <a:ext cx="3840739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Hartstocht</a:t>
            </a:r>
          </a:p>
        </p:txBody>
      </p:sp>
      <p:sp>
        <p:nvSpPr>
          <p:cNvPr id="777" name="Groei"/>
          <p:cNvSpPr/>
          <p:nvPr/>
        </p:nvSpPr>
        <p:spPr>
          <a:xfrm>
            <a:off x="16601766" y="9575118"/>
            <a:ext cx="1878982" cy="14533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fill="norm" stroke="1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8" name="Groei"/>
          <p:cNvSpPr txBox="1"/>
          <p:nvPr/>
        </p:nvSpPr>
        <p:spPr>
          <a:xfrm>
            <a:off x="16444772" y="8175049"/>
            <a:ext cx="1999735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Groei</a:t>
            </a:r>
          </a:p>
        </p:txBody>
      </p:sp>
      <p:sp>
        <p:nvSpPr>
          <p:cNvPr id="779" name="Bosch"/>
          <p:cNvSpPr txBox="1"/>
          <p:nvPr/>
        </p:nvSpPr>
        <p:spPr>
          <a:xfrm>
            <a:off x="1511459" y="8175049"/>
            <a:ext cx="2207202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Bosch</a:t>
            </a:r>
          </a:p>
        </p:txBody>
      </p:sp>
      <p:sp>
        <p:nvSpPr>
          <p:cNvPr id="780" name="Strijdbaar"/>
          <p:cNvSpPr txBox="1"/>
          <p:nvPr/>
        </p:nvSpPr>
        <p:spPr>
          <a:xfrm>
            <a:off x="5860490" y="8175049"/>
            <a:ext cx="356034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Strijdbaar</a:t>
            </a:r>
          </a:p>
        </p:txBody>
      </p:sp>
      <p:sp>
        <p:nvSpPr>
          <p:cNvPr id="781" name="Gastvrij"/>
          <p:cNvSpPr txBox="1"/>
          <p:nvPr/>
        </p:nvSpPr>
        <p:spPr>
          <a:xfrm>
            <a:off x="20229340" y="8175049"/>
            <a:ext cx="291413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Gastvrij</a:t>
            </a:r>
          </a:p>
        </p:txBody>
      </p:sp>
      <p:pic>
        <p:nvPicPr>
          <p:cNvPr id="782" name="png-clipart-handshake-others-blue-hand.png" descr="png-clipart-handshake-others-blue-han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0427039" y="9537758"/>
            <a:ext cx="2518735" cy="1528033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Rechthoek"/>
          <p:cNvSpPr/>
          <p:nvPr/>
        </p:nvSpPr>
        <p:spPr>
          <a:xfrm>
            <a:off x="6192523" y="10189485"/>
            <a:ext cx="994252" cy="931864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4" name="Rechthoek"/>
          <p:cNvSpPr/>
          <p:nvPr/>
        </p:nvSpPr>
        <p:spPr>
          <a:xfrm>
            <a:off x="8111162" y="10189484"/>
            <a:ext cx="994252" cy="931863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5" name="Rechthoek"/>
          <p:cNvSpPr/>
          <p:nvPr/>
        </p:nvSpPr>
        <p:spPr>
          <a:xfrm>
            <a:off x="7177419" y="9627182"/>
            <a:ext cx="994252" cy="1494166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6" name="1"/>
          <p:cNvSpPr txBox="1"/>
          <p:nvPr/>
        </p:nvSpPr>
        <p:spPr>
          <a:xfrm>
            <a:off x="7412014" y="9859236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87" name="3"/>
          <p:cNvSpPr txBox="1"/>
          <p:nvPr/>
        </p:nvSpPr>
        <p:spPr>
          <a:xfrm>
            <a:off x="8455107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88" name="2"/>
          <p:cNvSpPr txBox="1"/>
          <p:nvPr/>
        </p:nvSpPr>
        <p:spPr>
          <a:xfrm>
            <a:off x="6427118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789" name="2b0643c0c0b5949fdfe730edb3ff8947.psd" descr="2b0643c0c0b5949fdfe730edb3ff8947.psd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6132" y="8946827"/>
            <a:ext cx="2854876" cy="2854876"/>
          </a:xfrm>
          <a:prstGeom prst="rect">
            <a:avLst/>
          </a:prstGeom>
          <a:ln w="12700">
            <a:miter lim="400000"/>
          </a:ln>
        </p:spPr>
      </p:pic>
      <p:sp>
        <p:nvSpPr>
          <p:cNvPr id="790" name="Lijn"/>
          <p:cNvSpPr/>
          <p:nvPr/>
        </p:nvSpPr>
        <p:spPr>
          <a:xfrm flipV="1">
            <a:off x="5064691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1" name="Lijn"/>
          <p:cNvSpPr/>
          <p:nvPr/>
        </p:nvSpPr>
        <p:spPr>
          <a:xfrm flipV="1">
            <a:off x="10216635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2" name="Lijn"/>
          <p:cNvSpPr/>
          <p:nvPr/>
        </p:nvSpPr>
        <p:spPr>
          <a:xfrm flipV="1">
            <a:off x="15426918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3" name="Lijn"/>
          <p:cNvSpPr/>
          <p:nvPr/>
        </p:nvSpPr>
        <p:spPr>
          <a:xfrm flipV="1">
            <a:off x="19462360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4" name="Kernwaarden"/>
          <p:cNvSpPr txBox="1"/>
          <p:nvPr/>
        </p:nvSpPr>
        <p:spPr>
          <a:xfrm>
            <a:off x="5735738" y="16606"/>
            <a:ext cx="14379804" cy="2484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15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Kernwaarden</a:t>
            </a:r>
          </a:p>
        </p:txBody>
      </p:sp>
      <p:sp>
        <p:nvSpPr>
          <p:cNvPr id="79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5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803" name="Playing style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Playing style</a:t>
            </a:r>
          </a:p>
        </p:txBody>
      </p:sp>
      <p:sp>
        <p:nvSpPr>
          <p:cNvPr id="804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pic>
        <p:nvPicPr>
          <p:cNvPr id="805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806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80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8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4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815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652843" y="11597034"/>
            <a:ext cx="1321258" cy="1825537"/>
          </a:xfrm>
          <a:prstGeom prst="rect">
            <a:avLst/>
          </a:prstGeom>
          <a:ln w="12700">
            <a:miter lim="400000"/>
          </a:ln>
        </p:spPr>
      </p:pic>
      <p:pic>
        <p:nvPicPr>
          <p:cNvPr id="816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817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818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6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27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28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29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0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1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3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4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835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836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3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4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45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46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47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48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49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5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2" name="Flair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853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854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5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pe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6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6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6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0" name="Speed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871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“Top speed and acceleration capabilities”</a:t>
            </a:r>
          </a:p>
        </p:txBody>
      </p:sp>
      <p:sp>
        <p:nvSpPr>
          <p:cNvPr id="872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Stride length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Big / small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First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7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81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82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83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84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85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8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88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889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890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9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hooting from distanc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8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99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00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01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02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03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0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06" name="Shooting…"/>
          <p:cNvSpPr txBox="1"/>
          <p:nvPr/>
        </p:nvSpPr>
        <p:spPr>
          <a:xfrm>
            <a:off x="19522346" y="316792"/>
            <a:ext cx="22098604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Shooting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distance</a:t>
            </a:r>
          </a:p>
        </p:txBody>
      </p:sp>
      <p:sp>
        <p:nvSpPr>
          <p:cNvPr id="907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from open play from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the score box”</a:t>
            </a:r>
          </a:p>
        </p:txBody>
      </p:sp>
      <p:sp>
        <p:nvSpPr>
          <p:cNvPr id="908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shot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Short or deep angle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0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ross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6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17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18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19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0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21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2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24" name="Crosses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Crosses</a:t>
            </a:r>
          </a:p>
        </p:txBody>
      </p:sp>
      <p:sp>
        <p:nvSpPr>
          <p:cNvPr id="925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“Open play pass, from outside the score box in the flank zones in the final third, into the central zone of the score box”</a:t>
            </a:r>
          </a:p>
        </p:txBody>
      </p:sp>
      <p:sp>
        <p:nvSpPr>
          <p:cNvPr id="926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Cross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cross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?a</a:t>
            </a:r>
          </a:p>
        </p:txBody>
      </p:sp>
      <p:sp>
        <p:nvSpPr>
          <p:cNvPr id="92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os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4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35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6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7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8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39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4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42" name="Composure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943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944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4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ribbling past oppon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2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5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5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5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5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5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5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60" name="Dribbling past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Dribbling past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opponent</a:t>
            </a:r>
          </a:p>
        </p:txBody>
      </p:sp>
      <p:sp>
        <p:nvSpPr>
          <p:cNvPr id="961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“Dribble resulting a duel, after which player remains in possession, resulting in &gt;5m forwards displacement”</a:t>
            </a:r>
          </a:p>
        </p:txBody>
      </p:sp>
      <p:sp>
        <p:nvSpPr>
          <p:cNvPr id="962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Tricks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or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- outside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Combination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6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boxes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1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2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3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4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75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976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7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8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9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0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1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2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3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4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5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6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7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8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89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90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91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2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3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4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5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96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7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8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9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2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3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4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5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6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7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09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10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1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8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1019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0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21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1022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583054" y="331010"/>
            <a:ext cx="1211120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1023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1025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6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1029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1027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1028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03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4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3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104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104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104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1047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4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6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7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8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9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0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1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2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3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064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065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066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067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068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069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070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1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2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3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4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5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6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7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9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080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081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082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3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4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5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6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087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088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089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090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091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2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3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4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5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6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7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8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099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0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101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2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3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4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105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106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107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108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9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110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11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112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113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11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welcome page #03 #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8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31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1129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1130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132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3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pic>
        <p:nvPicPr>
          <p:cNvPr id="1134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5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6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113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13.xml"/><Relationship Id="rId20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0.xml"/><Relationship Id="rId27" Type="http://schemas.openxmlformats.org/officeDocument/2006/relationships/slideLayout" Target="../slideLayouts/slideLayout21.xml"/><Relationship Id="rId28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23.xml"/><Relationship Id="rId30" Type="http://schemas.openxmlformats.org/officeDocument/2006/relationships/slideLayout" Target="../slideLayouts/slideLayout24.xml"/><Relationship Id="rId31" Type="http://schemas.openxmlformats.org/officeDocument/2006/relationships/slideLayout" Target="../slideLayouts/slideLayout25.xml"/><Relationship Id="rId32" Type="http://schemas.openxmlformats.org/officeDocument/2006/relationships/slideLayout" Target="../slideLayouts/slideLayout26.xml"/><Relationship Id="rId33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28.xml"/><Relationship Id="rId35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0.xml"/><Relationship Id="rId37" Type="http://schemas.openxmlformats.org/officeDocument/2006/relationships/slideLayout" Target="../slideLayouts/slideLayout31.xml"/><Relationship Id="rId38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33.xml"/><Relationship Id="rId40" Type="http://schemas.openxmlformats.org/officeDocument/2006/relationships/slideLayout" Target="../slideLayouts/slideLayout34.xml"/><Relationship Id="rId41" Type="http://schemas.openxmlformats.org/officeDocument/2006/relationships/slideLayout" Target="../slideLayouts/slideLayout35.xml"/><Relationship Id="rId42" Type="http://schemas.openxmlformats.org/officeDocument/2006/relationships/slideLayout" Target="../slideLayouts/slideLayout36.xml"/><Relationship Id="rId43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38.xml"/><Relationship Id="rId45" Type="http://schemas.openxmlformats.org/officeDocument/2006/relationships/slideLayout" Target="../slideLayouts/slideLayout39.xml"/><Relationship Id="rId46" Type="http://schemas.openxmlformats.org/officeDocument/2006/relationships/slideLayout" Target="../slideLayouts/slideLayout40.xml"/><Relationship Id="rId47" Type="http://schemas.openxmlformats.org/officeDocument/2006/relationships/slideLayout" Target="../slideLayouts/slideLayout41.xml"/><Relationship Id="rId48" Type="http://schemas.openxmlformats.org/officeDocument/2006/relationships/slideLayout" Target="../slideLayouts/slideLayout42.xml"/><Relationship Id="rId49" Type="http://schemas.openxmlformats.org/officeDocument/2006/relationships/slideLayout" Target="../slideLayouts/slideLayout43.xml"/><Relationship Id="rId50" Type="http://schemas.openxmlformats.org/officeDocument/2006/relationships/slideLayout" Target="../slideLayouts/slideLayout44.xml"/><Relationship Id="rId51" Type="http://schemas.openxmlformats.org/officeDocument/2006/relationships/slideLayout" Target="../slideLayouts/slideLayout45.xml"/><Relationship Id="rId52" Type="http://schemas.openxmlformats.org/officeDocument/2006/relationships/slideLayout" Target="../slideLayouts/slideLayout46.xml"/><Relationship Id="rId53" Type="http://schemas.openxmlformats.org/officeDocument/2006/relationships/slideLayout" Target="../slideLayouts/slideLayout47.xml"/><Relationship Id="rId54" Type="http://schemas.openxmlformats.org/officeDocument/2006/relationships/slideLayout" Target="../slideLayouts/slideLayout48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DA3832"/>
            </a:gs>
            <a:gs pos="100000">
              <a:srgbClr val="000000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3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8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1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7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8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9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FC_Pro_Vercelli_1892.svg.png" descr="FC_Pro_Vercelli_1892.svg.png"/>
          <p:cNvPicPr>
            <a:picLocks noChangeAspect="1"/>
          </p:cNvPicPr>
          <p:nvPr/>
        </p:nvPicPr>
        <p:blipFill>
          <a:blip r:embed="rId6">
            <a:extLst/>
          </a:blip>
          <a:srcRect l="0" t="0" r="0" b="0"/>
          <a:stretch>
            <a:fillRect/>
          </a:stretch>
        </p:blipFill>
        <p:spPr>
          <a:xfrm>
            <a:off x="772309" y="11635487"/>
            <a:ext cx="1265608" cy="1748648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Naam presentati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Naam presentatie</a:t>
            </a:r>
          </a:p>
        </p:txBody>
      </p:sp>
      <p:sp>
        <p:nvSpPr>
          <p:cNvPr id="23" name="Hoofdtekst - niveau één…"/>
          <p:cNvSpPr txBox="1"/>
          <p:nvPr>
            <p:ph type="body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Ondertitel presentatie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Dianumm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  <p:sldLayoutId id="2147483661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72" r:id="rId30"/>
    <p:sldLayoutId id="2147483673" r:id="rId31"/>
    <p:sldLayoutId id="2147483674" r:id="rId32"/>
    <p:sldLayoutId id="2147483675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684" r:id="rId42"/>
    <p:sldLayoutId id="2147483685" r:id="rId43"/>
    <p:sldLayoutId id="2147483686" r:id="rId44"/>
    <p:sldLayoutId id="2147483687" r:id="rId45"/>
    <p:sldLayoutId id="2147483688" r:id="rId46"/>
    <p:sldLayoutId id="2147483689" r:id="rId47"/>
    <p:sldLayoutId id="2147483690" r:id="rId48"/>
    <p:sldLayoutId id="2147483691" r:id="rId49"/>
    <p:sldLayoutId id="2147483692" r:id="rId50"/>
    <p:sldLayoutId id="2147483693" r:id="rId51"/>
    <p:sldLayoutId id="2147483694" r:id="rId52"/>
    <p:sldLayoutId id="2147483695" r:id="rId53"/>
    <p:sldLayoutId id="2147483696" r:id="rId54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hyperlink" Target="https://recruitment.scisports.app/" TargetMode="External"/><Relationship Id="rId3" Type="http://schemas.openxmlformats.org/officeDocument/2006/relationships/image" Target="../media/image1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slide" Target="slide6.xml"/><Relationship Id="rId3" Type="http://schemas.openxmlformats.org/officeDocument/2006/relationships/slide" Target="slide8.xml"/><Relationship Id="rId4" Type="http://schemas.openxmlformats.org/officeDocument/2006/relationships/slide" Target="slide9.xml"/><Relationship Id="rId5" Type="http://schemas.openxmlformats.org/officeDocument/2006/relationships/slide" Target="slide10.xml"/><Relationship Id="rId6" Type="http://schemas.openxmlformats.org/officeDocument/2006/relationships/slide" Target="slide11.xml"/><Relationship Id="rId7" Type="http://schemas.openxmlformats.org/officeDocument/2006/relationships/slide" Target="slide13.xml"/><Relationship Id="rId8" Type="http://schemas.openxmlformats.org/officeDocument/2006/relationships/slide" Target="slide7.xml"/><Relationship Id="rId9" Type="http://schemas.openxmlformats.org/officeDocument/2006/relationships/slide" Target="slide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TextBox 28"/>
          <p:cNvSpPr txBox="1"/>
          <p:nvPr/>
        </p:nvSpPr>
        <p:spPr>
          <a:xfrm>
            <a:off x="12679937" y="7643110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  <p:pic>
        <p:nvPicPr>
          <p:cNvPr id="1147" name="Achterkant Pro Vercelli nr.7.png" descr="Achterkant Pro Vercelli nr.7.png"/>
          <p:cNvPicPr>
            <a:picLocks noChangeAspect="1"/>
          </p:cNvPicPr>
          <p:nvPr/>
        </p:nvPicPr>
        <p:blipFill>
          <a:blip r:embed="rId2">
            <a:extLst/>
          </a:blip>
          <a:srcRect l="14949" t="0" r="14949" b="0"/>
          <a:stretch>
            <a:fillRect/>
          </a:stretch>
        </p:blipFill>
        <p:spPr>
          <a:xfrm>
            <a:off x="18508125" y="7472384"/>
            <a:ext cx="2642323" cy="2642322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  <p:pic>
        <p:nvPicPr>
          <p:cNvPr id="1148" name="Achterkant Pro Vercelli nr.11.png" descr="Achterkant Pro Vercelli nr.11.png"/>
          <p:cNvPicPr>
            <a:picLocks noChangeAspect="1"/>
          </p:cNvPicPr>
          <p:nvPr/>
        </p:nvPicPr>
        <p:blipFill>
          <a:blip r:embed="rId3">
            <a:extLst/>
          </a:blip>
          <a:srcRect l="14949" t="0" r="14949" b="0"/>
          <a:stretch>
            <a:fillRect/>
          </a:stretch>
        </p:blipFill>
        <p:spPr>
          <a:xfrm>
            <a:off x="19997538" y="7472420"/>
            <a:ext cx="2642323" cy="2642323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TextBox 11"/>
          <p:cNvSpPr txBox="1"/>
          <p:nvPr/>
        </p:nvSpPr>
        <p:spPr>
          <a:xfrm>
            <a:off x="3436486" y="2190748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51" name="TextBox 37"/>
          <p:cNvSpPr txBox="1"/>
          <p:nvPr/>
        </p:nvSpPr>
        <p:spPr>
          <a:xfrm>
            <a:off x="2262943" y="839474"/>
            <a:ext cx="4440638" cy="659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b="1" sz="4500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pPr/>
            <a:r>
              <a:t>Player name</a:t>
            </a:r>
          </a:p>
        </p:txBody>
      </p:sp>
      <p:sp>
        <p:nvSpPr>
          <p:cNvPr id="1152" name="TextBox 23"/>
          <p:cNvSpPr txBox="1"/>
          <p:nvPr/>
        </p:nvSpPr>
        <p:spPr>
          <a:xfrm>
            <a:off x="18363004" y="584214"/>
            <a:ext cx="5467955" cy="3223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1153" name="TextBox 11"/>
          <p:cNvSpPr txBox="1"/>
          <p:nvPr/>
        </p:nvSpPr>
        <p:spPr>
          <a:xfrm>
            <a:off x="3445861" y="294447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54" name="TextBox 11"/>
          <p:cNvSpPr txBox="1"/>
          <p:nvPr/>
        </p:nvSpPr>
        <p:spPr>
          <a:xfrm>
            <a:off x="3443265" y="3701887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55" name="TextBox 11"/>
          <p:cNvSpPr txBox="1"/>
          <p:nvPr/>
        </p:nvSpPr>
        <p:spPr>
          <a:xfrm>
            <a:off x="3468167" y="445930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56" name="TextBox 11"/>
          <p:cNvSpPr txBox="1"/>
          <p:nvPr/>
        </p:nvSpPr>
        <p:spPr>
          <a:xfrm>
            <a:off x="3468167" y="5211678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57" name="TextBox 11"/>
          <p:cNvSpPr txBox="1"/>
          <p:nvPr/>
        </p:nvSpPr>
        <p:spPr>
          <a:xfrm>
            <a:off x="3468167" y="5945826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58" name="TextBox 11"/>
          <p:cNvSpPr txBox="1"/>
          <p:nvPr/>
        </p:nvSpPr>
        <p:spPr>
          <a:xfrm>
            <a:off x="3468167" y="6678032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59" name="TextBox 11"/>
          <p:cNvSpPr txBox="1"/>
          <p:nvPr/>
        </p:nvSpPr>
        <p:spPr>
          <a:xfrm>
            <a:off x="11203802" y="1088478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0" name="TextBox 11"/>
          <p:cNvSpPr txBox="1"/>
          <p:nvPr/>
        </p:nvSpPr>
        <p:spPr>
          <a:xfrm>
            <a:off x="11203802" y="1806760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1" name="TextBox 11"/>
          <p:cNvSpPr txBox="1"/>
          <p:nvPr/>
        </p:nvSpPr>
        <p:spPr>
          <a:xfrm>
            <a:off x="11203802" y="2611665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2" name="TextBox 11"/>
          <p:cNvSpPr txBox="1"/>
          <p:nvPr/>
        </p:nvSpPr>
        <p:spPr>
          <a:xfrm>
            <a:off x="11203802" y="3370677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3" name="TextBox 11"/>
          <p:cNvSpPr txBox="1"/>
          <p:nvPr/>
        </p:nvSpPr>
        <p:spPr>
          <a:xfrm>
            <a:off x="13587460" y="1088478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4" name="TextBox 11"/>
          <p:cNvSpPr txBox="1"/>
          <p:nvPr/>
        </p:nvSpPr>
        <p:spPr>
          <a:xfrm>
            <a:off x="13587460" y="1806760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5" name="TextBox 11"/>
          <p:cNvSpPr txBox="1"/>
          <p:nvPr/>
        </p:nvSpPr>
        <p:spPr>
          <a:xfrm>
            <a:off x="13587460" y="2611665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6" name="TextBox 11"/>
          <p:cNvSpPr txBox="1"/>
          <p:nvPr/>
        </p:nvSpPr>
        <p:spPr>
          <a:xfrm>
            <a:off x="13587460" y="3370677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67" name="xxxx"/>
          <p:cNvSpPr txBox="1"/>
          <p:nvPr/>
        </p:nvSpPr>
        <p:spPr>
          <a:xfrm>
            <a:off x="19741483" y="9664487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68" name="xxxx"/>
          <p:cNvSpPr txBox="1"/>
          <p:nvPr/>
        </p:nvSpPr>
        <p:spPr>
          <a:xfrm>
            <a:off x="19741483" y="10420204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69" name="xxxx"/>
          <p:cNvSpPr txBox="1"/>
          <p:nvPr/>
        </p:nvSpPr>
        <p:spPr>
          <a:xfrm>
            <a:off x="19741483" y="11197829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70" name="xxxx"/>
          <p:cNvSpPr txBox="1"/>
          <p:nvPr/>
        </p:nvSpPr>
        <p:spPr>
          <a:xfrm>
            <a:off x="19753848" y="11925556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71" name="xxxx"/>
          <p:cNvSpPr txBox="1"/>
          <p:nvPr/>
        </p:nvSpPr>
        <p:spPr>
          <a:xfrm>
            <a:off x="19753848" y="12652539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72" name="TextBox 31"/>
          <p:cNvSpPr txBox="1"/>
          <p:nvPr/>
        </p:nvSpPr>
        <p:spPr>
          <a:xfrm>
            <a:off x="8032505" y="9220708"/>
            <a:ext cx="7940022" cy="3429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73" name="TextBox 11"/>
          <p:cNvSpPr txBox="1"/>
          <p:nvPr/>
        </p:nvSpPr>
        <p:spPr>
          <a:xfrm>
            <a:off x="3468167" y="7435014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74" name="TextBox 11"/>
          <p:cNvSpPr txBox="1"/>
          <p:nvPr/>
        </p:nvSpPr>
        <p:spPr>
          <a:xfrm>
            <a:off x="3468015" y="8147343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75" name="xx"/>
          <p:cNvSpPr/>
          <p:nvPr/>
        </p:nvSpPr>
        <p:spPr>
          <a:xfrm>
            <a:off x="8372141" y="5119587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</a:t>
            </a:r>
          </a:p>
        </p:txBody>
      </p:sp>
      <p:sp>
        <p:nvSpPr>
          <p:cNvPr id="1176" name="xx%"/>
          <p:cNvSpPr/>
          <p:nvPr/>
        </p:nvSpPr>
        <p:spPr>
          <a:xfrm>
            <a:off x="12695199" y="5123876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xx%</a:t>
            </a:r>
          </a:p>
        </p:txBody>
      </p:sp>
      <p:sp>
        <p:nvSpPr>
          <p:cNvPr id="1177" name="DATE: DD-MM-JJJJ"/>
          <p:cNvSpPr txBox="1"/>
          <p:nvPr/>
        </p:nvSpPr>
        <p:spPr>
          <a:xfrm>
            <a:off x="4875976" y="268498"/>
            <a:ext cx="267701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DATE: DD-MM-JJJJ</a:t>
            </a:r>
          </a:p>
        </p:txBody>
      </p:sp>
      <p:grpSp>
        <p:nvGrpSpPr>
          <p:cNvPr id="1180" name="9"/>
          <p:cNvGrpSpPr/>
          <p:nvPr/>
        </p:nvGrpSpPr>
        <p:grpSpPr>
          <a:xfrm>
            <a:off x="5636046" y="9988295"/>
            <a:ext cx="369517" cy="383519"/>
            <a:chOff x="0" y="0"/>
            <a:chExt cx="369516" cy="383518"/>
          </a:xfrm>
        </p:grpSpPr>
        <p:sp>
          <p:nvSpPr>
            <p:cNvPr id="1178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9" name="9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9</a:t>
              </a:r>
            </a:p>
          </p:txBody>
        </p:sp>
      </p:grpSp>
      <p:grpSp>
        <p:nvGrpSpPr>
          <p:cNvPr id="1183" name="11"/>
          <p:cNvGrpSpPr/>
          <p:nvPr/>
        </p:nvGrpSpPr>
        <p:grpSpPr>
          <a:xfrm>
            <a:off x="4831430" y="10316581"/>
            <a:ext cx="369517" cy="383519"/>
            <a:chOff x="0" y="0"/>
            <a:chExt cx="369516" cy="383518"/>
          </a:xfrm>
        </p:grpSpPr>
        <p:sp>
          <p:nvSpPr>
            <p:cNvPr id="1181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5">
                <a:hueOff val="-82419"/>
                <a:satOff val="-9513"/>
                <a:lumOff val="-16343"/>
              </a:schemeClr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2" name="1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186" name="7"/>
          <p:cNvGrpSpPr/>
          <p:nvPr/>
        </p:nvGrpSpPr>
        <p:grpSpPr>
          <a:xfrm>
            <a:off x="6440658" y="10316581"/>
            <a:ext cx="369517" cy="383519"/>
            <a:chOff x="0" y="0"/>
            <a:chExt cx="369516" cy="383518"/>
          </a:xfrm>
        </p:grpSpPr>
        <p:sp>
          <p:nvSpPr>
            <p:cNvPr id="1184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5">
                <a:hueOff val="-82419"/>
                <a:satOff val="-9513"/>
                <a:lumOff val="-16343"/>
              </a:schemeClr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5" name="7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1189" name="8"/>
          <p:cNvGrpSpPr/>
          <p:nvPr/>
        </p:nvGrpSpPr>
        <p:grpSpPr>
          <a:xfrm>
            <a:off x="5244725" y="10893821"/>
            <a:ext cx="369517" cy="383519"/>
            <a:chOff x="0" y="0"/>
            <a:chExt cx="369516" cy="383518"/>
          </a:xfrm>
        </p:grpSpPr>
        <p:sp>
          <p:nvSpPr>
            <p:cNvPr id="1187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8" name="8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8</a:t>
              </a:r>
            </a:p>
          </p:txBody>
        </p:sp>
      </p:grpSp>
      <p:grpSp>
        <p:nvGrpSpPr>
          <p:cNvPr id="1192" name="6"/>
          <p:cNvGrpSpPr/>
          <p:nvPr/>
        </p:nvGrpSpPr>
        <p:grpSpPr>
          <a:xfrm>
            <a:off x="5636046" y="11377755"/>
            <a:ext cx="369517" cy="383519"/>
            <a:chOff x="0" y="0"/>
            <a:chExt cx="369516" cy="383518"/>
          </a:xfrm>
        </p:grpSpPr>
        <p:sp>
          <p:nvSpPr>
            <p:cNvPr id="1190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1" name="6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6</a:t>
              </a:r>
            </a:p>
          </p:txBody>
        </p:sp>
      </p:grpSp>
      <p:grpSp>
        <p:nvGrpSpPr>
          <p:cNvPr id="1195" name="5"/>
          <p:cNvGrpSpPr/>
          <p:nvPr/>
        </p:nvGrpSpPr>
        <p:grpSpPr>
          <a:xfrm>
            <a:off x="4778064" y="11609513"/>
            <a:ext cx="369517" cy="383519"/>
            <a:chOff x="0" y="0"/>
            <a:chExt cx="369516" cy="383518"/>
          </a:xfrm>
        </p:grpSpPr>
        <p:sp>
          <p:nvSpPr>
            <p:cNvPr id="1193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4" name="5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5</a:t>
              </a:r>
            </a:p>
          </p:txBody>
        </p:sp>
      </p:grpSp>
      <p:grpSp>
        <p:nvGrpSpPr>
          <p:cNvPr id="1198" name="2"/>
          <p:cNvGrpSpPr/>
          <p:nvPr/>
        </p:nvGrpSpPr>
        <p:grpSpPr>
          <a:xfrm>
            <a:off x="6511809" y="11609513"/>
            <a:ext cx="369517" cy="383519"/>
            <a:chOff x="0" y="0"/>
            <a:chExt cx="369516" cy="383518"/>
          </a:xfrm>
        </p:grpSpPr>
        <p:sp>
          <p:nvSpPr>
            <p:cNvPr id="1196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7" name="2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201" name="4"/>
          <p:cNvGrpSpPr/>
          <p:nvPr/>
        </p:nvGrpSpPr>
        <p:grpSpPr>
          <a:xfrm>
            <a:off x="5244725" y="11923923"/>
            <a:ext cx="369517" cy="383519"/>
            <a:chOff x="0" y="0"/>
            <a:chExt cx="369516" cy="383518"/>
          </a:xfrm>
        </p:grpSpPr>
        <p:sp>
          <p:nvSpPr>
            <p:cNvPr id="119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0" name="4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4</a:t>
              </a:r>
            </a:p>
          </p:txBody>
        </p:sp>
      </p:grpSp>
      <p:grpSp>
        <p:nvGrpSpPr>
          <p:cNvPr id="1204" name="3"/>
          <p:cNvGrpSpPr/>
          <p:nvPr/>
        </p:nvGrpSpPr>
        <p:grpSpPr>
          <a:xfrm>
            <a:off x="6029723" y="11923923"/>
            <a:ext cx="369517" cy="383519"/>
            <a:chOff x="0" y="0"/>
            <a:chExt cx="369516" cy="383518"/>
          </a:xfrm>
        </p:grpSpPr>
        <p:sp>
          <p:nvSpPr>
            <p:cNvPr id="1202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3" name="3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207" name="1"/>
          <p:cNvGrpSpPr/>
          <p:nvPr/>
        </p:nvGrpSpPr>
        <p:grpSpPr>
          <a:xfrm>
            <a:off x="5636046" y="12531862"/>
            <a:ext cx="369517" cy="383519"/>
            <a:chOff x="0" y="0"/>
            <a:chExt cx="369516" cy="383518"/>
          </a:xfrm>
        </p:grpSpPr>
        <p:sp>
          <p:nvSpPr>
            <p:cNvPr id="1205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6" name="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210" name="10"/>
          <p:cNvGrpSpPr/>
          <p:nvPr/>
        </p:nvGrpSpPr>
        <p:grpSpPr>
          <a:xfrm>
            <a:off x="5858298" y="10651021"/>
            <a:ext cx="369517" cy="383519"/>
            <a:chOff x="0" y="0"/>
            <a:chExt cx="369516" cy="383518"/>
          </a:xfrm>
        </p:grpSpPr>
        <p:sp>
          <p:nvSpPr>
            <p:cNvPr id="1208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9" name="10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sp>
        <p:nvSpPr>
          <p:cNvPr id="1211" name="Dribbling winger nr. 07 &amp; 11"/>
          <p:cNvSpPr txBox="1"/>
          <p:nvPr/>
        </p:nvSpPr>
        <p:spPr>
          <a:xfrm>
            <a:off x="374971" y="10045556"/>
            <a:ext cx="3397918" cy="1122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7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3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Dribbling winger nr. 07 &amp; 11</a:t>
            </a:r>
          </a:p>
        </p:txBody>
      </p:sp>
      <p:sp>
        <p:nvSpPr>
          <p:cNvPr id="1212" name="TextBox 31"/>
          <p:cNvSpPr txBox="1"/>
          <p:nvPr/>
        </p:nvSpPr>
        <p:spPr>
          <a:xfrm>
            <a:off x="2609789" y="11554262"/>
            <a:ext cx="1556417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</p:txBody>
      </p:sp>
      <p:pic>
        <p:nvPicPr>
          <p:cNvPr id="1213" name="Logo_Scisports.png" descr="Logo_Scisports.png">
            <a:hlinkClick r:id="rId2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rcRect l="37777" t="0" r="0" b="0"/>
          <a:stretch>
            <a:fillRect/>
          </a:stretch>
        </p:blipFill>
        <p:spPr>
          <a:xfrm>
            <a:off x="16586944" y="785320"/>
            <a:ext cx="922534" cy="510944"/>
          </a:xfrm>
          <a:prstGeom prst="rect">
            <a:avLst/>
          </a:prstGeom>
          <a:ln w="12700">
            <a:miter lim="400000"/>
          </a:ln>
        </p:spPr>
      </p:pic>
      <p:sp>
        <p:nvSpPr>
          <p:cNvPr id="1214" name="Browse…"/>
          <p:cNvSpPr/>
          <p:nvPr/>
        </p:nvSpPr>
        <p:spPr>
          <a:xfrm>
            <a:off x="463550" y="296333"/>
            <a:ext cx="1397069" cy="1397069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Browse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Foto</a:t>
            </a:r>
          </a:p>
        </p:txBody>
      </p:sp>
      <p:sp>
        <p:nvSpPr>
          <p:cNvPr id="1215" name="Agility"/>
          <p:cNvSpPr txBox="1"/>
          <p:nvPr/>
        </p:nvSpPr>
        <p:spPr>
          <a:xfrm>
            <a:off x="16840336" y="6522515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216" name="Shooting from distance"/>
          <p:cNvSpPr txBox="1"/>
          <p:nvPr/>
        </p:nvSpPr>
        <p:spPr>
          <a:xfrm>
            <a:off x="16858499" y="6029135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Shooting from distance</a:t>
            </a:r>
          </a:p>
        </p:txBody>
      </p:sp>
      <p:sp>
        <p:nvSpPr>
          <p:cNvPr id="1217" name="Crosses"/>
          <p:cNvSpPr txBox="1"/>
          <p:nvPr/>
        </p:nvSpPr>
        <p:spPr>
          <a:xfrm>
            <a:off x="16858499" y="5549128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Crosses</a:t>
            </a:r>
          </a:p>
        </p:txBody>
      </p:sp>
      <p:sp>
        <p:nvSpPr>
          <p:cNvPr id="1218" name="Composure"/>
          <p:cNvSpPr txBox="1"/>
          <p:nvPr/>
        </p:nvSpPr>
        <p:spPr>
          <a:xfrm>
            <a:off x="16858499" y="5043177"/>
            <a:ext cx="3000827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219" name="Dribbling past opponent"/>
          <p:cNvSpPr txBox="1"/>
          <p:nvPr/>
        </p:nvSpPr>
        <p:spPr>
          <a:xfrm>
            <a:off x="16858499" y="4555741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Dribbling past opponent</a:t>
            </a:r>
          </a:p>
        </p:txBody>
      </p:sp>
      <p:sp>
        <p:nvSpPr>
          <p:cNvPr id="1220" name="Speed"/>
          <p:cNvSpPr txBox="1"/>
          <p:nvPr/>
        </p:nvSpPr>
        <p:spPr>
          <a:xfrm>
            <a:off x="16840336" y="6982142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1221" name="Flair"/>
          <p:cNvSpPr txBox="1"/>
          <p:nvPr/>
        </p:nvSpPr>
        <p:spPr>
          <a:xfrm>
            <a:off x="16840336" y="7485898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1222" name="Bravery"/>
          <p:cNvSpPr txBox="1"/>
          <p:nvPr/>
        </p:nvSpPr>
        <p:spPr>
          <a:xfrm>
            <a:off x="16840336" y="7931025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223" name="Ster"/>
          <p:cNvSpPr/>
          <p:nvPr/>
        </p:nvSpPr>
        <p:spPr>
          <a:xfrm>
            <a:off x="20514416" y="65034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24" name="Ster"/>
          <p:cNvSpPr/>
          <p:nvPr/>
        </p:nvSpPr>
        <p:spPr>
          <a:xfrm>
            <a:off x="20853004" y="65034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25" name="Ster"/>
          <p:cNvSpPr/>
          <p:nvPr/>
        </p:nvSpPr>
        <p:spPr>
          <a:xfrm>
            <a:off x="21191594" y="65034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26" name="Ster"/>
          <p:cNvSpPr/>
          <p:nvPr/>
        </p:nvSpPr>
        <p:spPr>
          <a:xfrm>
            <a:off x="21530183" y="65034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27" name="Ster"/>
          <p:cNvSpPr/>
          <p:nvPr/>
        </p:nvSpPr>
        <p:spPr>
          <a:xfrm>
            <a:off x="21864032" y="65034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28" name="Ster"/>
          <p:cNvSpPr/>
          <p:nvPr/>
        </p:nvSpPr>
        <p:spPr>
          <a:xfrm>
            <a:off x="22202621" y="65034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29" name="Ster"/>
          <p:cNvSpPr/>
          <p:nvPr/>
        </p:nvSpPr>
        <p:spPr>
          <a:xfrm>
            <a:off x="22541211" y="65034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0" name="Ster"/>
          <p:cNvSpPr/>
          <p:nvPr/>
        </p:nvSpPr>
        <p:spPr>
          <a:xfrm>
            <a:off x="22879800" y="65034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1" name="Ster"/>
          <p:cNvSpPr/>
          <p:nvPr/>
        </p:nvSpPr>
        <p:spPr>
          <a:xfrm>
            <a:off x="23214389" y="65034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2" name="Ster"/>
          <p:cNvSpPr/>
          <p:nvPr/>
        </p:nvSpPr>
        <p:spPr>
          <a:xfrm>
            <a:off x="23552977" y="65034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3" name="Ster"/>
          <p:cNvSpPr/>
          <p:nvPr/>
        </p:nvSpPr>
        <p:spPr>
          <a:xfrm>
            <a:off x="20518222" y="602401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4" name="Ster"/>
          <p:cNvSpPr/>
          <p:nvPr/>
        </p:nvSpPr>
        <p:spPr>
          <a:xfrm>
            <a:off x="20856810" y="602401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5" name="Ster"/>
          <p:cNvSpPr/>
          <p:nvPr/>
        </p:nvSpPr>
        <p:spPr>
          <a:xfrm>
            <a:off x="21195400" y="602401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6" name="Ster"/>
          <p:cNvSpPr/>
          <p:nvPr/>
        </p:nvSpPr>
        <p:spPr>
          <a:xfrm>
            <a:off x="21533989" y="602401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7" name="Ster"/>
          <p:cNvSpPr/>
          <p:nvPr/>
        </p:nvSpPr>
        <p:spPr>
          <a:xfrm>
            <a:off x="21867838" y="602401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8" name="Ster"/>
          <p:cNvSpPr/>
          <p:nvPr/>
        </p:nvSpPr>
        <p:spPr>
          <a:xfrm>
            <a:off x="22206427" y="602401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39" name="Ster"/>
          <p:cNvSpPr/>
          <p:nvPr/>
        </p:nvSpPr>
        <p:spPr>
          <a:xfrm>
            <a:off x="22545017" y="602401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0" name="Ster"/>
          <p:cNvSpPr/>
          <p:nvPr/>
        </p:nvSpPr>
        <p:spPr>
          <a:xfrm>
            <a:off x="22883606" y="602401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1" name="Ster"/>
          <p:cNvSpPr/>
          <p:nvPr/>
        </p:nvSpPr>
        <p:spPr>
          <a:xfrm>
            <a:off x="23218195" y="602401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2" name="Ster"/>
          <p:cNvSpPr/>
          <p:nvPr/>
        </p:nvSpPr>
        <p:spPr>
          <a:xfrm>
            <a:off x="23556783" y="602401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3" name="Ster"/>
          <p:cNvSpPr/>
          <p:nvPr/>
        </p:nvSpPr>
        <p:spPr>
          <a:xfrm>
            <a:off x="20523469" y="504058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4" name="Ster"/>
          <p:cNvSpPr/>
          <p:nvPr/>
        </p:nvSpPr>
        <p:spPr>
          <a:xfrm>
            <a:off x="20862058" y="504058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5" name="Ster"/>
          <p:cNvSpPr/>
          <p:nvPr/>
        </p:nvSpPr>
        <p:spPr>
          <a:xfrm>
            <a:off x="21200647" y="504058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6" name="Ster"/>
          <p:cNvSpPr/>
          <p:nvPr/>
        </p:nvSpPr>
        <p:spPr>
          <a:xfrm>
            <a:off x="21539235" y="504058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7" name="Ster"/>
          <p:cNvSpPr/>
          <p:nvPr/>
        </p:nvSpPr>
        <p:spPr>
          <a:xfrm>
            <a:off x="21873086" y="504058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8" name="Ster"/>
          <p:cNvSpPr/>
          <p:nvPr/>
        </p:nvSpPr>
        <p:spPr>
          <a:xfrm>
            <a:off x="22211675" y="504058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49" name="Ster"/>
          <p:cNvSpPr/>
          <p:nvPr/>
        </p:nvSpPr>
        <p:spPr>
          <a:xfrm>
            <a:off x="22550263" y="504058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0" name="Ster"/>
          <p:cNvSpPr/>
          <p:nvPr/>
        </p:nvSpPr>
        <p:spPr>
          <a:xfrm>
            <a:off x="22888852" y="504058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1" name="Ster"/>
          <p:cNvSpPr/>
          <p:nvPr/>
        </p:nvSpPr>
        <p:spPr>
          <a:xfrm>
            <a:off x="23223442" y="504058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2" name="Ster"/>
          <p:cNvSpPr/>
          <p:nvPr/>
        </p:nvSpPr>
        <p:spPr>
          <a:xfrm>
            <a:off x="23562031" y="504058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3" name="Ster"/>
          <p:cNvSpPr/>
          <p:nvPr/>
        </p:nvSpPr>
        <p:spPr>
          <a:xfrm>
            <a:off x="20523469" y="55353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4" name="Ster"/>
          <p:cNvSpPr/>
          <p:nvPr/>
        </p:nvSpPr>
        <p:spPr>
          <a:xfrm>
            <a:off x="20862058" y="55353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5" name="Ster"/>
          <p:cNvSpPr/>
          <p:nvPr/>
        </p:nvSpPr>
        <p:spPr>
          <a:xfrm>
            <a:off x="21200647" y="55353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6" name="Ster"/>
          <p:cNvSpPr/>
          <p:nvPr/>
        </p:nvSpPr>
        <p:spPr>
          <a:xfrm>
            <a:off x="21539235" y="55353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7" name="Ster"/>
          <p:cNvSpPr/>
          <p:nvPr/>
        </p:nvSpPr>
        <p:spPr>
          <a:xfrm>
            <a:off x="21873086" y="55353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8" name="Ster"/>
          <p:cNvSpPr/>
          <p:nvPr/>
        </p:nvSpPr>
        <p:spPr>
          <a:xfrm>
            <a:off x="22211675" y="55353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59" name="Ster"/>
          <p:cNvSpPr/>
          <p:nvPr/>
        </p:nvSpPr>
        <p:spPr>
          <a:xfrm>
            <a:off x="22550263" y="55353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0" name="Ster"/>
          <p:cNvSpPr/>
          <p:nvPr/>
        </p:nvSpPr>
        <p:spPr>
          <a:xfrm>
            <a:off x="22888852" y="55353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1" name="Ster"/>
          <p:cNvSpPr/>
          <p:nvPr/>
        </p:nvSpPr>
        <p:spPr>
          <a:xfrm>
            <a:off x="23223442" y="55353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2" name="Ster"/>
          <p:cNvSpPr/>
          <p:nvPr/>
        </p:nvSpPr>
        <p:spPr>
          <a:xfrm>
            <a:off x="23562031" y="55353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3" name="Ster"/>
          <p:cNvSpPr/>
          <p:nvPr/>
        </p:nvSpPr>
        <p:spPr>
          <a:xfrm>
            <a:off x="20523469" y="45537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4" name="Ster"/>
          <p:cNvSpPr/>
          <p:nvPr/>
        </p:nvSpPr>
        <p:spPr>
          <a:xfrm>
            <a:off x="20862058" y="45537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5" name="Ster"/>
          <p:cNvSpPr/>
          <p:nvPr/>
        </p:nvSpPr>
        <p:spPr>
          <a:xfrm>
            <a:off x="21200647" y="45537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6" name="Ster"/>
          <p:cNvSpPr/>
          <p:nvPr/>
        </p:nvSpPr>
        <p:spPr>
          <a:xfrm>
            <a:off x="21539235" y="45537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7" name="Ster"/>
          <p:cNvSpPr/>
          <p:nvPr/>
        </p:nvSpPr>
        <p:spPr>
          <a:xfrm>
            <a:off x="21873086" y="45537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8" name="Ster"/>
          <p:cNvSpPr/>
          <p:nvPr/>
        </p:nvSpPr>
        <p:spPr>
          <a:xfrm>
            <a:off x="22211675" y="45537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9" name="Ster"/>
          <p:cNvSpPr/>
          <p:nvPr/>
        </p:nvSpPr>
        <p:spPr>
          <a:xfrm>
            <a:off x="22550263" y="45537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0" name="Ster"/>
          <p:cNvSpPr/>
          <p:nvPr/>
        </p:nvSpPr>
        <p:spPr>
          <a:xfrm>
            <a:off x="22888852" y="45537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1" name="Ster"/>
          <p:cNvSpPr/>
          <p:nvPr/>
        </p:nvSpPr>
        <p:spPr>
          <a:xfrm>
            <a:off x="23223442" y="455376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2" name="Ster"/>
          <p:cNvSpPr/>
          <p:nvPr/>
        </p:nvSpPr>
        <p:spPr>
          <a:xfrm>
            <a:off x="23562031" y="455376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3" name="Ster"/>
          <p:cNvSpPr/>
          <p:nvPr/>
        </p:nvSpPr>
        <p:spPr>
          <a:xfrm>
            <a:off x="20514416" y="698842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4" name="Ster"/>
          <p:cNvSpPr/>
          <p:nvPr/>
        </p:nvSpPr>
        <p:spPr>
          <a:xfrm>
            <a:off x="20853004" y="698842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5" name="Ster"/>
          <p:cNvSpPr/>
          <p:nvPr/>
        </p:nvSpPr>
        <p:spPr>
          <a:xfrm>
            <a:off x="21191594" y="698842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6" name="Ster"/>
          <p:cNvSpPr/>
          <p:nvPr/>
        </p:nvSpPr>
        <p:spPr>
          <a:xfrm>
            <a:off x="21530183" y="698842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7" name="Ster"/>
          <p:cNvSpPr/>
          <p:nvPr/>
        </p:nvSpPr>
        <p:spPr>
          <a:xfrm>
            <a:off x="21864032" y="698842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8" name="Ster"/>
          <p:cNvSpPr/>
          <p:nvPr/>
        </p:nvSpPr>
        <p:spPr>
          <a:xfrm>
            <a:off x="22202621" y="698842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9" name="Ster"/>
          <p:cNvSpPr/>
          <p:nvPr/>
        </p:nvSpPr>
        <p:spPr>
          <a:xfrm>
            <a:off x="22541211" y="698842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0" name="Ster"/>
          <p:cNvSpPr/>
          <p:nvPr/>
        </p:nvSpPr>
        <p:spPr>
          <a:xfrm>
            <a:off x="22879800" y="698842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1" name="Ster"/>
          <p:cNvSpPr/>
          <p:nvPr/>
        </p:nvSpPr>
        <p:spPr>
          <a:xfrm>
            <a:off x="23214389" y="698842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2" name="Ster"/>
          <p:cNvSpPr/>
          <p:nvPr/>
        </p:nvSpPr>
        <p:spPr>
          <a:xfrm>
            <a:off x="23552977" y="698842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3" name="Ster"/>
          <p:cNvSpPr/>
          <p:nvPr/>
        </p:nvSpPr>
        <p:spPr>
          <a:xfrm>
            <a:off x="20514416" y="746678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4" name="Ster"/>
          <p:cNvSpPr/>
          <p:nvPr/>
        </p:nvSpPr>
        <p:spPr>
          <a:xfrm>
            <a:off x="20853004" y="746678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5" name="Ster"/>
          <p:cNvSpPr/>
          <p:nvPr/>
        </p:nvSpPr>
        <p:spPr>
          <a:xfrm>
            <a:off x="21191594" y="746678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6" name="Ster"/>
          <p:cNvSpPr/>
          <p:nvPr/>
        </p:nvSpPr>
        <p:spPr>
          <a:xfrm>
            <a:off x="21530183" y="746678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7" name="Ster"/>
          <p:cNvSpPr/>
          <p:nvPr/>
        </p:nvSpPr>
        <p:spPr>
          <a:xfrm>
            <a:off x="21864032" y="746678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8" name="Ster"/>
          <p:cNvSpPr/>
          <p:nvPr/>
        </p:nvSpPr>
        <p:spPr>
          <a:xfrm>
            <a:off x="22202621" y="746678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9" name="Ster"/>
          <p:cNvSpPr/>
          <p:nvPr/>
        </p:nvSpPr>
        <p:spPr>
          <a:xfrm>
            <a:off x="22541211" y="746678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0" name="Ster"/>
          <p:cNvSpPr/>
          <p:nvPr/>
        </p:nvSpPr>
        <p:spPr>
          <a:xfrm>
            <a:off x="22879800" y="746678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1" name="Ster"/>
          <p:cNvSpPr/>
          <p:nvPr/>
        </p:nvSpPr>
        <p:spPr>
          <a:xfrm>
            <a:off x="23214389" y="746678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2" name="Ster"/>
          <p:cNvSpPr/>
          <p:nvPr/>
        </p:nvSpPr>
        <p:spPr>
          <a:xfrm>
            <a:off x="23552977" y="746678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3" name="Ster"/>
          <p:cNvSpPr/>
          <p:nvPr/>
        </p:nvSpPr>
        <p:spPr>
          <a:xfrm>
            <a:off x="20514416" y="7924612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4" name="Ster"/>
          <p:cNvSpPr/>
          <p:nvPr/>
        </p:nvSpPr>
        <p:spPr>
          <a:xfrm>
            <a:off x="20853004" y="7924612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5" name="Ster"/>
          <p:cNvSpPr/>
          <p:nvPr/>
        </p:nvSpPr>
        <p:spPr>
          <a:xfrm>
            <a:off x="21191594" y="7924612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6" name="Ster"/>
          <p:cNvSpPr/>
          <p:nvPr/>
        </p:nvSpPr>
        <p:spPr>
          <a:xfrm>
            <a:off x="21530183" y="7924612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7" name="Ster"/>
          <p:cNvSpPr/>
          <p:nvPr/>
        </p:nvSpPr>
        <p:spPr>
          <a:xfrm>
            <a:off x="21864032" y="7924612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8" name="Ster"/>
          <p:cNvSpPr/>
          <p:nvPr/>
        </p:nvSpPr>
        <p:spPr>
          <a:xfrm>
            <a:off x="22202621" y="7924612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9" name="Ster"/>
          <p:cNvSpPr/>
          <p:nvPr/>
        </p:nvSpPr>
        <p:spPr>
          <a:xfrm>
            <a:off x="22541211" y="7924612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0" name="Ster"/>
          <p:cNvSpPr/>
          <p:nvPr/>
        </p:nvSpPr>
        <p:spPr>
          <a:xfrm>
            <a:off x="22879800" y="7924612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1" name="Ster"/>
          <p:cNvSpPr/>
          <p:nvPr/>
        </p:nvSpPr>
        <p:spPr>
          <a:xfrm>
            <a:off x="23214389" y="7924612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2" name="Ster"/>
          <p:cNvSpPr/>
          <p:nvPr/>
        </p:nvSpPr>
        <p:spPr>
          <a:xfrm>
            <a:off x="23552977" y="7924612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chemeClr val="accent5"/>
            </a:gs>
            <a:gs pos="100000">
              <a:schemeClr val="accent5">
                <a:lumOff val="-29866"/>
              </a:schemeClr>
            </a:gs>
          </a:gsLst>
          <a:lin ang="54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4" name="Tabel 1"/>
          <p:cNvGraphicFramePr/>
          <p:nvPr/>
        </p:nvGraphicFramePr>
        <p:xfrm>
          <a:off x="4052286" y="673006"/>
          <a:ext cx="17879300" cy="1238268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573319"/>
                <a:gridCol w="3573319"/>
                <a:gridCol w="4482413"/>
                <a:gridCol w="2664226"/>
                <a:gridCol w="3573319"/>
              </a:tblGrid>
              <a:tr h="1030832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DW #7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Vermenigvuldigingsfactor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Resultaat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Dribbling past opponent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Composure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Crosses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Shooting from distance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Agility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Speed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Flair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Bravery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030832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Gemiddelde 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0,00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9"/>
          <p:cNvSpPr/>
          <p:nvPr/>
        </p:nvSpPr>
        <p:spPr>
          <a:xfrm>
            <a:off x="20427404" y="495506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307" name="11"/>
          <p:cNvSpPr/>
          <p:nvPr/>
        </p:nvSpPr>
        <p:spPr>
          <a:xfrm>
            <a:off x="18995767" y="5275320"/>
            <a:ext cx="657473" cy="682385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7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308" name="7"/>
          <p:cNvSpPr/>
          <p:nvPr/>
        </p:nvSpPr>
        <p:spPr>
          <a:xfrm>
            <a:off x="21859042" y="5275320"/>
            <a:ext cx="657473" cy="682385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309" name="5"/>
          <p:cNvSpPr/>
          <p:nvPr/>
        </p:nvSpPr>
        <p:spPr>
          <a:xfrm>
            <a:off x="18900818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310" name="2"/>
          <p:cNvSpPr/>
          <p:nvPr/>
        </p:nvSpPr>
        <p:spPr>
          <a:xfrm>
            <a:off x="21985640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11" name="4"/>
          <p:cNvSpPr/>
          <p:nvPr/>
        </p:nvSpPr>
        <p:spPr>
          <a:xfrm>
            <a:off x="19731139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12" name="3"/>
          <p:cNvSpPr/>
          <p:nvPr/>
        </p:nvSpPr>
        <p:spPr>
          <a:xfrm>
            <a:off x="21127868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13" name="1"/>
          <p:cNvSpPr/>
          <p:nvPr/>
        </p:nvSpPr>
        <p:spPr>
          <a:xfrm>
            <a:off x="20427404" y="9762007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14" name="6"/>
          <p:cNvSpPr/>
          <p:nvPr/>
        </p:nvSpPr>
        <p:spPr>
          <a:xfrm>
            <a:off x="20653123" y="7600564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315" name="8"/>
          <p:cNvSpPr/>
          <p:nvPr/>
        </p:nvSpPr>
        <p:spPr>
          <a:xfrm>
            <a:off x="19920776" y="691404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316" name="10"/>
          <p:cNvSpPr/>
          <p:nvPr/>
        </p:nvSpPr>
        <p:spPr>
          <a:xfrm>
            <a:off x="20933539" y="6424333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6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317" name="Dribbling winger #07 #11"/>
          <p:cNvSpPr txBox="1"/>
          <p:nvPr/>
        </p:nvSpPr>
        <p:spPr>
          <a:xfrm>
            <a:off x="2542804" y="43415"/>
            <a:ext cx="11134957" cy="9271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8100" dist="57611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b="1" cap="all" sz="6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Dribbling winger #07 #11</a:t>
            </a:r>
          </a:p>
        </p:txBody>
      </p:sp>
      <p:sp>
        <p:nvSpPr>
          <p:cNvPr id="1318" name="TextBox 17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2655883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Dribbling past opponent</a:t>
            </a:r>
          </a:p>
        </p:txBody>
      </p:sp>
      <p:sp>
        <p:nvSpPr>
          <p:cNvPr id="1319" name="TextBox 17">
            <a:hlinkClick r:id="rId3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CROSSES</a:t>
            </a:r>
          </a:p>
        </p:txBody>
      </p:sp>
      <p:sp>
        <p:nvSpPr>
          <p:cNvPr id="1320" name="TextBox 17">
            <a:hlinkClick r:id="rId4" invalidUrl="" action="ppaction://hlinksldjump" tgtFrame="" tooltip="" history="1" highlightClick="0" endSnd="0"/>
          </p:cNvPr>
          <p:cNvSpPr txBox="1"/>
          <p:nvPr/>
        </p:nvSpPr>
        <p:spPr>
          <a:xfrm>
            <a:off x="2655883" y="11012116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Shooting from distance</a:t>
            </a:r>
          </a:p>
        </p:txBody>
      </p:sp>
      <p:sp>
        <p:nvSpPr>
          <p:cNvPr id="1321" name="TextBox 17">
            <a:hlinkClick r:id="rId5" invalidUrl="" action="ppaction://hlinksldjump" tgtFrame="" tooltip="" history="1" highlightClick="0" endSnd="0"/>
          </p:cNvPr>
          <p:cNvSpPr txBox="1"/>
          <p:nvPr/>
        </p:nvSpPr>
        <p:spPr>
          <a:xfrm>
            <a:off x="7543989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322" name="TextBox 17">
            <a:hlinkClick r:id="rId6" invalidUrl="" action="ppaction://hlinksldjump" tgtFrame="" tooltip="" history="1" highlightClick="0" endSnd="0"/>
          </p:cNvPr>
          <p:cNvSpPr txBox="1"/>
          <p:nvPr/>
        </p:nvSpPr>
        <p:spPr>
          <a:xfrm>
            <a:off x="7543989" y="9944284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1323" name="TextBox 17">
            <a:hlinkClick r:id="rId7" invalidUrl="" action="ppaction://hlinksldjump" tgtFrame="" tooltip="" history="1" highlightClick="0" endSnd="0"/>
          </p:cNvPr>
          <p:cNvSpPr txBox="1"/>
          <p:nvPr/>
        </p:nvSpPr>
        <p:spPr>
          <a:xfrm>
            <a:off x="12421113" y="9944284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324" name="TextBox 17">
            <a:hlinkClick r:id="rId8" invalidUrl="" action="ppaction://hlinksldjump" tgtFrame="" tooltip="" history="1" highlightClick="0" endSnd="0"/>
          </p:cNvPr>
          <p:cNvSpPr txBox="1"/>
          <p:nvPr/>
        </p:nvSpPr>
        <p:spPr>
          <a:xfrm>
            <a:off x="2637385" y="7212448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325" name="TextBox 17">
            <a:hlinkClick r:id="rId9" invalidUrl="" action="ppaction://hlinksldjump" tgtFrame="" tooltip="" history="1" highlightClick="0" endSnd="0"/>
          </p:cNvPr>
          <p:cNvSpPr txBox="1"/>
          <p:nvPr/>
        </p:nvSpPr>
        <p:spPr>
          <a:xfrm>
            <a:off x="12421113" y="6149270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TextBox 17"/>
          <p:cNvSpPr txBox="1"/>
          <p:nvPr/>
        </p:nvSpPr>
        <p:spPr>
          <a:xfrm>
            <a:off x="250891" y="1017190"/>
            <a:ext cx="5883091" cy="949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7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Dribbling past opponent</a:t>
            </a:r>
          </a:p>
        </p:txBody>
      </p:sp>
      <p:sp>
        <p:nvSpPr>
          <p:cNvPr id="1328" name="TextBox 30"/>
          <p:cNvSpPr txBox="1"/>
          <p:nvPr/>
        </p:nvSpPr>
        <p:spPr>
          <a:xfrm>
            <a:off x="246924" y="2095790"/>
            <a:ext cx="5891025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“Dribble resulting a duel, after which player remains in possession, resulting in &gt;5m forwards displacement”</a:t>
            </a:r>
          </a:p>
        </p:txBody>
      </p:sp>
      <p:sp>
        <p:nvSpPr>
          <p:cNvPr id="1329" name="TextBox 31"/>
          <p:cNvSpPr txBox="1"/>
          <p:nvPr/>
        </p:nvSpPr>
        <p:spPr>
          <a:xfrm>
            <a:off x="449075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Tricks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or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- outside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Combination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30" name="TextBox 31"/>
          <p:cNvSpPr txBox="1"/>
          <p:nvPr/>
        </p:nvSpPr>
        <p:spPr>
          <a:xfrm>
            <a:off x="6439242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31" name="TextBox 30"/>
          <p:cNvSpPr txBox="1"/>
          <p:nvPr/>
        </p:nvSpPr>
        <p:spPr>
          <a:xfrm>
            <a:off x="6232100" y="2357410"/>
            <a:ext cx="5891026" cy="1102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1332" name="TextBox 17"/>
          <p:cNvSpPr txBox="1"/>
          <p:nvPr/>
        </p:nvSpPr>
        <p:spPr>
          <a:xfrm>
            <a:off x="6233952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333" name="TextBox 31"/>
          <p:cNvSpPr txBox="1"/>
          <p:nvPr/>
        </p:nvSpPr>
        <p:spPr>
          <a:xfrm>
            <a:off x="18441305" y="4585372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shot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Short or deep angle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34" name="TextBox 30"/>
          <p:cNvSpPr txBox="1"/>
          <p:nvPr/>
        </p:nvSpPr>
        <p:spPr>
          <a:xfrm>
            <a:off x="18203191" y="2502190"/>
            <a:ext cx="5891026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from open play from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the score box”</a:t>
            </a:r>
          </a:p>
        </p:txBody>
      </p:sp>
      <p:sp>
        <p:nvSpPr>
          <p:cNvPr id="1335" name="TextBox 17"/>
          <p:cNvSpPr txBox="1"/>
          <p:nvPr/>
        </p:nvSpPr>
        <p:spPr>
          <a:xfrm>
            <a:off x="18205043" y="1269210"/>
            <a:ext cx="587832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Shooting from distance</a:t>
            </a:r>
          </a:p>
        </p:txBody>
      </p:sp>
      <p:sp>
        <p:nvSpPr>
          <p:cNvPr id="1336" name="TextBox 31"/>
          <p:cNvSpPr txBox="1"/>
          <p:nvPr/>
        </p:nvSpPr>
        <p:spPr>
          <a:xfrm>
            <a:off x="480211" y="10841514"/>
            <a:ext cx="3913231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37" name="TextBox 30"/>
          <p:cNvSpPr txBox="1"/>
          <p:nvPr/>
        </p:nvSpPr>
        <p:spPr>
          <a:xfrm>
            <a:off x="239779" y="8318060"/>
            <a:ext cx="5891026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1338" name="TextBox 17"/>
          <p:cNvSpPr txBox="1"/>
          <p:nvPr/>
        </p:nvSpPr>
        <p:spPr>
          <a:xfrm>
            <a:off x="241631" y="745338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339" name="TextBox 31"/>
          <p:cNvSpPr txBox="1"/>
          <p:nvPr/>
        </p:nvSpPr>
        <p:spPr>
          <a:xfrm>
            <a:off x="6445592" y="10841514"/>
            <a:ext cx="3780774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Stride length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Big / small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First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40" name="TextBox 30"/>
          <p:cNvSpPr txBox="1"/>
          <p:nvPr/>
        </p:nvSpPr>
        <p:spPr>
          <a:xfrm>
            <a:off x="6231304" y="8729180"/>
            <a:ext cx="5891026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“Top speed and acceleration capabilities”</a:t>
            </a:r>
          </a:p>
        </p:txBody>
      </p:sp>
      <p:sp>
        <p:nvSpPr>
          <p:cNvPr id="1341" name="TextBox 17"/>
          <p:cNvSpPr txBox="1"/>
          <p:nvPr/>
        </p:nvSpPr>
        <p:spPr>
          <a:xfrm>
            <a:off x="6233156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1342" name="TextBox 31"/>
          <p:cNvSpPr txBox="1"/>
          <p:nvPr/>
        </p:nvSpPr>
        <p:spPr>
          <a:xfrm>
            <a:off x="12446623" y="10841514"/>
            <a:ext cx="4087013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43" name="TextBox 30"/>
          <p:cNvSpPr txBox="1"/>
          <p:nvPr/>
        </p:nvSpPr>
        <p:spPr>
          <a:xfrm>
            <a:off x="12221471" y="852598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1344" name="TextBox 17"/>
          <p:cNvSpPr txBox="1"/>
          <p:nvPr/>
        </p:nvSpPr>
        <p:spPr>
          <a:xfrm>
            <a:off x="12223323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1345" name="TextBox 31"/>
          <p:cNvSpPr txBox="1"/>
          <p:nvPr/>
        </p:nvSpPr>
        <p:spPr>
          <a:xfrm>
            <a:off x="18447655" y="10841514"/>
            <a:ext cx="3913231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46" name="TextBox 30"/>
          <p:cNvSpPr txBox="1"/>
          <p:nvPr/>
        </p:nvSpPr>
        <p:spPr>
          <a:xfrm>
            <a:off x="18202395" y="852598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1347" name="TextBox 17"/>
          <p:cNvSpPr txBox="1"/>
          <p:nvPr/>
        </p:nvSpPr>
        <p:spPr>
          <a:xfrm>
            <a:off x="18204248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348" name="TextBox 17"/>
          <p:cNvSpPr txBox="1"/>
          <p:nvPr/>
        </p:nvSpPr>
        <p:spPr>
          <a:xfrm>
            <a:off x="12224118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Crosses</a:t>
            </a:r>
          </a:p>
        </p:txBody>
      </p:sp>
      <p:sp>
        <p:nvSpPr>
          <p:cNvPr id="1349" name="TextBox 31"/>
          <p:cNvSpPr txBox="1"/>
          <p:nvPr/>
        </p:nvSpPr>
        <p:spPr>
          <a:xfrm>
            <a:off x="12440273" y="4585372"/>
            <a:ext cx="4099713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Cross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cross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50" name="TextBox 30"/>
          <p:cNvSpPr txBox="1"/>
          <p:nvPr/>
        </p:nvSpPr>
        <p:spPr>
          <a:xfrm>
            <a:off x="12206937" y="2095790"/>
            <a:ext cx="5891025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“Open play pass, from outside the score box in the flank zones in the final third, into the central zone of the score box”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1500">
        <p14:flip dir="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53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54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55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56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57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58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59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60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61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62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63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64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67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68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69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70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71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72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73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74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75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76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77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78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81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2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3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4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5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6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7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8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89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0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1" name="Crosses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Crosses</a:t>
            </a:r>
          </a:p>
        </p:txBody>
      </p:sp>
      <p:pic>
        <p:nvPicPr>
          <p:cNvPr id="1392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93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96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7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8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9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0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1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2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3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4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5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6" name="Shooting…"/>
          <p:cNvSpPr txBox="1"/>
          <p:nvPr/>
        </p:nvSpPr>
        <p:spPr>
          <a:xfrm>
            <a:off x="19522346" y="316792"/>
            <a:ext cx="22098604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Shooting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distance</a:t>
            </a:r>
          </a:p>
        </p:txBody>
      </p:sp>
      <p:pic>
        <p:nvPicPr>
          <p:cNvPr id="1407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08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11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2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3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4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5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6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7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8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9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0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21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22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25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6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7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8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9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0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1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2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3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4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35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36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39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0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1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2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3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4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5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6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7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8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49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50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53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4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5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6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7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8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9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0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1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2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63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64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TextBox 28"/>
          <p:cNvSpPr txBox="1"/>
          <p:nvPr/>
        </p:nvSpPr>
        <p:spPr>
          <a:xfrm>
            <a:off x="14881271" y="8777643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