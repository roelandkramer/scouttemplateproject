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Shape 9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6" name="Shape 9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Relationship Id="rId3" Type="http://schemas.openxmlformats.org/officeDocument/2006/relationships/image" Target="../media/image4.png"/><Relationship Id="rId4" Type="http://schemas.openxmlformats.org/officeDocument/2006/relationships/image" Target="../media/image1.tif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V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(V)</a:t>
            </a:r>
          </a:p>
        </p:txBody>
      </p:sp>
      <p:sp>
        <p:nvSpPr>
          <p:cNvPr id="39" name="TextBox 30"/>
          <p:cNvSpPr txBox="1"/>
          <p:nvPr/>
        </p:nvSpPr>
        <p:spPr>
          <a:xfrm>
            <a:off x="19855643" y="2087268"/>
            <a:ext cx="4159834" cy="103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40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ef Kopp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7" name="Defensief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Defensief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koppen</a:t>
            </a:r>
          </a:p>
        </p:txBody>
      </p:sp>
      <p:sp>
        <p:nvSpPr>
          <p:cNvPr id="58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“Kopduel winnen op eigen helft/ in eigen 16m”</a:t>
            </a:r>
          </a:p>
        </p:txBody>
      </p:sp>
      <p:sp>
        <p:nvSpPr>
          <p:cNvPr id="59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keuze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Duelkracht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 sprong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Slimheid / gogme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Sprongkracht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7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5" name="Offensiev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Offensieve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7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77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elen met bal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93" name="Dribbelen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Dribbelen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met bal</a:t>
            </a:r>
          </a:p>
        </p:txBody>
      </p:sp>
      <p:sp>
        <p:nvSpPr>
          <p:cNvPr id="94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95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uelkracht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11" name="Duelkracht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112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11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nelheid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29" name="Snelhei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3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3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orzettingsvermog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47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48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14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5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6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5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16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16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168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head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8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4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headers</a:t>
            </a:r>
          </a:p>
        </p:txBody>
      </p:sp>
      <p:sp>
        <p:nvSpPr>
          <p:cNvPr id="185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“Open play defensive air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challenge”</a:t>
            </a:r>
          </a:p>
        </p:txBody>
      </p:sp>
      <p:sp>
        <p:nvSpPr>
          <p:cNvPr id="186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Jumping power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of headers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Blocking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187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(ENG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0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03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206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0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2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2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224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22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2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40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4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24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24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4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5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60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262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26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6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78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79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28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28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8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3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94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295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6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297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8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01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299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00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02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5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6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7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8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1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2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4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316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317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318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319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9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0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3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32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3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334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5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38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336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37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39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0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1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2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4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5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6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9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0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1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2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353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354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355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356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4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5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7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381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382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383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384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385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386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387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5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397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398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399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3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404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405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406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407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408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3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4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416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418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422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423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424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425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427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28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429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430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43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9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43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444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8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9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1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2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3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5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6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57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58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59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0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1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2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3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64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5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6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7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8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9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0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1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2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73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7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86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48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0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0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0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0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1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2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3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4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5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16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1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7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525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526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528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9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530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32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53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541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542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543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544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545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546" name="H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7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548" name="Groei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550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551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552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553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Rechthoek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5" name="Rechthoek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6" name="Rechthoek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7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58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59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560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561" name="Lijn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Lijn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Lijn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4" name="Lijn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5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56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574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575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576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577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57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87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88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589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8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98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652843" y="11597034"/>
            <a:ext cx="1321258" cy="1825537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601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Afbeelding" descr="Afbeelding"/>
          <p:cNvPicPr>
            <a:picLocks noChangeAspect="1"/>
          </p:cNvPicPr>
          <p:nvPr/>
        </p:nvPicPr>
        <p:blipFill>
          <a:blip r:embed="rId2">
            <a:alphaModFix amt="16000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1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16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7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61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61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2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Afbeelding" descr="Afbeelding"/>
          <p:cNvPicPr>
            <a:picLocks noChangeAspect="1"/>
          </p:cNvPicPr>
          <p:nvPr/>
        </p:nvPicPr>
        <p:blipFill>
          <a:blip r:embed="rId2">
            <a:alphaModFix amt="16000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2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3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3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35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636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63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3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Afbeelding" descr="Afbeelding"/>
          <p:cNvPicPr>
            <a:picLocks noChangeAspect="1"/>
          </p:cNvPicPr>
          <p:nvPr/>
        </p:nvPicPr>
        <p:blipFill>
          <a:blip r:embed="rId2">
            <a:alphaModFix amt="16000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4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5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3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654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65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5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Afbeelding" descr="Afbeelding"/>
          <p:cNvPicPr>
            <a:picLocks noChangeAspect="1"/>
          </p:cNvPicPr>
          <p:nvPr/>
        </p:nvPicPr>
        <p:blipFill>
          <a:blip r:embed="rId2">
            <a:alphaModFix amt="16000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6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70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71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672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67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7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Afbeelding" descr="Afbeelding"/>
          <p:cNvPicPr>
            <a:picLocks noChangeAspect="1"/>
          </p:cNvPicPr>
          <p:nvPr/>
        </p:nvPicPr>
        <p:blipFill>
          <a:blip r:embed="rId2">
            <a:alphaModFix amt="16000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68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8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88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89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69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691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9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headers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Afbeelding" descr="Afbeelding"/>
          <p:cNvPicPr>
            <a:picLocks noChangeAspect="1"/>
          </p:cNvPicPr>
          <p:nvPr/>
        </p:nvPicPr>
        <p:blipFill>
          <a:blip r:embed="rId2">
            <a:alphaModFix amt="16000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0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06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07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headers</a:t>
            </a:r>
          </a:p>
        </p:txBody>
      </p:sp>
      <p:sp>
        <p:nvSpPr>
          <p:cNvPr id="708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“Open play defensive air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challenge”</a:t>
            </a:r>
          </a:p>
        </p:txBody>
      </p:sp>
      <p:sp>
        <p:nvSpPr>
          <p:cNvPr id="709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Jumping power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of headers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Blocking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1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Afbeelding" descr="Afbeelding"/>
          <p:cNvPicPr>
            <a:picLocks noChangeAspect="1"/>
          </p:cNvPicPr>
          <p:nvPr/>
        </p:nvPicPr>
        <p:blipFill>
          <a:blip r:embed="rId2">
            <a:alphaModFix amt="16000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1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2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5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72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72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2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 (EN)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6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7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8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9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40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741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2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3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4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5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7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8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9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0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1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2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3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4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5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6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7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8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9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0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61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2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3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4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5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6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7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8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9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70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7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back (L/R) #03 #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79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0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1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82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583054" y="331010"/>
            <a:ext cx="1211120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783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4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785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6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789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787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788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790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1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2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3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4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95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6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7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8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9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0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1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2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804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805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806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807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08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809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810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811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12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13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14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5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16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817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818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819" name="Centerback (l/r) #03 #04"/>
          <p:cNvSpPr txBox="1"/>
          <p:nvPr/>
        </p:nvSpPr>
        <p:spPr>
          <a:xfrm>
            <a:off x="25936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Centerback (l/r) #03 #04</a:t>
            </a:r>
          </a:p>
        </p:txBody>
      </p:sp>
      <p:sp>
        <p:nvSpPr>
          <p:cNvPr id="82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8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9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0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1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2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3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4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5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836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837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838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839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840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841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842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3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4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5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6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7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8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9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0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1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852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853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854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5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6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7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8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859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860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861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862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863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4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5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6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7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8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9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0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871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2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873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4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5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6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877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878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879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880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1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882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883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884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885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88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elcome page #03 #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03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901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902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904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5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pic>
        <p:nvPicPr>
          <p:cNvPr id="906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07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8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90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13.xml"/><Relationship Id="rId20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0.xml"/><Relationship Id="rId27" Type="http://schemas.openxmlformats.org/officeDocument/2006/relationships/slideLayout" Target="../slideLayouts/slideLayout21.xml"/><Relationship Id="rId28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23.xml"/><Relationship Id="rId30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28.xml"/><Relationship Id="rId35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0.xml"/><Relationship Id="rId37" Type="http://schemas.openxmlformats.org/officeDocument/2006/relationships/slideLayout" Target="../slideLayouts/slideLayout31.xml"/><Relationship Id="rId38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33.xml"/><Relationship Id="rId40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3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DA3832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3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sp>
        <p:nvSpPr>
          <p:cNvPr id="8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9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Logo FC Pro Vercelli 1892.svg.png" descr="Logo FC Pro Vercelli 1892.svg.png"/>
          <p:cNvPicPr>
            <a:picLocks noChangeAspect="1"/>
          </p:cNvPicPr>
          <p:nvPr/>
        </p:nvPicPr>
        <p:blipFill>
          <a:blip r:embed="rId6">
            <a:extLst/>
          </a:blip>
          <a:srcRect l="0" t="0" r="0" b="0"/>
          <a:stretch>
            <a:fillRect/>
          </a:stretch>
        </p:blipFill>
        <p:spPr>
          <a:xfrm>
            <a:off x="772309" y="11635487"/>
            <a:ext cx="1265608" cy="1748648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Naam presentatie</a:t>
            </a:r>
          </a:p>
        </p:txBody>
      </p:sp>
      <p:sp>
        <p:nvSpPr>
          <p:cNvPr id="23" name="Hoofdtekst - niveau één…"/>
          <p:cNvSpPr txBox="1"/>
          <p:nvPr>
            <p:ph type="body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Dia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  <p:sldLayoutId id="2147483664" r:id="rId22"/>
    <p:sldLayoutId id="2147483665" r:id="rId23"/>
    <p:sldLayoutId id="2147483666" r:id="rId24"/>
    <p:sldLayoutId id="2147483667" r:id="rId25"/>
    <p:sldLayoutId id="2147483668" r:id="rId26"/>
    <p:sldLayoutId id="2147483669" r:id="rId27"/>
    <p:sldLayoutId id="2147483670" r:id="rId28"/>
    <p:sldLayoutId id="2147483671" r:id="rId29"/>
    <p:sldLayoutId id="2147483672" r:id="rId30"/>
    <p:sldLayoutId id="2147483673" r:id="rId31"/>
    <p:sldLayoutId id="2147483674" r:id="rId32"/>
    <p:sldLayoutId id="2147483675" r:id="rId33"/>
    <p:sldLayoutId id="2147483676" r:id="rId34"/>
    <p:sldLayoutId id="2147483677" r:id="rId35"/>
    <p:sldLayoutId id="2147483678" r:id="rId36"/>
    <p:sldLayoutId id="2147483679" r:id="rId37"/>
    <p:sldLayoutId id="2147483680" r:id="rId38"/>
    <p:sldLayoutId id="2147483681" r:id="rId39"/>
    <p:sldLayoutId id="2147483682" r:id="rId40"/>
    <p:sldLayoutId id="2147483683" r:id="rId41"/>
    <p:sldLayoutId id="2147483684" r:id="rId42"/>
    <p:sldLayoutId id="2147483685" r:id="rId43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0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" Target="slide8.xml"/><Relationship Id="rId3" Type="http://schemas.openxmlformats.org/officeDocument/2006/relationships/slide" Target="slide10.xml"/><Relationship Id="rId4" Type="http://schemas.openxmlformats.org/officeDocument/2006/relationships/slide" Target="slide12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1.png"/><Relationship Id="rId3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TextBox 28"/>
          <p:cNvSpPr txBox="1"/>
          <p:nvPr/>
        </p:nvSpPr>
        <p:spPr>
          <a:xfrm>
            <a:off x="12679937" y="7643110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21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922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923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24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25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26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27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28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29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0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1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2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3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4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5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6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37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38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39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40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41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42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43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44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45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946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947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grpSp>
        <p:nvGrpSpPr>
          <p:cNvPr id="950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948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49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953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951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52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956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954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55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959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957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58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962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960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61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965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96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64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968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966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967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969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970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971" name="Browse…"/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Foto</a:t>
            </a:r>
          </a:p>
        </p:txBody>
      </p:sp>
      <p:sp>
        <p:nvSpPr>
          <p:cNvPr id="972" name="Speed"/>
          <p:cNvSpPr txBox="1"/>
          <p:nvPr/>
        </p:nvSpPr>
        <p:spPr>
          <a:xfrm>
            <a:off x="16838432" y="731375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973" name="Powerplay"/>
          <p:cNvSpPr txBox="1"/>
          <p:nvPr/>
        </p:nvSpPr>
        <p:spPr>
          <a:xfrm>
            <a:off x="16856595" y="6807672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974" name="Carries"/>
          <p:cNvSpPr txBox="1"/>
          <p:nvPr/>
        </p:nvSpPr>
        <p:spPr>
          <a:xfrm>
            <a:off x="16856595" y="6289566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975" name="Offensive Passing"/>
          <p:cNvSpPr txBox="1"/>
          <p:nvPr/>
        </p:nvSpPr>
        <p:spPr>
          <a:xfrm>
            <a:off x="16856595" y="5745514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976" name="Defensive headers"/>
          <p:cNvSpPr txBox="1"/>
          <p:nvPr/>
        </p:nvSpPr>
        <p:spPr>
          <a:xfrm>
            <a:off x="16856595" y="5214708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Defensive headers</a:t>
            </a:r>
          </a:p>
        </p:txBody>
      </p:sp>
      <p:sp>
        <p:nvSpPr>
          <p:cNvPr id="977" name="Defensive positioning"/>
          <p:cNvSpPr txBox="1"/>
          <p:nvPr/>
        </p:nvSpPr>
        <p:spPr>
          <a:xfrm>
            <a:off x="16856595" y="4731517"/>
            <a:ext cx="300082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978" name="Ster"/>
          <p:cNvSpPr/>
          <p:nvPr/>
        </p:nvSpPr>
        <p:spPr>
          <a:xfrm>
            <a:off x="20512512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9" name="Ster"/>
          <p:cNvSpPr/>
          <p:nvPr/>
        </p:nvSpPr>
        <p:spPr>
          <a:xfrm>
            <a:off x="20851100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0" name="Ster"/>
          <p:cNvSpPr/>
          <p:nvPr/>
        </p:nvSpPr>
        <p:spPr>
          <a:xfrm>
            <a:off x="21189691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1" name="Ster"/>
          <p:cNvSpPr/>
          <p:nvPr/>
        </p:nvSpPr>
        <p:spPr>
          <a:xfrm>
            <a:off x="21528279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2" name="Ster"/>
          <p:cNvSpPr/>
          <p:nvPr/>
        </p:nvSpPr>
        <p:spPr>
          <a:xfrm>
            <a:off x="21862129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3" name="Ster"/>
          <p:cNvSpPr/>
          <p:nvPr/>
        </p:nvSpPr>
        <p:spPr>
          <a:xfrm>
            <a:off x="2220071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4" name="Ster"/>
          <p:cNvSpPr/>
          <p:nvPr/>
        </p:nvSpPr>
        <p:spPr>
          <a:xfrm>
            <a:off x="2253930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5" name="Ster"/>
          <p:cNvSpPr/>
          <p:nvPr/>
        </p:nvSpPr>
        <p:spPr>
          <a:xfrm>
            <a:off x="22877896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6" name="Ster"/>
          <p:cNvSpPr/>
          <p:nvPr/>
        </p:nvSpPr>
        <p:spPr>
          <a:xfrm>
            <a:off x="23212485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7" name="Ster"/>
          <p:cNvSpPr/>
          <p:nvPr/>
        </p:nvSpPr>
        <p:spPr>
          <a:xfrm>
            <a:off x="23551074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8" name="Ster"/>
          <p:cNvSpPr/>
          <p:nvPr/>
        </p:nvSpPr>
        <p:spPr>
          <a:xfrm>
            <a:off x="20516318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9" name="Ster"/>
          <p:cNvSpPr/>
          <p:nvPr/>
        </p:nvSpPr>
        <p:spPr>
          <a:xfrm>
            <a:off x="20854906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0" name="Ster"/>
          <p:cNvSpPr/>
          <p:nvPr/>
        </p:nvSpPr>
        <p:spPr>
          <a:xfrm>
            <a:off x="21193497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1" name="Ster"/>
          <p:cNvSpPr/>
          <p:nvPr/>
        </p:nvSpPr>
        <p:spPr>
          <a:xfrm>
            <a:off x="21532085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2" name="Ster"/>
          <p:cNvSpPr/>
          <p:nvPr/>
        </p:nvSpPr>
        <p:spPr>
          <a:xfrm>
            <a:off x="21865935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3" name="Ster"/>
          <p:cNvSpPr/>
          <p:nvPr/>
        </p:nvSpPr>
        <p:spPr>
          <a:xfrm>
            <a:off x="2220452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4" name="Ster"/>
          <p:cNvSpPr/>
          <p:nvPr/>
        </p:nvSpPr>
        <p:spPr>
          <a:xfrm>
            <a:off x="2254311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5" name="Ster"/>
          <p:cNvSpPr/>
          <p:nvPr/>
        </p:nvSpPr>
        <p:spPr>
          <a:xfrm>
            <a:off x="22881702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6" name="Ster"/>
          <p:cNvSpPr/>
          <p:nvPr/>
        </p:nvSpPr>
        <p:spPr>
          <a:xfrm>
            <a:off x="23216291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7" name="Ster"/>
          <p:cNvSpPr/>
          <p:nvPr/>
        </p:nvSpPr>
        <p:spPr>
          <a:xfrm>
            <a:off x="23554880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8" name="Ster"/>
          <p:cNvSpPr/>
          <p:nvPr/>
        </p:nvSpPr>
        <p:spPr>
          <a:xfrm>
            <a:off x="20521565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9" name="Ster"/>
          <p:cNvSpPr/>
          <p:nvPr/>
        </p:nvSpPr>
        <p:spPr>
          <a:xfrm>
            <a:off x="20860154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0" name="Ster"/>
          <p:cNvSpPr/>
          <p:nvPr/>
        </p:nvSpPr>
        <p:spPr>
          <a:xfrm>
            <a:off x="21198743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1" name="Ster"/>
          <p:cNvSpPr/>
          <p:nvPr/>
        </p:nvSpPr>
        <p:spPr>
          <a:xfrm>
            <a:off x="21537331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2" name="Ster"/>
          <p:cNvSpPr/>
          <p:nvPr/>
        </p:nvSpPr>
        <p:spPr>
          <a:xfrm>
            <a:off x="21871182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3" name="Ster"/>
          <p:cNvSpPr/>
          <p:nvPr/>
        </p:nvSpPr>
        <p:spPr>
          <a:xfrm>
            <a:off x="22209771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4" name="Ster"/>
          <p:cNvSpPr/>
          <p:nvPr/>
        </p:nvSpPr>
        <p:spPr>
          <a:xfrm>
            <a:off x="22548360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5" name="Ster"/>
          <p:cNvSpPr/>
          <p:nvPr/>
        </p:nvSpPr>
        <p:spPr>
          <a:xfrm>
            <a:off x="22886948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6" name="Ster"/>
          <p:cNvSpPr/>
          <p:nvPr/>
        </p:nvSpPr>
        <p:spPr>
          <a:xfrm>
            <a:off x="23221539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7" name="Ster"/>
          <p:cNvSpPr/>
          <p:nvPr/>
        </p:nvSpPr>
        <p:spPr>
          <a:xfrm>
            <a:off x="23560127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8" name="Ster"/>
          <p:cNvSpPr/>
          <p:nvPr/>
        </p:nvSpPr>
        <p:spPr>
          <a:xfrm>
            <a:off x="20521565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9" name="Ster"/>
          <p:cNvSpPr/>
          <p:nvPr/>
        </p:nvSpPr>
        <p:spPr>
          <a:xfrm>
            <a:off x="20860154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0" name="Ster"/>
          <p:cNvSpPr/>
          <p:nvPr/>
        </p:nvSpPr>
        <p:spPr>
          <a:xfrm>
            <a:off x="21198743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1" name="Ster"/>
          <p:cNvSpPr/>
          <p:nvPr/>
        </p:nvSpPr>
        <p:spPr>
          <a:xfrm>
            <a:off x="21537331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2" name="Ster"/>
          <p:cNvSpPr/>
          <p:nvPr/>
        </p:nvSpPr>
        <p:spPr>
          <a:xfrm>
            <a:off x="21871182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3" name="Ster"/>
          <p:cNvSpPr/>
          <p:nvPr/>
        </p:nvSpPr>
        <p:spPr>
          <a:xfrm>
            <a:off x="22209771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4" name="Ster"/>
          <p:cNvSpPr/>
          <p:nvPr/>
        </p:nvSpPr>
        <p:spPr>
          <a:xfrm>
            <a:off x="22548360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5" name="Ster"/>
          <p:cNvSpPr/>
          <p:nvPr/>
        </p:nvSpPr>
        <p:spPr>
          <a:xfrm>
            <a:off x="22886948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6" name="Ster"/>
          <p:cNvSpPr/>
          <p:nvPr/>
        </p:nvSpPr>
        <p:spPr>
          <a:xfrm>
            <a:off x="23221539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7" name="Ster"/>
          <p:cNvSpPr/>
          <p:nvPr/>
        </p:nvSpPr>
        <p:spPr>
          <a:xfrm>
            <a:off x="23560127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8" name="Ster"/>
          <p:cNvSpPr/>
          <p:nvPr/>
        </p:nvSpPr>
        <p:spPr>
          <a:xfrm>
            <a:off x="20521565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9" name="Ster"/>
          <p:cNvSpPr/>
          <p:nvPr/>
        </p:nvSpPr>
        <p:spPr>
          <a:xfrm>
            <a:off x="20860154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0" name="Ster"/>
          <p:cNvSpPr/>
          <p:nvPr/>
        </p:nvSpPr>
        <p:spPr>
          <a:xfrm>
            <a:off x="21198743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1" name="Ster"/>
          <p:cNvSpPr/>
          <p:nvPr/>
        </p:nvSpPr>
        <p:spPr>
          <a:xfrm>
            <a:off x="21537331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2" name="Ster"/>
          <p:cNvSpPr/>
          <p:nvPr/>
        </p:nvSpPr>
        <p:spPr>
          <a:xfrm>
            <a:off x="21871182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3" name="Ster"/>
          <p:cNvSpPr/>
          <p:nvPr/>
        </p:nvSpPr>
        <p:spPr>
          <a:xfrm>
            <a:off x="22209771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4" name="Ster"/>
          <p:cNvSpPr/>
          <p:nvPr/>
        </p:nvSpPr>
        <p:spPr>
          <a:xfrm>
            <a:off x="22548360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5" name="Ster"/>
          <p:cNvSpPr/>
          <p:nvPr/>
        </p:nvSpPr>
        <p:spPr>
          <a:xfrm>
            <a:off x="22886948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6" name="Ster"/>
          <p:cNvSpPr/>
          <p:nvPr/>
        </p:nvSpPr>
        <p:spPr>
          <a:xfrm>
            <a:off x="23221539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7" name="Ster"/>
          <p:cNvSpPr/>
          <p:nvPr/>
        </p:nvSpPr>
        <p:spPr>
          <a:xfrm>
            <a:off x="23560127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8" name="Ster"/>
          <p:cNvSpPr/>
          <p:nvPr/>
        </p:nvSpPr>
        <p:spPr>
          <a:xfrm>
            <a:off x="20525371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9" name="Ster"/>
          <p:cNvSpPr/>
          <p:nvPr/>
        </p:nvSpPr>
        <p:spPr>
          <a:xfrm>
            <a:off x="20863960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0" name="Ster"/>
          <p:cNvSpPr/>
          <p:nvPr/>
        </p:nvSpPr>
        <p:spPr>
          <a:xfrm>
            <a:off x="21202549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1" name="Ster"/>
          <p:cNvSpPr/>
          <p:nvPr/>
        </p:nvSpPr>
        <p:spPr>
          <a:xfrm>
            <a:off x="21541137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2" name="Ster"/>
          <p:cNvSpPr/>
          <p:nvPr/>
        </p:nvSpPr>
        <p:spPr>
          <a:xfrm>
            <a:off x="21874988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3" name="Ster"/>
          <p:cNvSpPr/>
          <p:nvPr/>
        </p:nvSpPr>
        <p:spPr>
          <a:xfrm>
            <a:off x="22213577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4" name="Ster"/>
          <p:cNvSpPr/>
          <p:nvPr/>
        </p:nvSpPr>
        <p:spPr>
          <a:xfrm>
            <a:off x="22552166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5" name="Ster"/>
          <p:cNvSpPr/>
          <p:nvPr/>
        </p:nvSpPr>
        <p:spPr>
          <a:xfrm>
            <a:off x="22890754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6" name="Ster"/>
          <p:cNvSpPr/>
          <p:nvPr/>
        </p:nvSpPr>
        <p:spPr>
          <a:xfrm>
            <a:off x="23225345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7" name="Ster"/>
          <p:cNvSpPr/>
          <p:nvPr/>
        </p:nvSpPr>
        <p:spPr>
          <a:xfrm>
            <a:off x="23563933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8" name="Determination"/>
          <p:cNvSpPr txBox="1"/>
          <p:nvPr/>
        </p:nvSpPr>
        <p:spPr>
          <a:xfrm>
            <a:off x="16838432" y="7773379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1039" name="Ster"/>
          <p:cNvSpPr/>
          <p:nvPr/>
        </p:nvSpPr>
        <p:spPr>
          <a:xfrm>
            <a:off x="20512512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0" name="Ster"/>
          <p:cNvSpPr/>
          <p:nvPr/>
        </p:nvSpPr>
        <p:spPr>
          <a:xfrm>
            <a:off x="20851100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1" name="Ster"/>
          <p:cNvSpPr/>
          <p:nvPr/>
        </p:nvSpPr>
        <p:spPr>
          <a:xfrm>
            <a:off x="21189691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2" name="Ster"/>
          <p:cNvSpPr/>
          <p:nvPr/>
        </p:nvSpPr>
        <p:spPr>
          <a:xfrm>
            <a:off x="21528279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3" name="Ster"/>
          <p:cNvSpPr/>
          <p:nvPr/>
        </p:nvSpPr>
        <p:spPr>
          <a:xfrm>
            <a:off x="21862129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4" name="Ster"/>
          <p:cNvSpPr/>
          <p:nvPr/>
        </p:nvSpPr>
        <p:spPr>
          <a:xfrm>
            <a:off x="22200717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5" name="Ster"/>
          <p:cNvSpPr/>
          <p:nvPr/>
        </p:nvSpPr>
        <p:spPr>
          <a:xfrm>
            <a:off x="22539307" y="77542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6" name="Ster"/>
          <p:cNvSpPr/>
          <p:nvPr/>
        </p:nvSpPr>
        <p:spPr>
          <a:xfrm>
            <a:off x="22877896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7" name="Ster"/>
          <p:cNvSpPr/>
          <p:nvPr/>
        </p:nvSpPr>
        <p:spPr>
          <a:xfrm>
            <a:off x="23212485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8" name="Ster"/>
          <p:cNvSpPr/>
          <p:nvPr/>
        </p:nvSpPr>
        <p:spPr>
          <a:xfrm>
            <a:off x="23551074" y="77542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051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104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50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054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1052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53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57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1055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5">
                <a:hueOff val="-82419"/>
                <a:satOff val="-9513"/>
                <a:lumOff val="-16343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56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060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1058" name="º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5">
                <a:hueOff val="-82419"/>
                <a:satOff val="-9513"/>
                <a:lumOff val="-16343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º</a:t>
              </a:r>
            </a:p>
          </p:txBody>
        </p:sp>
        <p:sp>
          <p:nvSpPr>
            <p:cNvPr id="1059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061" name="Centerback nr. 03 &amp; 04"/>
          <p:cNvSpPr txBox="1"/>
          <p:nvPr/>
        </p:nvSpPr>
        <p:spPr>
          <a:xfrm>
            <a:off x="374971" y="10045556"/>
            <a:ext cx="2870201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Centerback nr. 03 &amp; 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chemeClr val="accent5"/>
            </a:gs>
            <a:gs pos="100000">
              <a:schemeClr val="accent5">
                <a:lumOff val="-29866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3" name="Tabel 1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124544">
                <a:tc>
                  <a:txBody>
                    <a:bodyPr/>
                    <a:lstStyle/>
                    <a:p>
                      <a:pPr defTabSz="914400"/>
                      <a:r>
                        <a:rPr b="1" sz="2900"/>
                        <a:t>CB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1900"/>
                        <a:t>Vermenigvuldigingsfactor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Resultaat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Defensive positioning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Defensive headers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Offensive Passing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Carries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 play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Speed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Determination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0,00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extBox 17"/>
          <p:cNvSpPr txBox="1"/>
          <p:nvPr/>
        </p:nvSpPr>
        <p:spPr>
          <a:xfrm>
            <a:off x="26558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066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9976654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067" name="TextBox 17">
            <a:hlinkClick r:id="rId3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61683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1068" name="TextBox 1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12365868" y="615714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1069" name="TextBox 17">
            <a:hlinkClick r:id="rId5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11031166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070" name="TextBox 17">
            <a:hlinkClick r:id="rId6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997665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071" name="TextBox 17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2595566" y="7212448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headers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TextBox 31"/>
          <p:cNvSpPr txBox="1"/>
          <p:nvPr/>
        </p:nvSpPr>
        <p:spPr>
          <a:xfrm>
            <a:off x="469900" y="4585372"/>
            <a:ext cx="488760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74" name="TextBox 30"/>
          <p:cNvSpPr txBox="1"/>
          <p:nvPr/>
        </p:nvSpPr>
        <p:spPr>
          <a:xfrm>
            <a:off x="240575" y="229427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1075" name="TextBox 17"/>
          <p:cNvSpPr txBox="1"/>
          <p:nvPr/>
        </p:nvSpPr>
        <p:spPr>
          <a:xfrm>
            <a:off x="242426" y="12136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076" name="TextBox 31"/>
          <p:cNvSpPr txBox="1"/>
          <p:nvPr/>
        </p:nvSpPr>
        <p:spPr>
          <a:xfrm>
            <a:off x="6439242" y="4585372"/>
            <a:ext cx="4887609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Jumping power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of headers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Blocking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77" name="TextBox 30"/>
          <p:cNvSpPr txBox="1"/>
          <p:nvPr/>
        </p:nvSpPr>
        <p:spPr>
          <a:xfrm>
            <a:off x="6232100" y="250219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“Open play defensive air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challenge”</a:t>
            </a:r>
          </a:p>
        </p:txBody>
      </p:sp>
      <p:sp>
        <p:nvSpPr>
          <p:cNvPr id="1078" name="TextBox 17"/>
          <p:cNvSpPr txBox="1"/>
          <p:nvPr/>
        </p:nvSpPr>
        <p:spPr>
          <a:xfrm>
            <a:off x="6233952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headers</a:t>
            </a:r>
          </a:p>
        </p:txBody>
      </p:sp>
      <p:sp>
        <p:nvSpPr>
          <p:cNvPr id="1079" name="TextBox 30"/>
          <p:cNvSpPr txBox="1"/>
          <p:nvPr/>
        </p:nvSpPr>
        <p:spPr>
          <a:xfrm>
            <a:off x="12222267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1080" name="TextBox 17"/>
          <p:cNvSpPr txBox="1"/>
          <p:nvPr/>
        </p:nvSpPr>
        <p:spPr>
          <a:xfrm>
            <a:off x="12224118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081" name="TextBox 31"/>
          <p:cNvSpPr txBox="1"/>
          <p:nvPr/>
        </p:nvSpPr>
        <p:spPr>
          <a:xfrm>
            <a:off x="12440273" y="4585372"/>
            <a:ext cx="4099713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82" name="TextBox 31"/>
          <p:cNvSpPr txBox="1"/>
          <p:nvPr/>
        </p:nvSpPr>
        <p:spPr>
          <a:xfrm>
            <a:off x="18441305" y="4585372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83" name="TextBox 30"/>
          <p:cNvSpPr txBox="1"/>
          <p:nvPr/>
        </p:nvSpPr>
        <p:spPr>
          <a:xfrm>
            <a:off x="18203191" y="250219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'"Dribble with the ball resulting in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&gt;5m forward displacement”</a:t>
            </a:r>
          </a:p>
        </p:txBody>
      </p:sp>
      <p:sp>
        <p:nvSpPr>
          <p:cNvPr id="1084" name="TextBox 17"/>
          <p:cNvSpPr txBox="1"/>
          <p:nvPr/>
        </p:nvSpPr>
        <p:spPr>
          <a:xfrm>
            <a:off x="18205043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085" name="TextBox 31"/>
          <p:cNvSpPr txBox="1"/>
          <p:nvPr/>
        </p:nvSpPr>
        <p:spPr>
          <a:xfrm>
            <a:off x="480211" y="10841514"/>
            <a:ext cx="391323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86" name="TextBox 30"/>
          <p:cNvSpPr txBox="1"/>
          <p:nvPr/>
        </p:nvSpPr>
        <p:spPr>
          <a:xfrm>
            <a:off x="239779" y="852126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1087" name="TextBox 17"/>
          <p:cNvSpPr txBox="1"/>
          <p:nvPr/>
        </p:nvSpPr>
        <p:spPr>
          <a:xfrm>
            <a:off x="241631" y="745338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1088" name="TextBox 31"/>
          <p:cNvSpPr txBox="1"/>
          <p:nvPr/>
        </p:nvSpPr>
        <p:spPr>
          <a:xfrm>
            <a:off x="6445592" y="10841514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89" name="TextBox 30"/>
          <p:cNvSpPr txBox="1"/>
          <p:nvPr/>
        </p:nvSpPr>
        <p:spPr>
          <a:xfrm>
            <a:off x="6231304" y="872918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1090" name="TextBox 17"/>
          <p:cNvSpPr txBox="1"/>
          <p:nvPr/>
        </p:nvSpPr>
        <p:spPr>
          <a:xfrm>
            <a:off x="6233156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091" name="TextBox 31"/>
          <p:cNvSpPr txBox="1"/>
          <p:nvPr/>
        </p:nvSpPr>
        <p:spPr>
          <a:xfrm>
            <a:off x="12446623" y="10841514"/>
            <a:ext cx="4087013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92" name="TextBox 30"/>
          <p:cNvSpPr txBox="1"/>
          <p:nvPr/>
        </p:nvSpPr>
        <p:spPr>
          <a:xfrm>
            <a:off x="12221471" y="852598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1093" name="TextBox 17"/>
          <p:cNvSpPr txBox="1"/>
          <p:nvPr/>
        </p:nvSpPr>
        <p:spPr>
          <a:xfrm>
            <a:off x="12223323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096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7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8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9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0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1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2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3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4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5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06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07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10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1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2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3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4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5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6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7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8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9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20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21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24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5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6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7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8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9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0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1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2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3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34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35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38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9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0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1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2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3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4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5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6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7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4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49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52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3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4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5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6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7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8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9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0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1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62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63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66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7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8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9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0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1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2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3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4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5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76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77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80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1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2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3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4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5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6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7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8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9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90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91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TextBox 28"/>
          <p:cNvSpPr txBox="1"/>
          <p:nvPr/>
        </p:nvSpPr>
        <p:spPr>
          <a:xfrm>
            <a:off x="14881271" y="8777643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