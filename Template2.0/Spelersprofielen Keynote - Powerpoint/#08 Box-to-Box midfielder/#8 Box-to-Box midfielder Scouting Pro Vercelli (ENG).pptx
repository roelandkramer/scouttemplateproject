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Shape 127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4" name="Shape 127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.tif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.tif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Relationship Id="rId3" Type="http://schemas.openxmlformats.org/officeDocument/2006/relationships/image" Target="../media/image4.png"/><Relationship Id="rId4" Type="http://schemas.openxmlformats.org/officeDocument/2006/relationships/image" Target="../media/image1.tif"/></Relationships>
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/Relationships>
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Relationship Id="rId3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 (NL)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9" name="Offensiev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Offensieve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Passing</a:t>
            </a:r>
          </a:p>
        </p:txBody>
      </p:sp>
      <p:sp>
        <p:nvSpPr>
          <p:cNvPr id="40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“Passing korter dan 10-15m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(onder druk of door de linies)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 passing langer dan 30m</a:t>
            </a:r>
          </a:p>
        </p:txBody>
      </p:sp>
      <p:sp>
        <p:nvSpPr>
          <p:cNvPr id="41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van 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passes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&amp; hoogte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sitie kiezen (V)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6" name="Positi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kiezen (V)</a:t>
            </a:r>
          </a:p>
        </p:txBody>
      </p:sp>
      <p:sp>
        <p:nvSpPr>
          <p:cNvPr id="57" name="TextBox 30"/>
          <p:cNvSpPr txBox="1"/>
          <p:nvPr/>
        </p:nvSpPr>
        <p:spPr>
          <a:xfrm>
            <a:off x="19855643" y="2087268"/>
            <a:ext cx="4159834" cy="1033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“Voorkomen van doelpogingen of potentieel gevaar (voorzet, dribbel, pass of schot) van de tegenstander d.m.v. de positiekeuze”</a:t>
            </a:r>
          </a:p>
        </p:txBody>
      </p:sp>
      <p:sp>
        <p:nvSpPr>
          <p:cNvPr id="58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Hoge of lage lijn?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Gevaarherkenning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Afstanden linies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Drukzetten / doordekken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Lijnen dichtzetten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83882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oorbij spelen tegenstander (NL)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5" name="Voorbij spelen…"/>
          <p:cNvSpPr txBox="1"/>
          <p:nvPr/>
        </p:nvSpPr>
        <p:spPr>
          <a:xfrm>
            <a:off x="19522346" y="316792"/>
            <a:ext cx="22098604" cy="144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7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Voorbij spelen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7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tegenstander</a:t>
            </a:r>
          </a:p>
        </p:txBody>
      </p:sp>
      <p:sp>
        <p:nvSpPr>
          <p:cNvPr id="76" name="TextBox 30"/>
          <p:cNvSpPr txBox="1"/>
          <p:nvPr/>
        </p:nvSpPr>
        <p:spPr>
          <a:xfrm>
            <a:off x="19855643" y="2212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“Pogingen om tegenstanders voorbij te spelen met een passeer actie of een 1-2 combinatie”</a:t>
            </a:r>
          </a:p>
        </p:txBody>
      </p:sp>
      <p:sp>
        <p:nvSpPr>
          <p:cNvPr id="7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Kracht of snelheid?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Binnendoor-buitenom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Combinatiespel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sitie kiezen (A)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93" name="Positie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kiezen (A)</a:t>
            </a:r>
          </a:p>
        </p:txBody>
      </p:sp>
      <p:sp>
        <p:nvSpPr>
          <p:cNvPr id="94" name="TextBox 30"/>
          <p:cNvSpPr txBox="1"/>
          <p:nvPr/>
        </p:nvSpPr>
        <p:spPr>
          <a:xfrm>
            <a:off x="19855643" y="2185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“Passes ontvangen of geslaagde vrijloop-acties voor teamgenoten in de half-spaces en/of final third”</a:t>
            </a:r>
          </a:p>
        </p:txBody>
      </p:sp>
      <p:sp>
        <p:nvSpPr>
          <p:cNvPr id="9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Ruimte herkenning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Inzicht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3e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Aanspeelbaar zijn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Actieve zones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uelkracht (NL)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11" name="Duelkracht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112" name="TextBox 30"/>
          <p:cNvSpPr txBox="1"/>
          <p:nvPr/>
        </p:nvSpPr>
        <p:spPr>
          <a:xfrm>
            <a:off x="19792143" y="2271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“Geslaagde pogingen om de bal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winnen / behouden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fysieke duels”</a:t>
            </a:r>
          </a:p>
        </p:txBody>
      </p:sp>
      <p:sp>
        <p:nvSpPr>
          <p:cNvPr id="11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Lichaamsdeel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Luchtduels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1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Uithoudingsvermogen (NL)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29" name="Uithoud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Uithoudings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130" name="TextBox 30"/>
          <p:cNvSpPr txBox="1"/>
          <p:nvPr/>
        </p:nvSpPr>
        <p:spPr>
          <a:xfrm>
            <a:off x="19792143" y="2397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131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90 min volhouden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Gemiddelde p/w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nelheid (NL)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4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4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47" name="Snelheid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14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149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5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oorzettingsvermogen (NL)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9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1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65" name="Doorzett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Doorzettings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166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16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6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182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183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Passing</a:t>
            </a:r>
          </a:p>
        </p:txBody>
      </p:sp>
      <p:sp>
        <p:nvSpPr>
          <p:cNvPr id="185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186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8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positioning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6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7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8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9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0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2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203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204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pic>
        <p:nvPicPr>
          <p:cNvPr id="205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ribbling past opponent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5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6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7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20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21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Dribbling past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Dribbling past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opponent</a:t>
            </a:r>
          </a:p>
        </p:txBody>
      </p:sp>
      <p:sp>
        <p:nvSpPr>
          <p:cNvPr id="223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“Dribble resulting a duel, after which player remains in possession, resulting in &gt;5m forwards displacement”</a:t>
            </a:r>
          </a:p>
        </p:txBody>
      </p:sp>
      <p:sp>
        <p:nvSpPr>
          <p:cNvPr id="224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Tricks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Power or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Inside - outside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Combination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2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ffensive positioning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4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5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6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3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40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242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“Ball receptions in halfspace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and/or final third”</a:t>
            </a:r>
          </a:p>
        </p:txBody>
      </p:sp>
      <p:sp>
        <p:nvSpPr>
          <p:cNvPr id="24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Awareness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3rd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Reachable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Rotating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Areas of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4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werplay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3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4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5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58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59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60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261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26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6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mina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2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3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4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5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7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78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Stamina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280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“Sustain prolonged effort and maintain performance throughout a match without excessive fatigue”</a:t>
            </a:r>
          </a:p>
        </p:txBody>
      </p:sp>
      <p:sp>
        <p:nvSpPr>
          <p:cNvPr id="281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Maintaining 90 mins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Average mins p/g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28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peed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296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97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Speed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299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300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0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termination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0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1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2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3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31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16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31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31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32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9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0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31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32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3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334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5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38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336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337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339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0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1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2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4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5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6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7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8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9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0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351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352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353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354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55" name="Freeform 7"/>
          <p:cNvSpPr/>
          <p:nvPr/>
        </p:nvSpPr>
        <p:spPr>
          <a:xfrm>
            <a:off x="2664616" y="54551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6" name="Freeform 7"/>
          <p:cNvSpPr/>
          <p:nvPr/>
        </p:nvSpPr>
        <p:spPr>
          <a:xfrm>
            <a:off x="2664616" y="65183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7" name="Freeform 7"/>
          <p:cNvSpPr/>
          <p:nvPr/>
        </p:nvSpPr>
        <p:spPr>
          <a:xfrm>
            <a:off x="2664616" y="7581496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66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7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8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69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70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1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VOETBAL</a:t>
            </a:r>
          </a:p>
        </p:txBody>
      </p:sp>
      <p:sp>
        <p:nvSpPr>
          <p:cNvPr id="372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3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76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374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375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377" name="Freeform 7"/>
          <p:cNvSpPr/>
          <p:nvPr/>
        </p:nvSpPr>
        <p:spPr>
          <a:xfrm>
            <a:off x="2664616" y="54551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8" name="Freeform 7"/>
          <p:cNvSpPr/>
          <p:nvPr/>
        </p:nvSpPr>
        <p:spPr>
          <a:xfrm>
            <a:off x="2664616" y="65183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9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1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82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3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4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5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6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7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8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9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BEHOEFTEN</a:t>
            </a:r>
          </a:p>
        </p:txBody>
      </p:sp>
      <p:sp>
        <p:nvSpPr>
          <p:cNvPr id="391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VOORKEUR</a:t>
            </a:r>
          </a:p>
        </p:txBody>
      </p:sp>
      <p:sp>
        <p:nvSpPr>
          <p:cNvPr id="392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FYSIEK</a:t>
            </a:r>
          </a:p>
        </p:txBody>
      </p:sp>
      <p:sp>
        <p:nvSpPr>
          <p:cNvPr id="393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PERSOONLIJKHEID</a:t>
            </a:r>
          </a:p>
        </p:txBody>
      </p:sp>
      <p:sp>
        <p:nvSpPr>
          <p:cNvPr id="394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5" name="Freeform 7"/>
          <p:cNvSpPr/>
          <p:nvPr/>
        </p:nvSpPr>
        <p:spPr>
          <a:xfrm>
            <a:off x="2664616" y="7581496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Dianummer"/>
          <p:cNvSpPr txBox="1"/>
          <p:nvPr>
            <p:ph type="sldNum" sz="quarter" idx="2"/>
          </p:nvPr>
        </p:nvSpPr>
        <p:spPr>
          <a:xfrm>
            <a:off x="12051322" y="12344399"/>
            <a:ext cx="1969479" cy="736601"/>
          </a:xfrm>
          <a:prstGeom prst="rect">
            <a:avLst/>
          </a:prstGeom>
        </p:spPr>
        <p:txBody>
          <a:bodyPr lIns="12660" tIns="12660" rIns="12660" bIns="12660" anchor="ctr"/>
          <a:lstStyle>
            <a:lvl1pPr algn="r" defTabSz="126609">
              <a:defRPr sz="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7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41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Rechthoek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Rechthoek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7" name="Rechthoek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8" name="Rechthoek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9" name="Rechthoek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0" name="Rechthoek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2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3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434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435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436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437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438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439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440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1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2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3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4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5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6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7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8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9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450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451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452" name="Rechthoek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3" name="Rechthoek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4" name="Rechthoek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5" name="Rechthoek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6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457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458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459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460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461" name="Rechthoek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2" name="Rechthoek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3" name="Rechthoek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4" name="Rechthoek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5" name="Rechthoek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6" name="Rechthoek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7" name="Rechthoek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8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469" name="Rechthoek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0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471" name="Rechthoek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2" name="Rechthoek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3" name="Rechthoek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4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475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476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477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478" name="Rechthoek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9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480" name="pasted-image.tiff" descr="pasted-image.tiff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81" name="Rechthoek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482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483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48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2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3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4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5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96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497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8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9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0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1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2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3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4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5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6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7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8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9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10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11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12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3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4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5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6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17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8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9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0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1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2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3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4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5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6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7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8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9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30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31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3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0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1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2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3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44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54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3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4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5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6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57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55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6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7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8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9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70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571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2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3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4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5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6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7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8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9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0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1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2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3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84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85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86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7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8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9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0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591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2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3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4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5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6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7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8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9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0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1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2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3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04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05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06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4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5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6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7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18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619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0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1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2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3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4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5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6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7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8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9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0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1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32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33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34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5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6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7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8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39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0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1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2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3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4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5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6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7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48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4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 vakjes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7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8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9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0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61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662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3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4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5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6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7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8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9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0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1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2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3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4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75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76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77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8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9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0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1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82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3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4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5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6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7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8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9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0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91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69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6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0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1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2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3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04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705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6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7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8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9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0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1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2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3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4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5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6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7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18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19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20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1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2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3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4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25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6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7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8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9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30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6 vakjes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8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9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0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1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42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743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4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5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6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7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8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9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0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1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2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3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4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5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56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57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58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9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0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1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2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63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4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5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6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7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6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ideo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77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82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ideo (EN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791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2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3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4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95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79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9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6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806" name="CLub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807" name="Lijn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808" name="TextBox 21"/>
          <p:cNvSpPr txBox="1"/>
          <p:nvPr/>
        </p:nvSpPr>
        <p:spPr>
          <a:xfrm>
            <a:off x="5171907" y="1741291"/>
            <a:ext cx="15078763" cy="5207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Bossche club, een Bosschenaar is trots op onze stad en club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strijdbaar, we buigen wel, maar barsten niet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Met heel ons hart staan we achter FC Den Bosch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Hier leren we van tegenslagen om vervolgens samen te groeien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hartverwarmende Bossche club, voor iedereen</a:t>
            </a:r>
          </a:p>
        </p:txBody>
      </p:sp>
      <p:pic>
        <p:nvPicPr>
          <p:cNvPr id="809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810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811" name="Hart"/>
          <p:cNvSpPr/>
          <p:nvPr/>
        </p:nvSpPr>
        <p:spPr>
          <a:xfrm>
            <a:off x="12037284" y="9582878"/>
            <a:ext cx="1791039" cy="1582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433" fill="norm" stroke="1" extrusionOk="0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2" name="Hartstocht"/>
          <p:cNvSpPr txBox="1"/>
          <p:nvPr/>
        </p:nvSpPr>
        <p:spPr>
          <a:xfrm>
            <a:off x="11012435" y="8175049"/>
            <a:ext cx="3840739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Hartstocht</a:t>
            </a:r>
          </a:p>
        </p:txBody>
      </p:sp>
      <p:sp>
        <p:nvSpPr>
          <p:cNvPr id="813" name="Groei"/>
          <p:cNvSpPr/>
          <p:nvPr/>
        </p:nvSpPr>
        <p:spPr>
          <a:xfrm>
            <a:off x="16601766" y="9575118"/>
            <a:ext cx="1878982" cy="1453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8" fill="norm" stroke="1" extrusionOk="0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4" name="Groei"/>
          <p:cNvSpPr txBox="1"/>
          <p:nvPr/>
        </p:nvSpPr>
        <p:spPr>
          <a:xfrm>
            <a:off x="16444772" y="8175049"/>
            <a:ext cx="1999735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Groei</a:t>
            </a:r>
          </a:p>
        </p:txBody>
      </p:sp>
      <p:sp>
        <p:nvSpPr>
          <p:cNvPr id="815" name="Bosch"/>
          <p:cNvSpPr txBox="1"/>
          <p:nvPr/>
        </p:nvSpPr>
        <p:spPr>
          <a:xfrm>
            <a:off x="1511459" y="8175049"/>
            <a:ext cx="2207202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Bosch</a:t>
            </a:r>
          </a:p>
        </p:txBody>
      </p:sp>
      <p:sp>
        <p:nvSpPr>
          <p:cNvPr id="816" name="Strijdbaar"/>
          <p:cNvSpPr txBox="1"/>
          <p:nvPr/>
        </p:nvSpPr>
        <p:spPr>
          <a:xfrm>
            <a:off x="5860490" y="8175049"/>
            <a:ext cx="356034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Strijdbaar</a:t>
            </a:r>
          </a:p>
        </p:txBody>
      </p:sp>
      <p:sp>
        <p:nvSpPr>
          <p:cNvPr id="817" name="Gastvrij"/>
          <p:cNvSpPr txBox="1"/>
          <p:nvPr/>
        </p:nvSpPr>
        <p:spPr>
          <a:xfrm>
            <a:off x="20229340" y="8175049"/>
            <a:ext cx="291413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Gastvrij</a:t>
            </a:r>
          </a:p>
        </p:txBody>
      </p:sp>
      <p:pic>
        <p:nvPicPr>
          <p:cNvPr id="818" name="png-clipart-handshake-others-blue-hand.png" descr="png-clipart-handshake-others-blue-han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27039" y="9537758"/>
            <a:ext cx="2518735" cy="1528033"/>
          </a:xfrm>
          <a:prstGeom prst="rect">
            <a:avLst/>
          </a:prstGeom>
          <a:ln w="12700">
            <a:miter lim="400000"/>
          </a:ln>
        </p:spPr>
      </p:pic>
      <p:sp>
        <p:nvSpPr>
          <p:cNvPr id="819" name="Rechthoek"/>
          <p:cNvSpPr/>
          <p:nvPr/>
        </p:nvSpPr>
        <p:spPr>
          <a:xfrm>
            <a:off x="6192523" y="10189485"/>
            <a:ext cx="994252" cy="931864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0" name="Rechthoek"/>
          <p:cNvSpPr/>
          <p:nvPr/>
        </p:nvSpPr>
        <p:spPr>
          <a:xfrm>
            <a:off x="8111162" y="10189484"/>
            <a:ext cx="994252" cy="931863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1" name="Rechthoek"/>
          <p:cNvSpPr/>
          <p:nvPr/>
        </p:nvSpPr>
        <p:spPr>
          <a:xfrm>
            <a:off x="7177419" y="9627182"/>
            <a:ext cx="994252" cy="1494166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2" name="1"/>
          <p:cNvSpPr txBox="1"/>
          <p:nvPr/>
        </p:nvSpPr>
        <p:spPr>
          <a:xfrm>
            <a:off x="7412014" y="9859236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23" name="3"/>
          <p:cNvSpPr txBox="1"/>
          <p:nvPr/>
        </p:nvSpPr>
        <p:spPr>
          <a:xfrm>
            <a:off x="8455107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24" name="2"/>
          <p:cNvSpPr txBox="1"/>
          <p:nvPr/>
        </p:nvSpPr>
        <p:spPr>
          <a:xfrm>
            <a:off x="6427118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825" name="2b0643c0c0b5949fdfe730edb3ff8947.psd" descr="2b0643c0c0b5949fdfe730edb3ff8947.ps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16132" y="8946827"/>
            <a:ext cx="2854876" cy="2854876"/>
          </a:xfrm>
          <a:prstGeom prst="rect">
            <a:avLst/>
          </a:prstGeom>
          <a:ln w="12700">
            <a:miter lim="400000"/>
          </a:ln>
        </p:spPr>
      </p:pic>
      <p:sp>
        <p:nvSpPr>
          <p:cNvPr id="826" name="Lijn"/>
          <p:cNvSpPr/>
          <p:nvPr/>
        </p:nvSpPr>
        <p:spPr>
          <a:xfrm flipV="1">
            <a:off x="5064691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7" name="Lijn"/>
          <p:cNvSpPr/>
          <p:nvPr/>
        </p:nvSpPr>
        <p:spPr>
          <a:xfrm flipV="1">
            <a:off x="10216635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8" name="Lijn"/>
          <p:cNvSpPr/>
          <p:nvPr/>
        </p:nvSpPr>
        <p:spPr>
          <a:xfrm flipV="1">
            <a:off x="15426918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9" name="Lijn"/>
          <p:cNvSpPr/>
          <p:nvPr/>
        </p:nvSpPr>
        <p:spPr>
          <a:xfrm flipV="1">
            <a:off x="19462360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0" name="Kernwaarden"/>
          <p:cNvSpPr txBox="1"/>
          <p:nvPr/>
        </p:nvSpPr>
        <p:spPr>
          <a:xfrm>
            <a:off x="5735738" y="16606"/>
            <a:ext cx="14379804" cy="248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15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Kernwaarden</a:t>
            </a:r>
          </a:p>
        </p:txBody>
      </p:sp>
      <p:sp>
        <p:nvSpPr>
          <p:cNvPr id="83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5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839" name="Playing style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Playing style</a:t>
            </a:r>
          </a:p>
        </p:txBody>
      </p:sp>
      <p:sp>
        <p:nvSpPr>
          <p:cNvPr id="840" name="Lijn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841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842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84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851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52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3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854" name="Rechthoek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8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863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652843" y="11597034"/>
            <a:ext cx="1321258" cy="1825537"/>
          </a:xfrm>
          <a:prstGeom prst="rect">
            <a:avLst/>
          </a:prstGeom>
          <a:ln w="12700">
            <a:miter lim="400000"/>
          </a:ln>
        </p:spPr>
      </p:pic>
      <p:pic>
        <p:nvPicPr>
          <p:cNvPr id="864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65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Rechthoek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termination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4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875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6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7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8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79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8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82" name="Determina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883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884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8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peed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2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893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4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5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6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9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9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00" name="Speed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901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90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0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mina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911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2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3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4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15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91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18" name="Stamina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919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“Sustain prolonged effort and maintain performance throughout a match without excessive fatigue”</a:t>
            </a:r>
          </a:p>
        </p:txBody>
      </p:sp>
      <p:sp>
        <p:nvSpPr>
          <p:cNvPr id="920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Maintaining 90 mins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Average mins p/g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2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werplay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929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0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1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2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33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93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36" name="Power pla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937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938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3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ffensive positioning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947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8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9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0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51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95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54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955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“Ball receptions in halfspace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and/or final third”</a:t>
            </a:r>
          </a:p>
        </p:txBody>
      </p:sp>
      <p:sp>
        <p:nvSpPr>
          <p:cNvPr id="956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Awareness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3rd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Reachable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Rotating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Areas of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5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ribbling past opponent kop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965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6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7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8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69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97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72" name="Dribbling past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Dribbling past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opponent</a:t>
            </a:r>
          </a:p>
        </p:txBody>
      </p:sp>
      <p:sp>
        <p:nvSpPr>
          <p:cNvPr id="973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“Dribble resulting a duel, after which player remains in possession, resulting in &gt;5m forwards displacement”</a:t>
            </a:r>
          </a:p>
        </p:txBody>
      </p:sp>
      <p:sp>
        <p:nvSpPr>
          <p:cNvPr id="974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Tricks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Power or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Inside - outside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Combination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7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ensive positioning kop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983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4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5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6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8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98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90" name="De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Defensive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</p:txBody>
      </p:sp>
      <p:sp>
        <p:nvSpPr>
          <p:cNvPr id="991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992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99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ssing kop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1001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2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3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4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05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100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08" name="Offensive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Offensive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Passing</a:t>
            </a:r>
          </a:p>
        </p:txBody>
      </p:sp>
      <p:sp>
        <p:nvSpPr>
          <p:cNvPr id="1009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1010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1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19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0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1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2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1023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1024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5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6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7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8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9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0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1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2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3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4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5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6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1037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1038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1039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0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1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2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3" name="TextBox 20"/>
          <p:cNvSpPr txBox="1"/>
          <p:nvPr/>
        </p:nvSpPr>
        <p:spPr>
          <a:xfrm>
            <a:off x="12372360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1044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5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6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7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8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9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0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1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2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3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4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5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6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1057" name="TextBox 20"/>
          <p:cNvSpPr txBox="1"/>
          <p:nvPr/>
        </p:nvSpPr>
        <p:spPr>
          <a:xfrm>
            <a:off x="18416799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1058" name="TextBox 20"/>
          <p:cNvSpPr txBox="1"/>
          <p:nvPr/>
        </p:nvSpPr>
        <p:spPr>
          <a:xfrm>
            <a:off x="18416799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105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 4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7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8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9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0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1071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107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back (L/R) #03 #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1080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1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82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1083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583054" y="331010"/>
            <a:ext cx="1211120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1084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5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1086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7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1090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1088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1089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091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2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3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94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5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6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7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8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9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0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1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2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1103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1104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1105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1106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07" name="9"/>
          <p:cNvSpPr/>
          <p:nvPr/>
        </p:nvSpPr>
        <p:spPr>
          <a:xfrm>
            <a:off x="20427404" y="495506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108" name="11"/>
          <p:cNvSpPr/>
          <p:nvPr/>
        </p:nvSpPr>
        <p:spPr>
          <a:xfrm>
            <a:off x="18995767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7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109" name="7"/>
          <p:cNvSpPr/>
          <p:nvPr/>
        </p:nvSpPr>
        <p:spPr>
          <a:xfrm>
            <a:off x="21859042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10" name="5"/>
          <p:cNvSpPr/>
          <p:nvPr/>
        </p:nvSpPr>
        <p:spPr>
          <a:xfrm>
            <a:off x="18900818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11" name="2"/>
          <p:cNvSpPr/>
          <p:nvPr/>
        </p:nvSpPr>
        <p:spPr>
          <a:xfrm>
            <a:off x="21985640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12" name="4"/>
          <p:cNvSpPr/>
          <p:nvPr/>
        </p:nvSpPr>
        <p:spPr>
          <a:xfrm>
            <a:off x="19731139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13" name="3"/>
          <p:cNvSpPr/>
          <p:nvPr/>
        </p:nvSpPr>
        <p:spPr>
          <a:xfrm>
            <a:off x="21127868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14" name="1"/>
          <p:cNvSpPr/>
          <p:nvPr/>
        </p:nvSpPr>
        <p:spPr>
          <a:xfrm>
            <a:off x="20427404" y="9762007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15" name="6"/>
          <p:cNvSpPr/>
          <p:nvPr/>
        </p:nvSpPr>
        <p:spPr>
          <a:xfrm>
            <a:off x="20653123" y="7600564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16" name="8"/>
          <p:cNvSpPr/>
          <p:nvPr/>
        </p:nvSpPr>
        <p:spPr>
          <a:xfrm>
            <a:off x="19920776" y="6914048"/>
            <a:ext cx="657473" cy="682385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117" name="10"/>
          <p:cNvSpPr/>
          <p:nvPr/>
        </p:nvSpPr>
        <p:spPr>
          <a:xfrm>
            <a:off x="20933539" y="6424333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6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118" name="Box-to-box midfielder #08"/>
          <p:cNvSpPr txBox="1"/>
          <p:nvPr/>
        </p:nvSpPr>
        <p:spPr>
          <a:xfrm>
            <a:off x="2619004" y="43415"/>
            <a:ext cx="11134957" cy="9271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57611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700">
              <a:lnSpc>
                <a:spcPct val="60000"/>
              </a:lnSpc>
              <a:spcBef>
                <a:spcPts val="0"/>
              </a:spcBef>
              <a:defRPr b="1" cap="all" sz="6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Box-to-box midfielder #08</a:t>
            </a:r>
          </a:p>
        </p:txBody>
      </p:sp>
      <p:sp>
        <p:nvSpPr>
          <p:cNvPr id="1119" name="Freeform 7"/>
          <p:cNvSpPr/>
          <p:nvPr/>
        </p:nvSpPr>
        <p:spPr>
          <a:xfrm>
            <a:off x="2664616" y="54551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0" name="Freeform 7"/>
          <p:cNvSpPr/>
          <p:nvPr/>
        </p:nvSpPr>
        <p:spPr>
          <a:xfrm>
            <a:off x="2664616" y="65183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1" name="Freeform 7"/>
          <p:cNvSpPr/>
          <p:nvPr/>
        </p:nvSpPr>
        <p:spPr>
          <a:xfrm>
            <a:off x="2664616" y="7581496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2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Rechthoek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0" name="Rechthoek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1" name="Rechthoek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2" name="Rechthoek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3" name="Rechthoek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4" name="Rechthoek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5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6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7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1138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1139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1140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1141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1142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1143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1144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45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46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47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48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49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0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1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2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3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1154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1155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1156" name="Rechthoek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7" name="Rechthoek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8" name="Rechthoek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9" name="Rechthoek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0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1161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1162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1163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1164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1165" name="Rechthoek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6" name="Rechthoek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7" name="Rechthoek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8" name="Rechthoek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9" name="Rechthoek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0" name="Rechthoek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1" name="Rechthoek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2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1173" name="Rechthoek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4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1175" name="Rechthoek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6" name="Rechthoek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7" name="Rechthoek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8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1179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1180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1181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1182" name="Rechthoek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83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1184" name="pasted-image.tiff" descr="pasted-image.tiff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85" name="Rechthoek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186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1187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118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welcome page #03 #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05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1203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1204" name="pasted-image.tiff" descr="pasted-image.tiff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206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7" name="TextBox 28"/>
          <p:cNvSpPr txBox="1"/>
          <p:nvPr/>
        </p:nvSpPr>
        <p:spPr>
          <a:xfrm>
            <a:off x="8532915" y="5951167"/>
            <a:ext cx="6939203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Welcome</a:t>
            </a:r>
          </a:p>
        </p:txBody>
      </p:sp>
      <p:pic>
        <p:nvPicPr>
          <p:cNvPr id="1208" name="FC DEN BOSCH LOGO.png" descr="FC DEN BOSCH 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9" name="Afbeelding" descr="Afbeeldi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0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121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ribbelen met bal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219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0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1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2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23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4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2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226" name="Dribbelen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Dribbelen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met bal</a:t>
            </a:r>
          </a:p>
        </p:txBody>
      </p:sp>
      <p:sp>
        <p:nvSpPr>
          <p:cNvPr id="1227" name="TextBox 30"/>
          <p:cNvSpPr txBox="1"/>
          <p:nvPr/>
        </p:nvSpPr>
        <p:spPr>
          <a:xfrm>
            <a:off x="19855643" y="2338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"Voorwaarts dribbelen met bal richting de open ruimtes”</a:t>
            </a:r>
          </a:p>
        </p:txBody>
      </p:sp>
      <p:sp>
        <p:nvSpPr>
          <p:cNvPr id="1228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 overbruggen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22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rri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6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237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8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9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0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41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4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124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1244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1245" name="Carrie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1246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'"Dribble with the ball resulting in &gt;5m forward displacement”</a:t>
            </a:r>
          </a:p>
        </p:txBody>
      </p:sp>
      <p:sp>
        <p:nvSpPr>
          <p:cNvPr id="124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Which leg(s)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Covering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24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rri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5" name="Afbeelding" descr="Afbeelding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1256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7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8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9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6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1262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63" name="Carrie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1264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'"Dribble with the ball resulting in &gt;5m forward displacement”</a:t>
            </a:r>
          </a:p>
        </p:txBody>
      </p:sp>
      <p:sp>
        <p:nvSpPr>
          <p:cNvPr id="126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Which leg(s)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Covering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pic>
        <p:nvPicPr>
          <p:cNvPr id="1266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505993" y="9333138"/>
            <a:ext cx="566215" cy="782321"/>
          </a:xfrm>
          <a:prstGeom prst="rect">
            <a:avLst/>
          </a:prstGeom>
          <a:ln w="12700">
            <a:miter lim="400000"/>
          </a:ln>
        </p:spPr>
      </p:pic>
      <p:sp>
        <p:nvSpPr>
          <p:cNvPr id="126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13.xml"/><Relationship Id="rId20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0.xml"/><Relationship Id="rId27" Type="http://schemas.openxmlformats.org/officeDocument/2006/relationships/slideLayout" Target="../slideLayouts/slideLayout21.xml"/><Relationship Id="rId28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23.xml"/><Relationship Id="rId30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27.xml"/><Relationship Id="rId34" Type="http://schemas.openxmlformats.org/officeDocument/2006/relationships/slideLayout" Target="../slideLayouts/slideLayout28.xml"/><Relationship Id="rId35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0.xml"/><Relationship Id="rId37" Type="http://schemas.openxmlformats.org/officeDocument/2006/relationships/slideLayout" Target="../slideLayouts/slideLayout31.xml"/><Relationship Id="rId38" Type="http://schemas.openxmlformats.org/officeDocument/2006/relationships/slideLayout" Target="../slideLayouts/slideLayout32.xml"/><Relationship Id="rId39" Type="http://schemas.openxmlformats.org/officeDocument/2006/relationships/slideLayout" Target="../slideLayouts/slideLayout33.xml"/><Relationship Id="rId40" Type="http://schemas.openxmlformats.org/officeDocument/2006/relationships/slideLayout" Target="../slideLayouts/slideLayout34.xml"/><Relationship Id="rId41" Type="http://schemas.openxmlformats.org/officeDocument/2006/relationships/slideLayout" Target="../slideLayouts/slideLayout35.xml"/><Relationship Id="rId42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37.xml"/><Relationship Id="rId44" Type="http://schemas.openxmlformats.org/officeDocument/2006/relationships/slideLayout" Target="../slideLayouts/slideLayout38.xml"/><Relationship Id="rId45" Type="http://schemas.openxmlformats.org/officeDocument/2006/relationships/slideLayout" Target="../slideLayouts/slideLayout39.xml"/><Relationship Id="rId46" Type="http://schemas.openxmlformats.org/officeDocument/2006/relationships/slideLayout" Target="../slideLayouts/slideLayout40.xml"/><Relationship Id="rId47" Type="http://schemas.openxmlformats.org/officeDocument/2006/relationships/slideLayout" Target="../slideLayouts/slideLayout41.xml"/><Relationship Id="rId48" Type="http://schemas.openxmlformats.org/officeDocument/2006/relationships/slideLayout" Target="../slideLayouts/slideLayout42.xml"/><Relationship Id="rId49" Type="http://schemas.openxmlformats.org/officeDocument/2006/relationships/slideLayout" Target="../slideLayouts/slideLayout43.xml"/><Relationship Id="rId50" Type="http://schemas.openxmlformats.org/officeDocument/2006/relationships/slideLayout" Target="../slideLayouts/slideLayout44.xml"/><Relationship Id="rId51" Type="http://schemas.openxmlformats.org/officeDocument/2006/relationships/slideLayout" Target="../slideLayouts/slideLayout45.xml"/><Relationship Id="rId52" Type="http://schemas.openxmlformats.org/officeDocument/2006/relationships/slideLayout" Target="../slideLayouts/slideLayout46.xml"/><Relationship Id="rId53" Type="http://schemas.openxmlformats.org/officeDocument/2006/relationships/slideLayout" Target="../slideLayouts/slideLayout47.xml"/><Relationship Id="rId54" Type="http://schemas.openxmlformats.org/officeDocument/2006/relationships/slideLayout" Target="../slideLayouts/slideLayout48.xml"/><Relationship Id="rId55" Type="http://schemas.openxmlformats.org/officeDocument/2006/relationships/slideLayout" Target="../slideLayouts/slideLayout49.xml"/><Relationship Id="rId56" Type="http://schemas.openxmlformats.org/officeDocument/2006/relationships/slideLayout" Target="../slideLayouts/slideLayout50.xml"/><Relationship Id="rId57" Type="http://schemas.openxmlformats.org/officeDocument/2006/relationships/slideLayout" Target="../slideLayouts/slideLayout51.xml"/><Relationship Id="rId58" Type="http://schemas.openxmlformats.org/officeDocument/2006/relationships/slideLayout" Target="../slideLayouts/slideLayout52.xml"/><Relationship Id="rId59" Type="http://schemas.openxmlformats.org/officeDocument/2006/relationships/slideLayout" Target="../slideLayouts/slideLayout5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DA3832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3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4" name="pasted-image.tiff" descr="pasted-image.tiff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" name="TextBox 28"/>
          <p:cNvSpPr txBox="1"/>
          <p:nvPr/>
        </p:nvSpPr>
        <p:spPr>
          <a:xfrm>
            <a:off x="8532915" y="5951167"/>
            <a:ext cx="6939203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WELCOME</a:t>
            </a:r>
          </a:p>
        </p:txBody>
      </p:sp>
      <p:sp>
        <p:nvSpPr>
          <p:cNvPr id="8" name="11"/>
          <p:cNvSpPr/>
          <p:nvPr/>
        </p:nvSpPr>
        <p:spPr>
          <a:xfrm>
            <a:off x="16537263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" name="7"/>
          <p:cNvSpPr/>
          <p:nvPr/>
        </p:nvSpPr>
        <p:spPr>
          <a:xfrm>
            <a:off x="18835144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" name="5"/>
          <p:cNvSpPr/>
          <p:nvPr/>
        </p:nvSpPr>
        <p:spPr>
          <a:xfrm>
            <a:off x="16461063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" name="2"/>
          <p:cNvSpPr/>
          <p:nvPr/>
        </p:nvSpPr>
        <p:spPr>
          <a:xfrm>
            <a:off x="18936744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" name="4"/>
          <p:cNvSpPr/>
          <p:nvPr/>
        </p:nvSpPr>
        <p:spPr>
          <a:xfrm>
            <a:off x="17127425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" name="3"/>
          <p:cNvSpPr/>
          <p:nvPr/>
        </p:nvSpPr>
        <p:spPr>
          <a:xfrm>
            <a:off x="18248351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" name="1"/>
          <p:cNvSpPr/>
          <p:nvPr/>
        </p:nvSpPr>
        <p:spPr>
          <a:xfrm>
            <a:off x="17686204" y="7634559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" name="9"/>
          <p:cNvSpPr/>
          <p:nvPr/>
        </p:nvSpPr>
        <p:spPr>
          <a:xfrm>
            <a:off x="17686204" y="356506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6" name="10"/>
          <p:cNvSpPr/>
          <p:nvPr/>
        </p:nvSpPr>
        <p:spPr>
          <a:xfrm>
            <a:off x="18041804" y="4945217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" name="8"/>
          <p:cNvSpPr/>
          <p:nvPr/>
        </p:nvSpPr>
        <p:spPr>
          <a:xfrm>
            <a:off x="17229025" y="5338231"/>
            <a:ext cx="527646" cy="547639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8" name="6"/>
          <p:cNvSpPr/>
          <p:nvPr/>
        </p:nvSpPr>
        <p:spPr>
          <a:xfrm>
            <a:off x="17867351" y="5899923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19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Logo FC Pro Vercelli 1892.svg.png" descr="Logo FC Pro Vercelli 1892.svg.png"/>
          <p:cNvPicPr>
            <a:picLocks noChangeAspect="1"/>
          </p:cNvPicPr>
          <p:nvPr/>
        </p:nvPicPr>
        <p:blipFill>
          <a:blip r:embed="rId6">
            <a:extLst/>
          </a:blip>
          <a:srcRect l="0" t="0" r="0" b="0"/>
          <a:stretch>
            <a:fillRect/>
          </a:stretch>
        </p:blipFill>
        <p:spPr>
          <a:xfrm>
            <a:off x="772309" y="11635487"/>
            <a:ext cx="1265608" cy="1748648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Naam presentati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Naam presentatie</a:t>
            </a:r>
          </a:p>
        </p:txBody>
      </p:sp>
      <p:sp>
        <p:nvSpPr>
          <p:cNvPr id="23" name="Hoofdtekst - niveau één…"/>
          <p:cNvSpPr txBox="1"/>
          <p:nvPr>
            <p:ph type="body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Ondertitel presentatie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Dia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  <p:sldLayoutId id="2147483661" r:id="rId19"/>
    <p:sldLayoutId id="2147483662" r:id="rId20"/>
    <p:sldLayoutId id="2147483663" r:id="rId21"/>
    <p:sldLayoutId id="2147483664" r:id="rId22"/>
    <p:sldLayoutId id="2147483665" r:id="rId23"/>
    <p:sldLayoutId id="2147483666" r:id="rId24"/>
    <p:sldLayoutId id="2147483667" r:id="rId25"/>
    <p:sldLayoutId id="2147483668" r:id="rId26"/>
    <p:sldLayoutId id="2147483669" r:id="rId27"/>
    <p:sldLayoutId id="2147483670" r:id="rId28"/>
    <p:sldLayoutId id="2147483671" r:id="rId29"/>
    <p:sldLayoutId id="2147483672" r:id="rId30"/>
    <p:sldLayoutId id="2147483673" r:id="rId31"/>
    <p:sldLayoutId id="2147483674" r:id="rId32"/>
    <p:sldLayoutId id="2147483675" r:id="rId33"/>
    <p:sldLayoutId id="2147483676" r:id="rId34"/>
    <p:sldLayoutId id="2147483677" r:id="rId35"/>
    <p:sldLayoutId id="2147483678" r:id="rId36"/>
    <p:sldLayoutId id="2147483679" r:id="rId37"/>
    <p:sldLayoutId id="2147483680" r:id="rId38"/>
    <p:sldLayoutId id="2147483681" r:id="rId39"/>
    <p:sldLayoutId id="2147483682" r:id="rId40"/>
    <p:sldLayoutId id="2147483683" r:id="rId41"/>
    <p:sldLayoutId id="2147483684" r:id="rId42"/>
    <p:sldLayoutId id="2147483685" r:id="rId43"/>
    <p:sldLayoutId id="2147483686" r:id="rId44"/>
    <p:sldLayoutId id="2147483687" r:id="rId45"/>
    <p:sldLayoutId id="2147483688" r:id="rId46"/>
    <p:sldLayoutId id="2147483689" r:id="rId47"/>
    <p:sldLayoutId id="2147483690" r:id="rId48"/>
    <p:sldLayoutId id="2147483691" r:id="rId49"/>
    <p:sldLayoutId id="2147483692" r:id="rId50"/>
    <p:sldLayoutId id="2147483693" r:id="rId51"/>
    <p:sldLayoutId id="2147483694" r:id="rId52"/>
    <p:sldLayoutId id="2147483695" r:id="rId53"/>
    <p:sldLayoutId id="2147483696" r:id="rId54"/>
    <p:sldLayoutId id="2147483697" r:id="rId55"/>
    <p:sldLayoutId id="2147483698" r:id="rId56"/>
    <p:sldLayoutId id="2147483699" r:id="rId57"/>
    <p:sldLayoutId id="2147483700" r:id="rId58"/>
    <p:sldLayoutId id="2147483701" r:id="rId5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10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hyperlink" Target="https://recruitment.scisports.app/" TargetMode="External"/><Relationship Id="rId3" Type="http://schemas.openxmlformats.org/officeDocument/2006/relationships/image" Target="../media/image1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" Target="slide7.xml"/><Relationship Id="rId3" Type="http://schemas.openxmlformats.org/officeDocument/2006/relationships/slide" Target="slide8.xml"/><Relationship Id="rId4" Type="http://schemas.openxmlformats.org/officeDocument/2006/relationships/slide" Target="slide10.xml"/><Relationship Id="rId5" Type="http://schemas.openxmlformats.org/officeDocument/2006/relationships/slide" Target="slide11.xml"/><Relationship Id="rId6" Type="http://schemas.openxmlformats.org/officeDocument/2006/relationships/slide" Target="slide12.xml"/><Relationship Id="rId7" Type="http://schemas.openxmlformats.org/officeDocument/2006/relationships/slide" Target="slide13.xml"/><Relationship Id="rId8" Type="http://schemas.openxmlformats.org/officeDocument/2006/relationships/slide" Target="slide14.xml"/><Relationship Id="rId9" Type="http://schemas.openxmlformats.org/officeDocument/2006/relationships/slide" Target="slide15.xml"/><Relationship Id="rId10" Type="http://schemas.openxmlformats.org/officeDocument/2006/relationships/slide" Target="slide9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image" Target="../media/image1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TextBox 28"/>
          <p:cNvSpPr txBox="1"/>
          <p:nvPr/>
        </p:nvSpPr>
        <p:spPr>
          <a:xfrm>
            <a:off x="12679937" y="7643110"/>
            <a:ext cx="237469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1277" name="Achterkant Pro Vercelli nr.8.png" descr="Achterkant Pro Vercelli nr.8.png"/>
          <p:cNvPicPr>
            <a:picLocks noChangeAspect="1"/>
          </p:cNvPicPr>
          <p:nvPr/>
        </p:nvPicPr>
        <p:blipFill>
          <a:blip r:embed="rId2">
            <a:extLst/>
          </a:blip>
          <a:srcRect l="14949" t="0" r="14949" b="0"/>
          <a:stretch>
            <a:fillRect/>
          </a:stretch>
        </p:blipFill>
        <p:spPr>
          <a:xfrm>
            <a:off x="18508125" y="7472384"/>
            <a:ext cx="2642323" cy="2642322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TextBox 11"/>
          <p:cNvSpPr txBox="1"/>
          <p:nvPr/>
        </p:nvSpPr>
        <p:spPr>
          <a:xfrm>
            <a:off x="3436486" y="2190748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80" name="TextBox 37"/>
          <p:cNvSpPr txBox="1"/>
          <p:nvPr/>
        </p:nvSpPr>
        <p:spPr>
          <a:xfrm>
            <a:off x="2262943" y="839474"/>
            <a:ext cx="4440638" cy="65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5200"/>
              </a:lnSpc>
              <a:spcBef>
                <a:spcPts val="0"/>
              </a:spcBef>
              <a:defRPr b="1" sz="45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defRPr>
            </a:lvl1pPr>
          </a:lstStyle>
          <a:p>
            <a:pPr/>
            <a:r>
              <a:t>Player name</a:t>
            </a:r>
          </a:p>
        </p:txBody>
      </p:sp>
      <p:sp>
        <p:nvSpPr>
          <p:cNvPr id="1281" name="TextBox 23"/>
          <p:cNvSpPr txBox="1"/>
          <p:nvPr/>
        </p:nvSpPr>
        <p:spPr>
          <a:xfrm>
            <a:off x="18363004" y="584214"/>
            <a:ext cx="5467955" cy="3223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</p:txBody>
      </p:sp>
      <p:sp>
        <p:nvSpPr>
          <p:cNvPr id="1282" name="TextBox 11"/>
          <p:cNvSpPr txBox="1"/>
          <p:nvPr/>
        </p:nvSpPr>
        <p:spPr>
          <a:xfrm>
            <a:off x="3445861" y="294447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83" name="TextBox 11"/>
          <p:cNvSpPr txBox="1"/>
          <p:nvPr/>
        </p:nvSpPr>
        <p:spPr>
          <a:xfrm>
            <a:off x="3443265" y="3701887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84" name="TextBox 11"/>
          <p:cNvSpPr txBox="1"/>
          <p:nvPr/>
        </p:nvSpPr>
        <p:spPr>
          <a:xfrm>
            <a:off x="3468167" y="445930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85" name="TextBox 11"/>
          <p:cNvSpPr txBox="1"/>
          <p:nvPr/>
        </p:nvSpPr>
        <p:spPr>
          <a:xfrm>
            <a:off x="3468167" y="5211678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86" name="TextBox 11"/>
          <p:cNvSpPr txBox="1"/>
          <p:nvPr/>
        </p:nvSpPr>
        <p:spPr>
          <a:xfrm>
            <a:off x="3468167" y="5945826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87" name="TextBox 11"/>
          <p:cNvSpPr txBox="1"/>
          <p:nvPr/>
        </p:nvSpPr>
        <p:spPr>
          <a:xfrm>
            <a:off x="3468167" y="6678032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88" name="TextBox 11"/>
          <p:cNvSpPr txBox="1"/>
          <p:nvPr/>
        </p:nvSpPr>
        <p:spPr>
          <a:xfrm>
            <a:off x="11203802" y="1088478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89" name="TextBox 11"/>
          <p:cNvSpPr txBox="1"/>
          <p:nvPr/>
        </p:nvSpPr>
        <p:spPr>
          <a:xfrm>
            <a:off x="11203802" y="1806760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90" name="TextBox 11"/>
          <p:cNvSpPr txBox="1"/>
          <p:nvPr/>
        </p:nvSpPr>
        <p:spPr>
          <a:xfrm>
            <a:off x="11203802" y="2611665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91" name="TextBox 11"/>
          <p:cNvSpPr txBox="1"/>
          <p:nvPr/>
        </p:nvSpPr>
        <p:spPr>
          <a:xfrm>
            <a:off x="11203802" y="3370677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92" name="TextBox 11"/>
          <p:cNvSpPr txBox="1"/>
          <p:nvPr/>
        </p:nvSpPr>
        <p:spPr>
          <a:xfrm>
            <a:off x="13587460" y="1088478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93" name="TextBox 11"/>
          <p:cNvSpPr txBox="1"/>
          <p:nvPr/>
        </p:nvSpPr>
        <p:spPr>
          <a:xfrm>
            <a:off x="13587460" y="1806760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94" name="TextBox 11"/>
          <p:cNvSpPr txBox="1"/>
          <p:nvPr/>
        </p:nvSpPr>
        <p:spPr>
          <a:xfrm>
            <a:off x="13587460" y="2611665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95" name="TextBox 11"/>
          <p:cNvSpPr txBox="1"/>
          <p:nvPr/>
        </p:nvSpPr>
        <p:spPr>
          <a:xfrm>
            <a:off x="13587460" y="3370677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296" name="xxxx"/>
          <p:cNvSpPr txBox="1"/>
          <p:nvPr/>
        </p:nvSpPr>
        <p:spPr>
          <a:xfrm>
            <a:off x="19741483" y="9664487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297" name="xxxx"/>
          <p:cNvSpPr txBox="1"/>
          <p:nvPr/>
        </p:nvSpPr>
        <p:spPr>
          <a:xfrm>
            <a:off x="19741483" y="10420204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298" name="xxxx"/>
          <p:cNvSpPr txBox="1"/>
          <p:nvPr/>
        </p:nvSpPr>
        <p:spPr>
          <a:xfrm>
            <a:off x="19741483" y="11197829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299" name="xxxx"/>
          <p:cNvSpPr txBox="1"/>
          <p:nvPr/>
        </p:nvSpPr>
        <p:spPr>
          <a:xfrm>
            <a:off x="19753848" y="11925556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300" name="xxxx"/>
          <p:cNvSpPr txBox="1"/>
          <p:nvPr/>
        </p:nvSpPr>
        <p:spPr>
          <a:xfrm>
            <a:off x="19753848" y="12652539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301" name="TextBox 31"/>
          <p:cNvSpPr txBox="1"/>
          <p:nvPr/>
        </p:nvSpPr>
        <p:spPr>
          <a:xfrm>
            <a:off x="8032505" y="9220708"/>
            <a:ext cx="7940022" cy="342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302" name="TextBox 11"/>
          <p:cNvSpPr txBox="1"/>
          <p:nvPr/>
        </p:nvSpPr>
        <p:spPr>
          <a:xfrm>
            <a:off x="3468167" y="7435014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303" name="TextBox 11"/>
          <p:cNvSpPr txBox="1"/>
          <p:nvPr/>
        </p:nvSpPr>
        <p:spPr>
          <a:xfrm>
            <a:off x="3468015" y="8147343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304" name="xx"/>
          <p:cNvSpPr/>
          <p:nvPr/>
        </p:nvSpPr>
        <p:spPr>
          <a:xfrm>
            <a:off x="8372141" y="5119587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</a:t>
            </a:r>
          </a:p>
        </p:txBody>
      </p:sp>
      <p:sp>
        <p:nvSpPr>
          <p:cNvPr id="1305" name="xx%"/>
          <p:cNvSpPr/>
          <p:nvPr/>
        </p:nvSpPr>
        <p:spPr>
          <a:xfrm>
            <a:off x="12695199" y="5123876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1306" name="DATE: DD-MM-JJJJ"/>
          <p:cNvSpPr txBox="1"/>
          <p:nvPr/>
        </p:nvSpPr>
        <p:spPr>
          <a:xfrm>
            <a:off x="4875976" y="268498"/>
            <a:ext cx="26770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DATE: DD-MM-JJJJ</a:t>
            </a:r>
          </a:p>
        </p:txBody>
      </p:sp>
      <p:grpSp>
        <p:nvGrpSpPr>
          <p:cNvPr id="1309" name="9"/>
          <p:cNvGrpSpPr/>
          <p:nvPr/>
        </p:nvGrpSpPr>
        <p:grpSpPr>
          <a:xfrm>
            <a:off x="5636046" y="9988295"/>
            <a:ext cx="369517" cy="383519"/>
            <a:chOff x="0" y="0"/>
            <a:chExt cx="369516" cy="383518"/>
          </a:xfrm>
        </p:grpSpPr>
        <p:sp>
          <p:nvSpPr>
            <p:cNvPr id="1307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308" name="9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1312" name="11"/>
          <p:cNvGrpSpPr/>
          <p:nvPr/>
        </p:nvGrpSpPr>
        <p:grpSpPr>
          <a:xfrm>
            <a:off x="4831430" y="10316581"/>
            <a:ext cx="369517" cy="383519"/>
            <a:chOff x="0" y="0"/>
            <a:chExt cx="369516" cy="383518"/>
          </a:xfrm>
        </p:grpSpPr>
        <p:sp>
          <p:nvSpPr>
            <p:cNvPr id="1310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311" name="1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1315" name="7"/>
          <p:cNvGrpSpPr/>
          <p:nvPr/>
        </p:nvGrpSpPr>
        <p:grpSpPr>
          <a:xfrm>
            <a:off x="6440658" y="10316581"/>
            <a:ext cx="369517" cy="383519"/>
            <a:chOff x="0" y="0"/>
            <a:chExt cx="369516" cy="383518"/>
          </a:xfrm>
        </p:grpSpPr>
        <p:sp>
          <p:nvSpPr>
            <p:cNvPr id="1313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314" name="7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318" name="8"/>
          <p:cNvGrpSpPr/>
          <p:nvPr/>
        </p:nvGrpSpPr>
        <p:grpSpPr>
          <a:xfrm>
            <a:off x="5244725" y="10893821"/>
            <a:ext cx="369517" cy="383519"/>
            <a:chOff x="0" y="0"/>
            <a:chExt cx="369516" cy="383518"/>
          </a:xfrm>
        </p:grpSpPr>
        <p:sp>
          <p:nvSpPr>
            <p:cNvPr id="1316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5">
                <a:hueOff val="-82419"/>
                <a:satOff val="-9513"/>
                <a:lumOff val="-16343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317" name="8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321" name="6"/>
          <p:cNvGrpSpPr/>
          <p:nvPr/>
        </p:nvGrpSpPr>
        <p:grpSpPr>
          <a:xfrm>
            <a:off x="5636046" y="11377755"/>
            <a:ext cx="369517" cy="383519"/>
            <a:chOff x="0" y="0"/>
            <a:chExt cx="369516" cy="383518"/>
          </a:xfrm>
        </p:grpSpPr>
        <p:sp>
          <p:nvSpPr>
            <p:cNvPr id="1319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320" name="6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324" name="1"/>
          <p:cNvGrpSpPr/>
          <p:nvPr/>
        </p:nvGrpSpPr>
        <p:grpSpPr>
          <a:xfrm>
            <a:off x="5636046" y="12531862"/>
            <a:ext cx="369517" cy="383519"/>
            <a:chOff x="0" y="0"/>
            <a:chExt cx="369516" cy="383518"/>
          </a:xfrm>
        </p:grpSpPr>
        <p:sp>
          <p:nvSpPr>
            <p:cNvPr id="1322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323" name="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327" name="10"/>
          <p:cNvGrpSpPr/>
          <p:nvPr/>
        </p:nvGrpSpPr>
        <p:grpSpPr>
          <a:xfrm>
            <a:off x="5858298" y="10651021"/>
            <a:ext cx="369517" cy="383519"/>
            <a:chOff x="0" y="0"/>
            <a:chExt cx="369516" cy="383518"/>
          </a:xfrm>
        </p:grpSpPr>
        <p:sp>
          <p:nvSpPr>
            <p:cNvPr id="1325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326" name="10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1328" name="TextBox 31"/>
          <p:cNvSpPr txBox="1"/>
          <p:nvPr/>
        </p:nvSpPr>
        <p:spPr>
          <a:xfrm>
            <a:off x="2609789" y="11554262"/>
            <a:ext cx="1556417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</p:txBody>
      </p:sp>
      <p:pic>
        <p:nvPicPr>
          <p:cNvPr id="1329" name="Logo_Scisports.png" descr="Logo_Scisports.png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rcRect l="37777" t="0" r="0" b="0"/>
          <a:stretch>
            <a:fillRect/>
          </a:stretch>
        </p:blipFill>
        <p:spPr>
          <a:xfrm>
            <a:off x="16586944" y="785320"/>
            <a:ext cx="922534" cy="510944"/>
          </a:xfrm>
          <a:prstGeom prst="rect">
            <a:avLst/>
          </a:prstGeom>
          <a:ln w="12700">
            <a:miter lim="400000"/>
          </a:ln>
        </p:spPr>
      </p:pic>
      <p:sp>
        <p:nvSpPr>
          <p:cNvPr id="1330" name="Browse…"/>
          <p:cNvSpPr/>
          <p:nvPr/>
        </p:nvSpPr>
        <p:spPr>
          <a:xfrm>
            <a:off x="463550" y="296333"/>
            <a:ext cx="1397069" cy="139706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Browse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Foto</a:t>
            </a:r>
          </a:p>
        </p:txBody>
      </p:sp>
      <p:grpSp>
        <p:nvGrpSpPr>
          <p:cNvPr id="1333" name="5"/>
          <p:cNvGrpSpPr/>
          <p:nvPr/>
        </p:nvGrpSpPr>
        <p:grpSpPr>
          <a:xfrm>
            <a:off x="4778064" y="11609513"/>
            <a:ext cx="369517" cy="383519"/>
            <a:chOff x="0" y="0"/>
            <a:chExt cx="369516" cy="383518"/>
          </a:xfrm>
        </p:grpSpPr>
        <p:sp>
          <p:nvSpPr>
            <p:cNvPr id="1331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332" name="5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336" name="2"/>
          <p:cNvGrpSpPr/>
          <p:nvPr/>
        </p:nvGrpSpPr>
        <p:grpSpPr>
          <a:xfrm>
            <a:off x="6511809" y="11609513"/>
            <a:ext cx="369517" cy="383519"/>
            <a:chOff x="0" y="0"/>
            <a:chExt cx="369516" cy="383518"/>
          </a:xfrm>
        </p:grpSpPr>
        <p:sp>
          <p:nvSpPr>
            <p:cNvPr id="1334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335" name="2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339" name="4"/>
          <p:cNvGrpSpPr/>
          <p:nvPr/>
        </p:nvGrpSpPr>
        <p:grpSpPr>
          <a:xfrm>
            <a:off x="5244725" y="11923923"/>
            <a:ext cx="369517" cy="383519"/>
            <a:chOff x="0" y="0"/>
            <a:chExt cx="369516" cy="383518"/>
          </a:xfrm>
        </p:grpSpPr>
        <p:sp>
          <p:nvSpPr>
            <p:cNvPr id="1337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338" name="4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342" name="3"/>
          <p:cNvGrpSpPr/>
          <p:nvPr/>
        </p:nvGrpSpPr>
        <p:grpSpPr>
          <a:xfrm>
            <a:off x="6029723" y="11923923"/>
            <a:ext cx="369517" cy="383519"/>
            <a:chOff x="0" y="0"/>
            <a:chExt cx="369516" cy="383518"/>
          </a:xfrm>
        </p:grpSpPr>
        <p:sp>
          <p:nvSpPr>
            <p:cNvPr id="1340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341" name="3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1343" name="Box-to-box midfielder #08"/>
          <p:cNvSpPr txBox="1"/>
          <p:nvPr/>
        </p:nvSpPr>
        <p:spPr>
          <a:xfrm>
            <a:off x="374971" y="10045556"/>
            <a:ext cx="4022746" cy="1122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7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3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Box-to-box midfielder #08</a:t>
            </a:r>
          </a:p>
        </p:txBody>
      </p:sp>
      <p:sp>
        <p:nvSpPr>
          <p:cNvPr id="1344" name="Stamina"/>
          <p:cNvSpPr txBox="1"/>
          <p:nvPr/>
        </p:nvSpPr>
        <p:spPr>
          <a:xfrm>
            <a:off x="16862722" y="7056552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1345" name="Powerplay"/>
          <p:cNvSpPr txBox="1"/>
          <p:nvPr/>
        </p:nvSpPr>
        <p:spPr>
          <a:xfrm>
            <a:off x="16862722" y="6647764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Powerplay</a:t>
            </a:r>
          </a:p>
        </p:txBody>
      </p:sp>
      <p:sp>
        <p:nvSpPr>
          <p:cNvPr id="1346" name="Offensive positioning"/>
          <p:cNvSpPr txBox="1"/>
          <p:nvPr/>
        </p:nvSpPr>
        <p:spPr>
          <a:xfrm>
            <a:off x="16862722" y="6248611"/>
            <a:ext cx="3222686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Offensive positioning</a:t>
            </a:r>
          </a:p>
        </p:txBody>
      </p:sp>
      <p:sp>
        <p:nvSpPr>
          <p:cNvPr id="1347" name="Dribbling past opponent"/>
          <p:cNvSpPr txBox="1"/>
          <p:nvPr/>
        </p:nvSpPr>
        <p:spPr>
          <a:xfrm>
            <a:off x="16849427" y="5837314"/>
            <a:ext cx="3587867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Dribbling past opponent</a:t>
            </a:r>
          </a:p>
        </p:txBody>
      </p:sp>
      <p:sp>
        <p:nvSpPr>
          <p:cNvPr id="1348" name="Defensive positioning"/>
          <p:cNvSpPr txBox="1"/>
          <p:nvPr/>
        </p:nvSpPr>
        <p:spPr>
          <a:xfrm>
            <a:off x="16862722" y="5013607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Defensive positioning</a:t>
            </a:r>
          </a:p>
        </p:txBody>
      </p:sp>
      <p:sp>
        <p:nvSpPr>
          <p:cNvPr id="1349" name="Offensive Passing"/>
          <p:cNvSpPr txBox="1"/>
          <p:nvPr/>
        </p:nvSpPr>
        <p:spPr>
          <a:xfrm>
            <a:off x="16862722" y="4596144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Offensive Passing</a:t>
            </a:r>
          </a:p>
        </p:txBody>
      </p:sp>
      <p:sp>
        <p:nvSpPr>
          <p:cNvPr id="1350" name="Ster"/>
          <p:cNvSpPr/>
          <p:nvPr/>
        </p:nvSpPr>
        <p:spPr>
          <a:xfrm>
            <a:off x="20494891" y="702390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1" name="Ster"/>
          <p:cNvSpPr/>
          <p:nvPr/>
        </p:nvSpPr>
        <p:spPr>
          <a:xfrm>
            <a:off x="20833480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2" name="Ster"/>
          <p:cNvSpPr/>
          <p:nvPr/>
        </p:nvSpPr>
        <p:spPr>
          <a:xfrm>
            <a:off x="21172070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3" name="Ster"/>
          <p:cNvSpPr/>
          <p:nvPr/>
        </p:nvSpPr>
        <p:spPr>
          <a:xfrm>
            <a:off x="21510659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4" name="Ster"/>
          <p:cNvSpPr/>
          <p:nvPr/>
        </p:nvSpPr>
        <p:spPr>
          <a:xfrm>
            <a:off x="21844508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5" name="Ster"/>
          <p:cNvSpPr/>
          <p:nvPr/>
        </p:nvSpPr>
        <p:spPr>
          <a:xfrm>
            <a:off x="22183097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6" name="Ster"/>
          <p:cNvSpPr/>
          <p:nvPr/>
        </p:nvSpPr>
        <p:spPr>
          <a:xfrm>
            <a:off x="22521687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7" name="Ster"/>
          <p:cNvSpPr/>
          <p:nvPr/>
        </p:nvSpPr>
        <p:spPr>
          <a:xfrm>
            <a:off x="22860275" y="702390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8" name="Ster"/>
          <p:cNvSpPr/>
          <p:nvPr/>
        </p:nvSpPr>
        <p:spPr>
          <a:xfrm>
            <a:off x="23194864" y="702390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9" name="Ster"/>
          <p:cNvSpPr/>
          <p:nvPr/>
        </p:nvSpPr>
        <p:spPr>
          <a:xfrm>
            <a:off x="23533453" y="702390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0" name="Ster"/>
          <p:cNvSpPr/>
          <p:nvPr/>
        </p:nvSpPr>
        <p:spPr>
          <a:xfrm>
            <a:off x="20494891" y="661287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1" name="Ster"/>
          <p:cNvSpPr/>
          <p:nvPr/>
        </p:nvSpPr>
        <p:spPr>
          <a:xfrm>
            <a:off x="20833480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2" name="Ster"/>
          <p:cNvSpPr/>
          <p:nvPr/>
        </p:nvSpPr>
        <p:spPr>
          <a:xfrm>
            <a:off x="21172070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3" name="Ster"/>
          <p:cNvSpPr/>
          <p:nvPr/>
        </p:nvSpPr>
        <p:spPr>
          <a:xfrm>
            <a:off x="21510659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4" name="Ster"/>
          <p:cNvSpPr/>
          <p:nvPr/>
        </p:nvSpPr>
        <p:spPr>
          <a:xfrm>
            <a:off x="21844508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5" name="Ster"/>
          <p:cNvSpPr/>
          <p:nvPr/>
        </p:nvSpPr>
        <p:spPr>
          <a:xfrm>
            <a:off x="22183097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6" name="Ster"/>
          <p:cNvSpPr/>
          <p:nvPr/>
        </p:nvSpPr>
        <p:spPr>
          <a:xfrm>
            <a:off x="22521687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7" name="Ster"/>
          <p:cNvSpPr/>
          <p:nvPr/>
        </p:nvSpPr>
        <p:spPr>
          <a:xfrm>
            <a:off x="22860275" y="661287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8" name="Ster"/>
          <p:cNvSpPr/>
          <p:nvPr/>
        </p:nvSpPr>
        <p:spPr>
          <a:xfrm>
            <a:off x="23194864" y="661287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9" name="Ster"/>
          <p:cNvSpPr/>
          <p:nvPr/>
        </p:nvSpPr>
        <p:spPr>
          <a:xfrm>
            <a:off x="23533453" y="661287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0" name="Ster"/>
          <p:cNvSpPr/>
          <p:nvPr/>
        </p:nvSpPr>
        <p:spPr>
          <a:xfrm>
            <a:off x="20494891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1" name="Ster"/>
          <p:cNvSpPr/>
          <p:nvPr/>
        </p:nvSpPr>
        <p:spPr>
          <a:xfrm>
            <a:off x="20833480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2" name="Ster"/>
          <p:cNvSpPr/>
          <p:nvPr/>
        </p:nvSpPr>
        <p:spPr>
          <a:xfrm>
            <a:off x="21172068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3" name="Ster"/>
          <p:cNvSpPr/>
          <p:nvPr/>
        </p:nvSpPr>
        <p:spPr>
          <a:xfrm>
            <a:off x="21510657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4" name="Ster"/>
          <p:cNvSpPr/>
          <p:nvPr/>
        </p:nvSpPr>
        <p:spPr>
          <a:xfrm>
            <a:off x="21844508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5" name="Ster"/>
          <p:cNvSpPr/>
          <p:nvPr/>
        </p:nvSpPr>
        <p:spPr>
          <a:xfrm>
            <a:off x="22183097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6" name="Ster"/>
          <p:cNvSpPr/>
          <p:nvPr/>
        </p:nvSpPr>
        <p:spPr>
          <a:xfrm>
            <a:off x="22521685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7" name="Ster"/>
          <p:cNvSpPr/>
          <p:nvPr/>
        </p:nvSpPr>
        <p:spPr>
          <a:xfrm>
            <a:off x="22860274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8" name="Ster"/>
          <p:cNvSpPr/>
          <p:nvPr/>
        </p:nvSpPr>
        <p:spPr>
          <a:xfrm>
            <a:off x="23194864" y="5828342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9" name="Ster"/>
          <p:cNvSpPr/>
          <p:nvPr/>
        </p:nvSpPr>
        <p:spPr>
          <a:xfrm>
            <a:off x="23533453" y="5828342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0" name="Ster"/>
          <p:cNvSpPr/>
          <p:nvPr/>
        </p:nvSpPr>
        <p:spPr>
          <a:xfrm>
            <a:off x="20494891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1" name="Ster"/>
          <p:cNvSpPr/>
          <p:nvPr/>
        </p:nvSpPr>
        <p:spPr>
          <a:xfrm>
            <a:off x="20833480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2" name="Ster"/>
          <p:cNvSpPr/>
          <p:nvPr/>
        </p:nvSpPr>
        <p:spPr>
          <a:xfrm>
            <a:off x="21172068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3" name="Ster"/>
          <p:cNvSpPr/>
          <p:nvPr/>
        </p:nvSpPr>
        <p:spPr>
          <a:xfrm>
            <a:off x="21510657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4" name="Ster"/>
          <p:cNvSpPr/>
          <p:nvPr/>
        </p:nvSpPr>
        <p:spPr>
          <a:xfrm>
            <a:off x="21844508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5" name="Ster"/>
          <p:cNvSpPr/>
          <p:nvPr/>
        </p:nvSpPr>
        <p:spPr>
          <a:xfrm>
            <a:off x="22183097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6" name="Ster"/>
          <p:cNvSpPr/>
          <p:nvPr/>
        </p:nvSpPr>
        <p:spPr>
          <a:xfrm>
            <a:off x="22521685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7" name="Ster"/>
          <p:cNvSpPr/>
          <p:nvPr/>
        </p:nvSpPr>
        <p:spPr>
          <a:xfrm>
            <a:off x="22860274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8" name="Ster"/>
          <p:cNvSpPr/>
          <p:nvPr/>
        </p:nvSpPr>
        <p:spPr>
          <a:xfrm>
            <a:off x="23194864" y="621746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9" name="Ster"/>
          <p:cNvSpPr/>
          <p:nvPr/>
        </p:nvSpPr>
        <p:spPr>
          <a:xfrm>
            <a:off x="23533453" y="621746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0" name="Ster"/>
          <p:cNvSpPr/>
          <p:nvPr/>
        </p:nvSpPr>
        <p:spPr>
          <a:xfrm>
            <a:off x="20490918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1" name="Ster"/>
          <p:cNvSpPr/>
          <p:nvPr/>
        </p:nvSpPr>
        <p:spPr>
          <a:xfrm>
            <a:off x="20829506" y="498135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2" name="Ster"/>
          <p:cNvSpPr/>
          <p:nvPr/>
        </p:nvSpPr>
        <p:spPr>
          <a:xfrm>
            <a:off x="21168095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3" name="Ster"/>
          <p:cNvSpPr/>
          <p:nvPr/>
        </p:nvSpPr>
        <p:spPr>
          <a:xfrm>
            <a:off x="21506684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4" name="Ster"/>
          <p:cNvSpPr/>
          <p:nvPr/>
        </p:nvSpPr>
        <p:spPr>
          <a:xfrm>
            <a:off x="21840535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5" name="Ster"/>
          <p:cNvSpPr/>
          <p:nvPr/>
        </p:nvSpPr>
        <p:spPr>
          <a:xfrm>
            <a:off x="22179123" y="498135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6" name="Ster"/>
          <p:cNvSpPr/>
          <p:nvPr/>
        </p:nvSpPr>
        <p:spPr>
          <a:xfrm>
            <a:off x="22517712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7" name="Ster"/>
          <p:cNvSpPr/>
          <p:nvPr/>
        </p:nvSpPr>
        <p:spPr>
          <a:xfrm>
            <a:off x="22856301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8" name="Ster"/>
          <p:cNvSpPr/>
          <p:nvPr/>
        </p:nvSpPr>
        <p:spPr>
          <a:xfrm>
            <a:off x="23190891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9" name="Ster"/>
          <p:cNvSpPr/>
          <p:nvPr/>
        </p:nvSpPr>
        <p:spPr>
          <a:xfrm>
            <a:off x="23529480" y="498135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0" name="Ster"/>
          <p:cNvSpPr/>
          <p:nvPr/>
        </p:nvSpPr>
        <p:spPr>
          <a:xfrm>
            <a:off x="20494891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1" name="Ster"/>
          <p:cNvSpPr/>
          <p:nvPr/>
        </p:nvSpPr>
        <p:spPr>
          <a:xfrm>
            <a:off x="20833480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2" name="Ster"/>
          <p:cNvSpPr/>
          <p:nvPr/>
        </p:nvSpPr>
        <p:spPr>
          <a:xfrm>
            <a:off x="21172068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3" name="Ster"/>
          <p:cNvSpPr/>
          <p:nvPr/>
        </p:nvSpPr>
        <p:spPr>
          <a:xfrm>
            <a:off x="21510657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4" name="Ster"/>
          <p:cNvSpPr/>
          <p:nvPr/>
        </p:nvSpPr>
        <p:spPr>
          <a:xfrm>
            <a:off x="21844508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5" name="Ster"/>
          <p:cNvSpPr/>
          <p:nvPr/>
        </p:nvSpPr>
        <p:spPr>
          <a:xfrm>
            <a:off x="22183097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6" name="Ster"/>
          <p:cNvSpPr/>
          <p:nvPr/>
        </p:nvSpPr>
        <p:spPr>
          <a:xfrm>
            <a:off x="22521685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7" name="Ster"/>
          <p:cNvSpPr/>
          <p:nvPr/>
        </p:nvSpPr>
        <p:spPr>
          <a:xfrm>
            <a:off x="22860274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8" name="Ster"/>
          <p:cNvSpPr/>
          <p:nvPr/>
        </p:nvSpPr>
        <p:spPr>
          <a:xfrm>
            <a:off x="23194864" y="4577666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09" name="Ster"/>
          <p:cNvSpPr/>
          <p:nvPr/>
        </p:nvSpPr>
        <p:spPr>
          <a:xfrm>
            <a:off x="23533453" y="4577666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0" name="Speed"/>
          <p:cNvSpPr txBox="1"/>
          <p:nvPr/>
        </p:nvSpPr>
        <p:spPr>
          <a:xfrm>
            <a:off x="16864483" y="7433632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1411" name="Ster"/>
          <p:cNvSpPr/>
          <p:nvPr/>
        </p:nvSpPr>
        <p:spPr>
          <a:xfrm>
            <a:off x="20490744" y="740336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2" name="Ster"/>
          <p:cNvSpPr/>
          <p:nvPr/>
        </p:nvSpPr>
        <p:spPr>
          <a:xfrm>
            <a:off x="20829333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3" name="Ster"/>
          <p:cNvSpPr/>
          <p:nvPr/>
        </p:nvSpPr>
        <p:spPr>
          <a:xfrm>
            <a:off x="21167923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4" name="Ster"/>
          <p:cNvSpPr/>
          <p:nvPr/>
        </p:nvSpPr>
        <p:spPr>
          <a:xfrm>
            <a:off x="21506512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5" name="Ster"/>
          <p:cNvSpPr/>
          <p:nvPr/>
        </p:nvSpPr>
        <p:spPr>
          <a:xfrm>
            <a:off x="21840361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6" name="Ster"/>
          <p:cNvSpPr/>
          <p:nvPr/>
        </p:nvSpPr>
        <p:spPr>
          <a:xfrm>
            <a:off x="22178950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7" name="Ster"/>
          <p:cNvSpPr/>
          <p:nvPr/>
        </p:nvSpPr>
        <p:spPr>
          <a:xfrm>
            <a:off x="22517540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8" name="Ster"/>
          <p:cNvSpPr/>
          <p:nvPr/>
        </p:nvSpPr>
        <p:spPr>
          <a:xfrm>
            <a:off x="22856128" y="740336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9" name="Ster"/>
          <p:cNvSpPr/>
          <p:nvPr/>
        </p:nvSpPr>
        <p:spPr>
          <a:xfrm>
            <a:off x="23190717" y="740336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0" name="Ster"/>
          <p:cNvSpPr/>
          <p:nvPr/>
        </p:nvSpPr>
        <p:spPr>
          <a:xfrm>
            <a:off x="23529306" y="740336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1" name="Determination"/>
          <p:cNvSpPr txBox="1"/>
          <p:nvPr/>
        </p:nvSpPr>
        <p:spPr>
          <a:xfrm>
            <a:off x="16862722" y="7834390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1422" name="Ster"/>
          <p:cNvSpPr/>
          <p:nvPr/>
        </p:nvSpPr>
        <p:spPr>
          <a:xfrm>
            <a:off x="20494891" y="7800685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3" name="Ster"/>
          <p:cNvSpPr/>
          <p:nvPr/>
        </p:nvSpPr>
        <p:spPr>
          <a:xfrm>
            <a:off x="20833480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4" name="Ster"/>
          <p:cNvSpPr/>
          <p:nvPr/>
        </p:nvSpPr>
        <p:spPr>
          <a:xfrm>
            <a:off x="21172070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5" name="Ster"/>
          <p:cNvSpPr/>
          <p:nvPr/>
        </p:nvSpPr>
        <p:spPr>
          <a:xfrm>
            <a:off x="21510659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6" name="Ster"/>
          <p:cNvSpPr/>
          <p:nvPr/>
        </p:nvSpPr>
        <p:spPr>
          <a:xfrm>
            <a:off x="21844508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7" name="Ster"/>
          <p:cNvSpPr/>
          <p:nvPr/>
        </p:nvSpPr>
        <p:spPr>
          <a:xfrm>
            <a:off x="22183097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8" name="Ster"/>
          <p:cNvSpPr/>
          <p:nvPr/>
        </p:nvSpPr>
        <p:spPr>
          <a:xfrm>
            <a:off x="22521687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9" name="Ster"/>
          <p:cNvSpPr/>
          <p:nvPr/>
        </p:nvSpPr>
        <p:spPr>
          <a:xfrm>
            <a:off x="22860275" y="7800685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0" name="Ster"/>
          <p:cNvSpPr/>
          <p:nvPr/>
        </p:nvSpPr>
        <p:spPr>
          <a:xfrm>
            <a:off x="23194864" y="7800685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1" name="Ster"/>
          <p:cNvSpPr/>
          <p:nvPr/>
        </p:nvSpPr>
        <p:spPr>
          <a:xfrm>
            <a:off x="23533453" y="7800685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2" name="Carries"/>
          <p:cNvSpPr txBox="1"/>
          <p:nvPr/>
        </p:nvSpPr>
        <p:spPr>
          <a:xfrm>
            <a:off x="16862722" y="5425461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1433" name="Ster"/>
          <p:cNvSpPr/>
          <p:nvPr/>
        </p:nvSpPr>
        <p:spPr>
          <a:xfrm>
            <a:off x="20494891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4" name="Ster"/>
          <p:cNvSpPr/>
          <p:nvPr/>
        </p:nvSpPr>
        <p:spPr>
          <a:xfrm>
            <a:off x="20833480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5" name="Ster"/>
          <p:cNvSpPr/>
          <p:nvPr/>
        </p:nvSpPr>
        <p:spPr>
          <a:xfrm>
            <a:off x="21172068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6" name="Ster"/>
          <p:cNvSpPr/>
          <p:nvPr/>
        </p:nvSpPr>
        <p:spPr>
          <a:xfrm>
            <a:off x="21510657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7" name="Ster"/>
          <p:cNvSpPr/>
          <p:nvPr/>
        </p:nvSpPr>
        <p:spPr>
          <a:xfrm>
            <a:off x="21844508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8" name="Ster"/>
          <p:cNvSpPr/>
          <p:nvPr/>
        </p:nvSpPr>
        <p:spPr>
          <a:xfrm>
            <a:off x="22183097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9" name="Ster"/>
          <p:cNvSpPr/>
          <p:nvPr/>
        </p:nvSpPr>
        <p:spPr>
          <a:xfrm>
            <a:off x="22521685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40" name="Ster"/>
          <p:cNvSpPr/>
          <p:nvPr/>
        </p:nvSpPr>
        <p:spPr>
          <a:xfrm>
            <a:off x="22860274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41" name="Ster"/>
          <p:cNvSpPr/>
          <p:nvPr/>
        </p:nvSpPr>
        <p:spPr>
          <a:xfrm>
            <a:off x="23194864" y="5388614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42" name="Ster"/>
          <p:cNvSpPr/>
          <p:nvPr/>
        </p:nvSpPr>
        <p:spPr>
          <a:xfrm>
            <a:off x="23533453" y="5388614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chemeClr val="accent5"/>
            </a:gs>
            <a:gs pos="100000">
              <a:schemeClr val="accent5">
                <a:lumOff val="-29866"/>
              </a:scheme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4" name="Tabel 1"/>
          <p:cNvGraphicFramePr/>
          <p:nvPr/>
        </p:nvGraphicFramePr>
        <p:xfrm>
          <a:off x="4052286" y="673006"/>
          <a:ext cx="17879300" cy="123826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73319"/>
                <a:gridCol w="3573319"/>
                <a:gridCol w="4482413"/>
                <a:gridCol w="2664226"/>
                <a:gridCol w="3573319"/>
              </a:tblGrid>
              <a:tr h="1124544">
                <a:tc>
                  <a:txBody>
                    <a:bodyPr/>
                    <a:lstStyle/>
                    <a:p>
                      <a:pPr defTabSz="914400"/>
                      <a:r>
                        <a:rPr b="1" sz="2900"/>
                        <a:t>CB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1900"/>
                        <a:t>Vermenigvuldigingsfactor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Resultaat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Defensive positioning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Defensive headers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Passing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Carries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Power play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Speed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Determination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>
                        <a:defRPr sz="2600"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Gemiddelde 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0,00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TextBox 17">
            <a:hlinkClick r:id="rId2" invalidUrl="" action="ppaction://hlinksldjump" tgtFrame="" tooltip="" history="1" highlightClick="0" endSnd="0"/>
          </p:cNvPr>
          <p:cNvSpPr txBox="1"/>
          <p:nvPr/>
        </p:nvSpPr>
        <p:spPr>
          <a:xfrm>
            <a:off x="2693983" y="569842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Passing</a:t>
            </a:r>
          </a:p>
        </p:txBody>
      </p:sp>
      <p:sp>
        <p:nvSpPr>
          <p:cNvPr id="1447" name="TextBox 17">
            <a:hlinkClick r:id="rId3" invalidUrl="" action="ppaction://hlinksldjump" tgtFrame="" tooltip="" history="1" highlightClick="0" endSnd="0"/>
          </p:cNvPr>
          <p:cNvSpPr txBox="1"/>
          <p:nvPr/>
        </p:nvSpPr>
        <p:spPr>
          <a:xfrm>
            <a:off x="2655883" y="6765525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Defensive positioning</a:t>
            </a:r>
          </a:p>
        </p:txBody>
      </p:sp>
      <p:sp>
        <p:nvSpPr>
          <p:cNvPr id="1448" name="TextBox 17">
            <a:hlinkClick r:id="rId4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9967987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8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Dribbling past opponent</a:t>
            </a:r>
          </a:p>
        </p:txBody>
      </p:sp>
      <p:sp>
        <p:nvSpPr>
          <p:cNvPr id="1449" name="TextBox 17">
            <a:hlinkClick r:id="rId5" invalidUrl="" action="ppaction://hlinksldjump" tgtFrame="" tooltip="" history="1" highlightClick="0" endSnd="0"/>
          </p:cNvPr>
          <p:cNvSpPr txBox="1"/>
          <p:nvPr/>
        </p:nvSpPr>
        <p:spPr>
          <a:xfrm>
            <a:off x="2655883" y="11012116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positioning</a:t>
            </a:r>
          </a:p>
        </p:txBody>
      </p:sp>
      <p:sp>
        <p:nvSpPr>
          <p:cNvPr id="1450" name="TextBox 17">
            <a:hlinkClick r:id="rId6" invalidUrl="" action="ppaction://hlinksldjump" tgtFrame="" tooltip="" history="1" highlightClick="0" endSnd="0"/>
          </p:cNvPr>
          <p:cNvSpPr txBox="1"/>
          <p:nvPr/>
        </p:nvSpPr>
        <p:spPr>
          <a:xfrm>
            <a:off x="7543989" y="614927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Powerplay</a:t>
            </a:r>
          </a:p>
        </p:txBody>
      </p:sp>
      <p:sp>
        <p:nvSpPr>
          <p:cNvPr id="1451" name="TextBox 17">
            <a:hlinkClick r:id="rId7" invalidUrl="" action="ppaction://hlinksldjump" tgtFrame="" tooltip="" history="1" highlightClick="0" endSnd="0"/>
          </p:cNvPr>
          <p:cNvSpPr txBox="1"/>
          <p:nvPr/>
        </p:nvSpPr>
        <p:spPr>
          <a:xfrm>
            <a:off x="7569389" y="7212448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8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1452" name="TextBox 17">
            <a:hlinkClick r:id="rId8" invalidUrl="" action="ppaction://hlinksldjump" tgtFrame="" tooltip="" history="1" highlightClick="0" endSnd="0"/>
          </p:cNvPr>
          <p:cNvSpPr txBox="1"/>
          <p:nvPr/>
        </p:nvSpPr>
        <p:spPr>
          <a:xfrm>
            <a:off x="7543989" y="9944284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8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1453" name="TextBox 17">
            <a:hlinkClick r:id="rId9" invalidUrl="" action="ppaction://hlinksldjump" tgtFrame="" tooltip="" history="1" highlightClick="0" endSnd="0"/>
          </p:cNvPr>
          <p:cNvSpPr txBox="1"/>
          <p:nvPr/>
        </p:nvSpPr>
        <p:spPr>
          <a:xfrm>
            <a:off x="12414285" y="6163591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8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  <p:sp>
        <p:nvSpPr>
          <p:cNvPr id="1454" name="TextBox 17">
            <a:hlinkClick r:id="rId10" invalidUrl="" action="ppaction://hlinksldjump" tgtFrame="" tooltip="" history="1" highlightClick="0" endSnd="0"/>
          </p:cNvPr>
          <p:cNvSpPr txBox="1"/>
          <p:nvPr/>
        </p:nvSpPr>
        <p:spPr>
          <a:xfrm>
            <a:off x="2681283" y="7831859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TextBox 31"/>
          <p:cNvSpPr txBox="1"/>
          <p:nvPr/>
        </p:nvSpPr>
        <p:spPr>
          <a:xfrm>
            <a:off x="6439242" y="4585372"/>
            <a:ext cx="488760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Man &amp; ball?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Body position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High or low line?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Danger recognition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Distance lines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Press opponent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 passing lines</a:t>
            </a:r>
            <a:endParaRPr>
              <a:solidFill>
                <a:srgbClr val="000000"/>
              </a:solidFill>
            </a:endParaRP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ct val="100000"/>
              <a:buFont typeface="Times Roman"/>
              <a:buChar char="•"/>
              <a:defRPr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457" name="TextBox 30"/>
          <p:cNvSpPr txBox="1"/>
          <p:nvPr/>
        </p:nvSpPr>
        <p:spPr>
          <a:xfrm>
            <a:off x="6232100" y="229899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“Prevent the direct opponent from finishing, crossing, dribbling or passing by defending well”</a:t>
            </a:r>
          </a:p>
        </p:txBody>
      </p:sp>
      <p:sp>
        <p:nvSpPr>
          <p:cNvPr id="1458" name="TextBox 17"/>
          <p:cNvSpPr txBox="1"/>
          <p:nvPr/>
        </p:nvSpPr>
        <p:spPr>
          <a:xfrm>
            <a:off x="6233952" y="12184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Defensive positioning</a:t>
            </a:r>
          </a:p>
        </p:txBody>
      </p:sp>
      <p:sp>
        <p:nvSpPr>
          <p:cNvPr id="1459" name="TextBox 17"/>
          <p:cNvSpPr txBox="1"/>
          <p:nvPr/>
        </p:nvSpPr>
        <p:spPr>
          <a:xfrm>
            <a:off x="18222503" y="1017190"/>
            <a:ext cx="5883091" cy="949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7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Dribbling past opponent</a:t>
            </a:r>
          </a:p>
        </p:txBody>
      </p:sp>
      <p:sp>
        <p:nvSpPr>
          <p:cNvPr id="1460" name="TextBox 30"/>
          <p:cNvSpPr txBox="1"/>
          <p:nvPr/>
        </p:nvSpPr>
        <p:spPr>
          <a:xfrm>
            <a:off x="18221445" y="2095790"/>
            <a:ext cx="5891026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“Dribble resulting a duel, after which player remains in possession, resulting in &gt;5m forwards displacement”</a:t>
            </a:r>
          </a:p>
        </p:txBody>
      </p:sp>
      <p:sp>
        <p:nvSpPr>
          <p:cNvPr id="1461" name="TextBox 31"/>
          <p:cNvSpPr txBox="1"/>
          <p:nvPr/>
        </p:nvSpPr>
        <p:spPr>
          <a:xfrm>
            <a:off x="18434105" y="4585372"/>
            <a:ext cx="488760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Tricks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Power or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Inside - outside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Combination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462" name="TextBox 31"/>
          <p:cNvSpPr txBox="1"/>
          <p:nvPr/>
        </p:nvSpPr>
        <p:spPr>
          <a:xfrm>
            <a:off x="466781" y="10820348"/>
            <a:ext cx="378077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Scanning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Awareness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Overload / 3rd man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Reachable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Rotating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Areas of play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463" name="TextBox 30"/>
          <p:cNvSpPr txBox="1"/>
          <p:nvPr/>
        </p:nvSpPr>
        <p:spPr>
          <a:xfrm>
            <a:off x="228667" y="8737167"/>
            <a:ext cx="589102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“Ball receptions in halfspace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and/or final third”</a:t>
            </a:r>
          </a:p>
        </p:txBody>
      </p:sp>
      <p:sp>
        <p:nvSpPr>
          <p:cNvPr id="1464" name="TextBox 17"/>
          <p:cNvSpPr txBox="1"/>
          <p:nvPr/>
        </p:nvSpPr>
        <p:spPr>
          <a:xfrm>
            <a:off x="230520" y="7453387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positioning</a:t>
            </a:r>
          </a:p>
        </p:txBody>
      </p:sp>
      <p:sp>
        <p:nvSpPr>
          <p:cNvPr id="1465" name="TextBox 31"/>
          <p:cNvSpPr txBox="1"/>
          <p:nvPr/>
        </p:nvSpPr>
        <p:spPr>
          <a:xfrm>
            <a:off x="6480185" y="10841514"/>
            <a:ext cx="391323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Strong body part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Groundduels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Aerial 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466" name="TextBox 30"/>
          <p:cNvSpPr txBox="1"/>
          <p:nvPr/>
        </p:nvSpPr>
        <p:spPr>
          <a:xfrm>
            <a:off x="6239754" y="8521260"/>
            <a:ext cx="5891025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“Attempts by physical strength and forceful challenges to dominate opponents in duels”</a:t>
            </a:r>
          </a:p>
        </p:txBody>
      </p:sp>
      <p:sp>
        <p:nvSpPr>
          <p:cNvPr id="1467" name="TextBox 17"/>
          <p:cNvSpPr txBox="1"/>
          <p:nvPr/>
        </p:nvSpPr>
        <p:spPr>
          <a:xfrm>
            <a:off x="6241605" y="745338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Power play</a:t>
            </a:r>
          </a:p>
        </p:txBody>
      </p:sp>
      <p:sp>
        <p:nvSpPr>
          <p:cNvPr id="1468" name="TextBox 31"/>
          <p:cNvSpPr txBox="1"/>
          <p:nvPr/>
        </p:nvSpPr>
        <p:spPr>
          <a:xfrm>
            <a:off x="12445566" y="10841514"/>
            <a:ext cx="3780774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Maintaining 90 mins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Average mins p/g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469" name="TextBox 30"/>
          <p:cNvSpPr txBox="1"/>
          <p:nvPr/>
        </p:nvSpPr>
        <p:spPr>
          <a:xfrm>
            <a:off x="12231278" y="852598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“Sustain prolonged effort and maintain performance throughout a match without excessive fatigue”</a:t>
            </a:r>
          </a:p>
        </p:txBody>
      </p:sp>
      <p:sp>
        <p:nvSpPr>
          <p:cNvPr id="1470" name="TextBox 17"/>
          <p:cNvSpPr txBox="1"/>
          <p:nvPr/>
        </p:nvSpPr>
        <p:spPr>
          <a:xfrm>
            <a:off x="12233130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Stamina</a:t>
            </a:r>
          </a:p>
        </p:txBody>
      </p:sp>
      <p:sp>
        <p:nvSpPr>
          <p:cNvPr id="1471" name="TextBox 31"/>
          <p:cNvSpPr txBox="1"/>
          <p:nvPr/>
        </p:nvSpPr>
        <p:spPr>
          <a:xfrm>
            <a:off x="18446598" y="10841514"/>
            <a:ext cx="4087012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Stride length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Big / small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First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472" name="TextBox 30"/>
          <p:cNvSpPr txBox="1"/>
          <p:nvPr/>
        </p:nvSpPr>
        <p:spPr>
          <a:xfrm>
            <a:off x="18221445" y="8729180"/>
            <a:ext cx="589102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“Top speed and acceleration capabilities”</a:t>
            </a:r>
          </a:p>
        </p:txBody>
      </p:sp>
      <p:sp>
        <p:nvSpPr>
          <p:cNvPr id="1473" name="TextBox 17"/>
          <p:cNvSpPr txBox="1"/>
          <p:nvPr/>
        </p:nvSpPr>
        <p:spPr>
          <a:xfrm>
            <a:off x="18223298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Speed</a:t>
            </a:r>
          </a:p>
        </p:txBody>
      </p:sp>
      <p:sp>
        <p:nvSpPr>
          <p:cNvPr id="1474" name="TextBox 31"/>
          <p:cNvSpPr txBox="1"/>
          <p:nvPr/>
        </p:nvSpPr>
        <p:spPr>
          <a:xfrm>
            <a:off x="469900" y="4585372"/>
            <a:ext cx="4887608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Speed of actions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of pass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Both legs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Direction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height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Preparation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475" name="TextBox 30"/>
          <p:cNvSpPr txBox="1"/>
          <p:nvPr/>
        </p:nvSpPr>
        <p:spPr>
          <a:xfrm>
            <a:off x="240575" y="229427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“Open play pass &lt;10m (under pressure or through the lines) or open play pass &gt;30m”</a:t>
            </a:r>
          </a:p>
        </p:txBody>
      </p:sp>
      <p:sp>
        <p:nvSpPr>
          <p:cNvPr id="1476" name="TextBox 17"/>
          <p:cNvSpPr txBox="1"/>
          <p:nvPr/>
        </p:nvSpPr>
        <p:spPr>
          <a:xfrm>
            <a:off x="242426" y="121369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Offensive Passing</a:t>
            </a:r>
          </a:p>
        </p:txBody>
      </p:sp>
      <p:sp>
        <p:nvSpPr>
          <p:cNvPr id="1477" name="TextBox 30"/>
          <p:cNvSpPr txBox="1"/>
          <p:nvPr/>
        </p:nvSpPr>
        <p:spPr>
          <a:xfrm>
            <a:off x="12222267" y="2502190"/>
            <a:ext cx="589102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'"Dribble with the ball resulting in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&gt;5m forward displacement”</a:t>
            </a:r>
          </a:p>
        </p:txBody>
      </p:sp>
      <p:sp>
        <p:nvSpPr>
          <p:cNvPr id="1478" name="TextBox 17"/>
          <p:cNvSpPr txBox="1"/>
          <p:nvPr/>
        </p:nvSpPr>
        <p:spPr>
          <a:xfrm>
            <a:off x="12224118" y="12184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sp>
        <p:nvSpPr>
          <p:cNvPr id="1479" name="TextBox 31"/>
          <p:cNvSpPr txBox="1"/>
          <p:nvPr/>
        </p:nvSpPr>
        <p:spPr>
          <a:xfrm>
            <a:off x="12440273" y="4585372"/>
            <a:ext cx="4099713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Pace &amp;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Which leg(s)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Covering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Space recognition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flip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TextBox 31"/>
          <p:cNvSpPr txBox="1"/>
          <p:nvPr/>
        </p:nvSpPr>
        <p:spPr>
          <a:xfrm>
            <a:off x="492183" y="4601581"/>
            <a:ext cx="391323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Emotion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Behaviour (by result)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Mourning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Inspiring others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Never give 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Fight until the end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Always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482" name="TextBox 30"/>
          <p:cNvSpPr txBox="1"/>
          <p:nvPr/>
        </p:nvSpPr>
        <p:spPr>
          <a:xfrm>
            <a:off x="246924" y="2286047"/>
            <a:ext cx="5891025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“Showing strong will, persistence, and commitment to succeed, even in difficult situations”</a:t>
            </a:r>
          </a:p>
        </p:txBody>
      </p:sp>
      <p:sp>
        <p:nvSpPr>
          <p:cNvPr id="1483" name="TextBox 17"/>
          <p:cNvSpPr txBox="1"/>
          <p:nvPr/>
        </p:nvSpPr>
        <p:spPr>
          <a:xfrm>
            <a:off x="248776" y="1218167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Determination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486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87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88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89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90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91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92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93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94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95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496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497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500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1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2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3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4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5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6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7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8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9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510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511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514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15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16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17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18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19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20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21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22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23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24" name="Carries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Carries</a:t>
            </a:r>
          </a:p>
        </p:txBody>
      </p:sp>
      <p:pic>
        <p:nvPicPr>
          <p:cNvPr id="1525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528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29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0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1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2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3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4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5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6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7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538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539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542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43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44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45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46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47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48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49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50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51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552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553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556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57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58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59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0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1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2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3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4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5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566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567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570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71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72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73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74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75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76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77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78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79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580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581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584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85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86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87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88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89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90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91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92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93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594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595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598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99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0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1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2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3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4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5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6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07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608" name="Schermafbeelding 2026-03-24 om 21.04.07.png" descr="Schermafbeelding 2026-03-24 om 21.04.07.png"/>
          <p:cNvPicPr>
            <a:picLocks noChangeAspect="1"/>
          </p:cNvPicPr>
          <p:nvPr/>
        </p:nvPicPr>
        <p:blipFill>
          <a:blip r:embed="rId2">
            <a:extLst/>
          </a:blip>
          <a:srcRect l="164" t="0" r="164" b="0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609" name="Logo FC Pro Vercelli 1892.svg.png" descr="Logo FC Pro Vercelli 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3162415" y="8934502"/>
            <a:ext cx="854734" cy="11809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TextBox 28"/>
          <p:cNvSpPr txBox="1"/>
          <p:nvPr/>
        </p:nvSpPr>
        <p:spPr>
          <a:xfrm>
            <a:off x="14881271" y="8777643"/>
            <a:ext cx="237469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