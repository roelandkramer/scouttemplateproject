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media/image1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Shape 92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6" name="Shape 92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Relationship Id="rId3" Type="http://schemas.openxmlformats.org/officeDocument/2006/relationships/image" Target="../media/image4.png"/><Relationship Id="rId4" Type="http://schemas.openxmlformats.org/officeDocument/2006/relationships/image" Target="../media/image1.tif"/></Relationships>
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5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6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38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40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1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43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57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58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59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60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73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VOETBAL</a:t>
            </a:r>
          </a:p>
        </p:txBody>
      </p:sp>
      <p:sp>
        <p:nvSpPr>
          <p:cNvPr id="75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9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77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8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BEHOEFTEN</a:t>
            </a:r>
          </a:p>
        </p:txBody>
      </p:sp>
      <p:sp>
        <p:nvSpPr>
          <p:cNvPr id="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VOORKEUR</a:t>
            </a:r>
          </a:p>
        </p:txBody>
      </p:sp>
      <p:sp>
        <p:nvSpPr>
          <p:cNvPr id="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FYSIEK</a:t>
            </a:r>
          </a:p>
        </p:txBody>
      </p:sp>
      <p:sp>
        <p:nvSpPr>
          <p:cNvPr id="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PERSOONLIJKHEID</a:t>
            </a:r>
          </a:p>
        </p:txBody>
      </p:sp>
      <p:sp>
        <p:nvSpPr>
          <p:cNvPr id="97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3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3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3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3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4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4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4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5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54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5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6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6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6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63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71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73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7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7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7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80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82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3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8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8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8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198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19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28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2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41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242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6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7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5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6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7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0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2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71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7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oelgericht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8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87" name="Doel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Doel-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gerichtheid</a:t>
            </a:r>
          </a:p>
        </p:txBody>
      </p:sp>
      <p:sp>
        <p:nvSpPr>
          <p:cNvPr id="288" name="TextBox 30"/>
          <p:cNvSpPr txBox="1"/>
          <p:nvPr/>
        </p:nvSpPr>
        <p:spPr>
          <a:xfrm>
            <a:off x="19855643" y="2212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“Doelpogingen uit kansen (voorzet, steekbal, individuele actie of spelhervatting) met hoofd of voet”</a:t>
            </a:r>
          </a:p>
        </p:txBody>
      </p:sp>
      <p:sp>
        <p:nvSpPr>
          <p:cNvPr id="289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Zone herkenning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Overzicht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 positie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voor de goal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Scoringskansen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Tussen de palen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Doel georiënteerd 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29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ositie kiezen (A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9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9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0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0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0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0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5" name="Positie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kiezen (A)</a:t>
            </a:r>
          </a:p>
        </p:txBody>
      </p:sp>
      <p:sp>
        <p:nvSpPr>
          <p:cNvPr id="306" name="TextBox 30"/>
          <p:cNvSpPr txBox="1"/>
          <p:nvPr/>
        </p:nvSpPr>
        <p:spPr>
          <a:xfrm>
            <a:off x="19855643" y="2185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“Passes ontvangen of geslaagde vrijloop-acties voor teamgenoten in de half-spaces en/of final third”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Ruimte herkenning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Scannen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Inzicht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Overload / 3e man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Aanspeelbaar zijn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Roteren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Actieve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0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binatiespel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2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2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3" name="Combinatie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Combinatie-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spel</a:t>
            </a:r>
          </a:p>
        </p:txBody>
      </p:sp>
      <p:sp>
        <p:nvSpPr>
          <p:cNvPr id="324" name="TextBox 30"/>
          <p:cNvSpPr txBox="1"/>
          <p:nvPr/>
        </p:nvSpPr>
        <p:spPr>
          <a:xfrm>
            <a:off x="19855643" y="2338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“Balvastheid en / of passing met 1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of 2x raken”</a:t>
            </a:r>
          </a:p>
        </p:txBody>
      </p:sp>
      <p:sp>
        <p:nvSpPr>
          <p:cNvPr id="32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Overzicht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positie?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Lichaamsdeel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2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ffensief Kopp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3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41" name="Offensief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Offensief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koppen</a:t>
            </a:r>
          </a:p>
        </p:txBody>
      </p:sp>
      <p:sp>
        <p:nvSpPr>
          <p:cNvPr id="342" name="TextBox 30"/>
          <p:cNvSpPr txBox="1"/>
          <p:nvPr/>
        </p:nvSpPr>
        <p:spPr>
          <a:xfrm>
            <a:off x="19855643" y="2338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“Doel- of assistpogingen met het hoofd”</a:t>
            </a:r>
          </a:p>
        </p:txBody>
      </p:sp>
      <p:sp>
        <p:nvSpPr>
          <p:cNvPr id="343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positie?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 (sprong)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Kracht &amp; nauwkeurigheid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(koppen)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Voorkeurskant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4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uelkracht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5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5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59" name="Duelkracht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Duelkracht</a:t>
            </a:r>
          </a:p>
        </p:txBody>
      </p:sp>
      <p:sp>
        <p:nvSpPr>
          <p:cNvPr id="360" name="TextBox 30"/>
          <p:cNvSpPr txBox="1"/>
          <p:nvPr/>
        </p:nvSpPr>
        <p:spPr>
          <a:xfrm>
            <a:off x="19792143" y="2271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“Geslaagde pogingen om de bal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 winnen / behouden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fysieke duels”</a:t>
            </a:r>
          </a:p>
        </p:txBody>
      </p:sp>
      <p:sp>
        <p:nvSpPr>
          <p:cNvPr id="36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Lichaamsdeel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Grondduels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Luchtduels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6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7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7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7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77" name="Flair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37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“Straalt zelfvertrouwen 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energie uit om resultaten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 behalen”</a:t>
            </a:r>
          </a:p>
        </p:txBody>
      </p:sp>
      <p:sp>
        <p:nvSpPr>
          <p:cNvPr id="37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Uitstraling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Aanwezig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Enthousiast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Extra motivatie bij druk van wedstrijd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8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oorzettingsvermo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8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8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9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9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5" name="Doorzettings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Doorzettings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vermogen</a:t>
            </a:r>
          </a:p>
        </p:txBody>
      </p:sp>
      <p:sp>
        <p:nvSpPr>
          <p:cNvPr id="396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“Heeft een echte winnaarsmentaliteit, geeft nooit op en probeert teamgenoten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 stimuleren”</a:t>
            </a:r>
          </a:p>
        </p:txBody>
      </p:sp>
      <p:sp>
        <p:nvSpPr>
          <p:cNvPr id="39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Emotie controle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Gedrag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Rouwmomenten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Anderen inspireren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Nooit opgeven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Tot het einde vechten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Altijd 100%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os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0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1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1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13" name="Composure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41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41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1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ffensive position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2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2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3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31" name="Offensive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Offensive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</p:txBody>
      </p:sp>
      <p:sp>
        <p:nvSpPr>
          <p:cNvPr id="432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“Ball receptions in halfspace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and/or final third”</a:t>
            </a:r>
          </a:p>
        </p:txBody>
      </p:sp>
      <p:sp>
        <p:nvSpPr>
          <p:cNvPr id="43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Space recognition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Scanning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Awareness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Overload / 3rd man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Reachable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Rotating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Areas of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3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in up pl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4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4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4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49" name="Link-up pla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Link-up play</a:t>
            </a:r>
          </a:p>
        </p:txBody>
      </p:sp>
      <p:sp>
        <p:nvSpPr>
          <p:cNvPr id="450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“Combine effectively in short passes, movement, and coordination to create attacking opportunities”</a:t>
            </a:r>
          </a:p>
        </p:txBody>
      </p:sp>
      <p:sp>
        <p:nvSpPr>
          <p:cNvPr id="45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position?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Body part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5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ffensive header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6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6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6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67" name="Offensive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Offensive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headers</a:t>
            </a:r>
          </a:p>
        </p:txBody>
      </p:sp>
      <p:sp>
        <p:nvSpPr>
          <p:cNvPr id="468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with the head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open play”</a:t>
            </a:r>
          </a:p>
        </p:txBody>
      </p:sp>
      <p:sp>
        <p:nvSpPr>
          <p:cNvPr id="469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position?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 (jump)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&amp; accuracy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 (header)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Preference (side)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7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owerpl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7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8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5" name="Power pla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Power play</a:t>
            </a:r>
          </a:p>
        </p:txBody>
      </p:sp>
      <p:sp>
        <p:nvSpPr>
          <p:cNvPr id="48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“Attempts by physical strength and forceful challenges to dominate opponents in duels”</a:t>
            </a:r>
          </a:p>
        </p:txBody>
      </p:sp>
      <p:sp>
        <p:nvSpPr>
          <p:cNvPr id="4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Strong body part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Groundduels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Aerial 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8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9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0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03" name="Flair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5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50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etermin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1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2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1" name="Determina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Determination</a:t>
            </a:r>
          </a:p>
        </p:txBody>
      </p:sp>
      <p:sp>
        <p:nvSpPr>
          <p:cNvPr id="522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“Showing strong will, persistence, and commitment to succeed, even in difficult situations”</a:t>
            </a:r>
          </a:p>
        </p:txBody>
      </p:sp>
      <p:sp>
        <p:nvSpPr>
          <p:cNvPr id="52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Emotion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Behaviour (by result)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Mourning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Inspiring others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Never give 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Fight until the end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Always 100%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2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6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532" name="CLub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533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534" name="TextBox 21"/>
          <p:cNvSpPr txBox="1"/>
          <p:nvPr/>
        </p:nvSpPr>
        <p:spPr>
          <a:xfrm>
            <a:off x="5171907" y="1741291"/>
            <a:ext cx="15078763" cy="52070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Bossche club, een Bosschenaar is trots op onze stad en club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strijdbaar, we buigen wel, maar barsten niet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Met heel ons hart staan we achter FC Den Bosch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Hier leren we van tegenslagen om vervolgens samen te groeien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hartverwarmende Bossche club, voor iedereen</a:t>
            </a:r>
          </a:p>
        </p:txBody>
      </p:sp>
      <p:pic>
        <p:nvPicPr>
          <p:cNvPr id="535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536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537" name="Hart"/>
          <p:cNvSpPr/>
          <p:nvPr/>
        </p:nvSpPr>
        <p:spPr>
          <a:xfrm>
            <a:off x="12037284" y="9582878"/>
            <a:ext cx="1791039" cy="1582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fill="norm" stroke="1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8" name="Hartstocht"/>
          <p:cNvSpPr txBox="1"/>
          <p:nvPr/>
        </p:nvSpPr>
        <p:spPr>
          <a:xfrm>
            <a:off x="11012435" y="8175049"/>
            <a:ext cx="3840739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Hartstocht</a:t>
            </a:r>
          </a:p>
        </p:txBody>
      </p:sp>
      <p:sp>
        <p:nvSpPr>
          <p:cNvPr id="539" name="Groei"/>
          <p:cNvSpPr/>
          <p:nvPr/>
        </p:nvSpPr>
        <p:spPr>
          <a:xfrm>
            <a:off x="16601766" y="9575118"/>
            <a:ext cx="1878982" cy="14533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fill="norm" stroke="1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0" name="Groei"/>
          <p:cNvSpPr txBox="1"/>
          <p:nvPr/>
        </p:nvSpPr>
        <p:spPr>
          <a:xfrm>
            <a:off x="16444772" y="8175049"/>
            <a:ext cx="1999735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Groei</a:t>
            </a:r>
          </a:p>
        </p:txBody>
      </p:sp>
      <p:sp>
        <p:nvSpPr>
          <p:cNvPr id="541" name="Bosch"/>
          <p:cNvSpPr txBox="1"/>
          <p:nvPr/>
        </p:nvSpPr>
        <p:spPr>
          <a:xfrm>
            <a:off x="1511459" y="8175049"/>
            <a:ext cx="2207202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Bosch</a:t>
            </a:r>
          </a:p>
        </p:txBody>
      </p:sp>
      <p:sp>
        <p:nvSpPr>
          <p:cNvPr id="542" name="Strijdbaar"/>
          <p:cNvSpPr txBox="1"/>
          <p:nvPr/>
        </p:nvSpPr>
        <p:spPr>
          <a:xfrm>
            <a:off x="5860490" y="8175049"/>
            <a:ext cx="356034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Strijdbaar</a:t>
            </a:r>
          </a:p>
        </p:txBody>
      </p:sp>
      <p:sp>
        <p:nvSpPr>
          <p:cNvPr id="543" name="Gastvrij"/>
          <p:cNvSpPr txBox="1"/>
          <p:nvPr/>
        </p:nvSpPr>
        <p:spPr>
          <a:xfrm>
            <a:off x="20229340" y="8175049"/>
            <a:ext cx="291413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Gastvrij</a:t>
            </a:r>
          </a:p>
        </p:txBody>
      </p:sp>
      <p:pic>
        <p:nvPicPr>
          <p:cNvPr id="544" name="png-clipart-handshake-others-blue-hand.png" descr="png-clipart-handshake-others-blue-han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0427039" y="9537758"/>
            <a:ext cx="2518735" cy="1528033"/>
          </a:xfrm>
          <a:prstGeom prst="rect">
            <a:avLst/>
          </a:prstGeom>
          <a:ln w="12700">
            <a:miter lim="400000"/>
          </a:ln>
        </p:spPr>
      </p:pic>
      <p:sp>
        <p:nvSpPr>
          <p:cNvPr id="545" name="Rechthoek"/>
          <p:cNvSpPr/>
          <p:nvPr/>
        </p:nvSpPr>
        <p:spPr>
          <a:xfrm>
            <a:off x="6192523" y="10189485"/>
            <a:ext cx="994252" cy="931864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6" name="Rechthoek"/>
          <p:cNvSpPr/>
          <p:nvPr/>
        </p:nvSpPr>
        <p:spPr>
          <a:xfrm>
            <a:off x="8111162" y="10189484"/>
            <a:ext cx="994252" cy="931863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Rechthoek"/>
          <p:cNvSpPr/>
          <p:nvPr/>
        </p:nvSpPr>
        <p:spPr>
          <a:xfrm>
            <a:off x="7177419" y="9627182"/>
            <a:ext cx="994252" cy="1494166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8" name="1"/>
          <p:cNvSpPr txBox="1"/>
          <p:nvPr/>
        </p:nvSpPr>
        <p:spPr>
          <a:xfrm>
            <a:off x="7412014" y="9859236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49" name="3"/>
          <p:cNvSpPr txBox="1"/>
          <p:nvPr/>
        </p:nvSpPr>
        <p:spPr>
          <a:xfrm>
            <a:off x="8455107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50" name="2"/>
          <p:cNvSpPr txBox="1"/>
          <p:nvPr/>
        </p:nvSpPr>
        <p:spPr>
          <a:xfrm>
            <a:off x="6427118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551" name="2b0643c0c0b5949fdfe730edb3ff8947.psd" descr="2b0643c0c0b5949fdfe730edb3ff8947.psd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6132" y="8946827"/>
            <a:ext cx="2854876" cy="2854876"/>
          </a:xfrm>
          <a:prstGeom prst="rect">
            <a:avLst/>
          </a:prstGeom>
          <a:ln w="12700">
            <a:miter lim="400000"/>
          </a:ln>
        </p:spPr>
      </p:pic>
      <p:sp>
        <p:nvSpPr>
          <p:cNvPr id="552" name="Lijn"/>
          <p:cNvSpPr/>
          <p:nvPr/>
        </p:nvSpPr>
        <p:spPr>
          <a:xfrm flipV="1">
            <a:off x="5064691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3" name="Lijn"/>
          <p:cNvSpPr/>
          <p:nvPr/>
        </p:nvSpPr>
        <p:spPr>
          <a:xfrm flipV="1">
            <a:off x="10216635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4" name="Lijn"/>
          <p:cNvSpPr/>
          <p:nvPr/>
        </p:nvSpPr>
        <p:spPr>
          <a:xfrm flipV="1">
            <a:off x="15426918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5" name="Lijn"/>
          <p:cNvSpPr/>
          <p:nvPr/>
        </p:nvSpPr>
        <p:spPr>
          <a:xfrm flipV="1">
            <a:off x="19462360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6" name="Kernwaarden"/>
          <p:cNvSpPr txBox="1"/>
          <p:nvPr/>
        </p:nvSpPr>
        <p:spPr>
          <a:xfrm>
            <a:off x="5735738" y="16606"/>
            <a:ext cx="14379804" cy="2484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15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Kernwaarden</a:t>
            </a:r>
          </a:p>
        </p:txBody>
      </p:sp>
      <p:sp>
        <p:nvSpPr>
          <p:cNvPr id="55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5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565" name="Playing style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Playing style</a:t>
            </a:r>
          </a:p>
        </p:txBody>
      </p:sp>
      <p:sp>
        <p:nvSpPr>
          <p:cNvPr id="566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pic>
        <p:nvPicPr>
          <p:cNvPr id="567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568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56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2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79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577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578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580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1" name="TextBox 28"/>
          <p:cNvSpPr txBox="1"/>
          <p:nvPr/>
        </p:nvSpPr>
        <p:spPr>
          <a:xfrm>
            <a:off x="9228608" y="5951167"/>
            <a:ext cx="6159931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WELKOM</a:t>
            </a:r>
          </a:p>
        </p:txBody>
      </p:sp>
      <p:pic>
        <p:nvPicPr>
          <p:cNvPr id="582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583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584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58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593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594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595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596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welcome page #03 #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8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612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652843" y="11597034"/>
            <a:ext cx="1321258" cy="1825537"/>
          </a:xfrm>
          <a:prstGeom prst="rect">
            <a:avLst/>
          </a:prstGeom>
          <a:ln w="12700">
            <a:miter lim="400000"/>
          </a:ln>
        </p:spPr>
      </p:pic>
      <p:pic>
        <p:nvPicPr>
          <p:cNvPr id="613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614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615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3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62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etermin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3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9" name="Determina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Determination</a:t>
            </a:r>
          </a:p>
        </p:txBody>
      </p:sp>
      <p:sp>
        <p:nvSpPr>
          <p:cNvPr id="640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“Showing strong will, persistence, and commitment to succeed, even in difficult situations”</a:t>
            </a:r>
          </a:p>
        </p:txBody>
      </p:sp>
      <p:sp>
        <p:nvSpPr>
          <p:cNvPr id="64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Emotion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Behaviour (by result)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Mourning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Inspiring others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Never give 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Fight until the end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Always 100%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4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9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65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5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7" name="Flair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6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65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6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owerpl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7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66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6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7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5" name="Power pla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Power play</a:t>
            </a:r>
          </a:p>
        </p:txBody>
      </p:sp>
      <p:sp>
        <p:nvSpPr>
          <p:cNvPr id="67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“Attempts by physical strength and forceful challenges to dominate opponents in duels”</a:t>
            </a:r>
          </a:p>
        </p:txBody>
      </p:sp>
      <p:sp>
        <p:nvSpPr>
          <p:cNvPr id="6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Strong body part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Groundduels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Aerial 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7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ffensive header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68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8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8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8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9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9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93" name="Offensive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Offensive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headers</a:t>
            </a:r>
          </a:p>
        </p:txBody>
      </p:sp>
      <p:sp>
        <p:nvSpPr>
          <p:cNvPr id="694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with the head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open play”</a:t>
            </a:r>
          </a:p>
        </p:txBody>
      </p:sp>
      <p:sp>
        <p:nvSpPr>
          <p:cNvPr id="695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position?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 (jump)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&amp; accuracy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 (header)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Preference (side)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9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in up pl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3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0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0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1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1" name="Link-up pla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Link-up play</a:t>
            </a:r>
          </a:p>
        </p:txBody>
      </p:sp>
      <p:sp>
        <p:nvSpPr>
          <p:cNvPr id="712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“Combine effectively in short passes, movement, and coordination to create attacking opportunities”</a:t>
            </a:r>
          </a:p>
        </p:txBody>
      </p:sp>
      <p:sp>
        <p:nvSpPr>
          <p:cNvPr id="71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position?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Body part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1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ffensive position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1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2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2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29" name="Offensive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Offensive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</p:txBody>
      </p:sp>
      <p:sp>
        <p:nvSpPr>
          <p:cNvPr id="730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“Ball receptions in halfspace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and/or final third”</a:t>
            </a:r>
          </a:p>
        </p:txBody>
      </p:sp>
      <p:sp>
        <p:nvSpPr>
          <p:cNvPr id="73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Space recognition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Scanning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Awareness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Overload / 3rd man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Reachable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Rotating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Areas of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3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os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9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4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4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4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47" name="Composure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74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74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5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boxes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8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9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0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1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62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763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4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5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6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7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8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9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0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1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2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3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4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5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76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77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78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9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0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1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2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83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4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5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6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7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8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9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0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1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92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9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0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01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02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3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804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583054" y="331010"/>
            <a:ext cx="1211120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805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06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807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08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811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809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810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12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3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4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5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6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17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8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9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0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1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2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3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4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5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826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827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828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829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8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9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0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1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2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84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84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84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84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85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85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85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3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4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5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6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7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8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9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0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86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86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864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5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6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7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86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87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87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87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873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4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5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6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7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8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9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881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883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4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5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88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88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88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890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892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893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89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89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89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0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13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911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912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14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15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pic>
        <p:nvPicPr>
          <p:cNvPr id="916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917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918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91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13.xml"/><Relationship Id="rId20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0.xml"/><Relationship Id="rId27" Type="http://schemas.openxmlformats.org/officeDocument/2006/relationships/slideLayout" Target="../slideLayouts/slideLayout21.xml"/><Relationship Id="rId28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23.xml"/><Relationship Id="rId30" Type="http://schemas.openxmlformats.org/officeDocument/2006/relationships/slideLayout" Target="../slideLayouts/slideLayout24.xml"/><Relationship Id="rId31" Type="http://schemas.openxmlformats.org/officeDocument/2006/relationships/slideLayout" Target="../slideLayouts/slideLayout25.xml"/><Relationship Id="rId32" Type="http://schemas.openxmlformats.org/officeDocument/2006/relationships/slideLayout" Target="../slideLayouts/slideLayout26.xml"/><Relationship Id="rId33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28.xml"/><Relationship Id="rId35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0.xml"/><Relationship Id="rId37" Type="http://schemas.openxmlformats.org/officeDocument/2006/relationships/slideLayout" Target="../slideLayouts/slideLayout31.xml"/><Relationship Id="rId38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33.xml"/><Relationship Id="rId40" Type="http://schemas.openxmlformats.org/officeDocument/2006/relationships/slideLayout" Target="../slideLayouts/slideLayout34.xml"/><Relationship Id="rId41" Type="http://schemas.openxmlformats.org/officeDocument/2006/relationships/slideLayout" Target="../slideLayouts/slideLayout35.xml"/><Relationship Id="rId42" Type="http://schemas.openxmlformats.org/officeDocument/2006/relationships/slideLayout" Target="../slideLayouts/slideLayout36.xml"/><Relationship Id="rId43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38.xml"/><Relationship Id="rId45" Type="http://schemas.openxmlformats.org/officeDocument/2006/relationships/slideLayout" Target="../slideLayouts/slideLayout39.xml"/><Relationship Id="rId46" Type="http://schemas.openxmlformats.org/officeDocument/2006/relationships/slideLayout" Target="../slideLayouts/slideLayout40.xml"/><Relationship Id="rId47" Type="http://schemas.openxmlformats.org/officeDocument/2006/relationships/slideLayout" Target="../slideLayouts/slideLayout4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DA3832"/>
            </a:gs>
            <a:gs pos="100000">
              <a:srgbClr val="000000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3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8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1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7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8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9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FC_Pro_Vercelli_1892.svg.png" descr="FC_Pro_Vercelli_1892.svg.png"/>
          <p:cNvPicPr>
            <a:picLocks noChangeAspect="1"/>
          </p:cNvPicPr>
          <p:nvPr/>
        </p:nvPicPr>
        <p:blipFill>
          <a:blip r:embed="rId6">
            <a:extLst/>
          </a:blip>
          <a:srcRect l="0" t="0" r="0" b="0"/>
          <a:stretch>
            <a:fillRect/>
          </a:stretch>
        </p:blipFill>
        <p:spPr>
          <a:xfrm>
            <a:off x="772309" y="11635487"/>
            <a:ext cx="1265608" cy="1748648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Naam presentati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Naam presentatie</a:t>
            </a:r>
          </a:p>
        </p:txBody>
      </p:sp>
      <p:sp>
        <p:nvSpPr>
          <p:cNvPr id="23" name="Hoofdtekst - niveau één…"/>
          <p:cNvSpPr txBox="1"/>
          <p:nvPr>
            <p:ph type="body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Ondertitel presentatie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Dianumm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  <p:sldLayoutId id="2147483661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72" r:id="rId30"/>
    <p:sldLayoutId id="2147483673" r:id="rId31"/>
    <p:sldLayoutId id="2147483674" r:id="rId32"/>
    <p:sldLayoutId id="2147483675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684" r:id="rId42"/>
    <p:sldLayoutId id="2147483685" r:id="rId43"/>
    <p:sldLayoutId id="2147483686" r:id="rId44"/>
    <p:sldLayoutId id="2147483687" r:id="rId45"/>
    <p:sldLayoutId id="2147483688" r:id="rId46"/>
    <p:sldLayoutId id="2147483689" r:id="rId4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image" Target="../media/image10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hyperlink" Target="https://recruitment.scisports.app/" TargetMode="External"/><Relationship Id="rId3" Type="http://schemas.openxmlformats.org/officeDocument/2006/relationships/image" Target="../media/image11.png"/><Relationship Id="rId4" Type="http://schemas.openxmlformats.org/officeDocument/2006/relationships/slide" Target="slide1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slide" Target="slide6.xml"/><Relationship Id="rId3" Type="http://schemas.openxmlformats.org/officeDocument/2006/relationships/slide" Target="slide8.xml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7.xml"/><Relationship Id="rId7" Type="http://schemas.openxmlformats.org/officeDocument/2006/relationships/slide" Target="slide12.xml"/><Relationship Id="rId8" Type="http://schemas.openxmlformats.org/officeDocument/2006/relationships/slide" Target="slide10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image" Target="../media/image12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2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2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2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12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12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TextBox 28"/>
          <p:cNvSpPr txBox="1"/>
          <p:nvPr/>
        </p:nvSpPr>
        <p:spPr>
          <a:xfrm>
            <a:off x="12679937" y="7643110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  <p:pic>
        <p:nvPicPr>
          <p:cNvPr id="929" name="Achterkant Pro Vercelli nr.9.png" descr="Achterkant Pro Vercelli nr.9.png"/>
          <p:cNvPicPr>
            <a:picLocks noChangeAspect="1"/>
          </p:cNvPicPr>
          <p:nvPr/>
        </p:nvPicPr>
        <p:blipFill>
          <a:blip r:embed="rId2">
            <a:extLst/>
          </a:blip>
          <a:srcRect l="14949" t="0" r="14949" b="0"/>
          <a:stretch>
            <a:fillRect/>
          </a:stretch>
        </p:blipFill>
        <p:spPr>
          <a:xfrm>
            <a:off x="18508125" y="7472384"/>
            <a:ext cx="2642323" cy="2642322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TextBox 11"/>
          <p:cNvSpPr txBox="1"/>
          <p:nvPr/>
        </p:nvSpPr>
        <p:spPr>
          <a:xfrm>
            <a:off x="3436486" y="2190748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32" name="TextBox 37"/>
          <p:cNvSpPr txBox="1"/>
          <p:nvPr/>
        </p:nvSpPr>
        <p:spPr>
          <a:xfrm>
            <a:off x="2262943" y="839474"/>
            <a:ext cx="4440638" cy="659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b="1" sz="4500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pPr/>
            <a:r>
              <a:t>Player name</a:t>
            </a:r>
          </a:p>
        </p:txBody>
      </p:sp>
      <p:sp>
        <p:nvSpPr>
          <p:cNvPr id="933" name="TextBox 23"/>
          <p:cNvSpPr txBox="1"/>
          <p:nvPr/>
        </p:nvSpPr>
        <p:spPr>
          <a:xfrm>
            <a:off x="18363004" y="584214"/>
            <a:ext cx="5467955" cy="3223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934" name="TextBox 11"/>
          <p:cNvSpPr txBox="1"/>
          <p:nvPr/>
        </p:nvSpPr>
        <p:spPr>
          <a:xfrm>
            <a:off x="3445861" y="294447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35" name="TextBox 11"/>
          <p:cNvSpPr txBox="1"/>
          <p:nvPr/>
        </p:nvSpPr>
        <p:spPr>
          <a:xfrm>
            <a:off x="3443265" y="3701887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36" name="TextBox 11"/>
          <p:cNvSpPr txBox="1"/>
          <p:nvPr/>
        </p:nvSpPr>
        <p:spPr>
          <a:xfrm>
            <a:off x="3468167" y="445930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37" name="TextBox 11"/>
          <p:cNvSpPr txBox="1"/>
          <p:nvPr/>
        </p:nvSpPr>
        <p:spPr>
          <a:xfrm>
            <a:off x="3468167" y="5211678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38" name="TextBox 11"/>
          <p:cNvSpPr txBox="1"/>
          <p:nvPr/>
        </p:nvSpPr>
        <p:spPr>
          <a:xfrm>
            <a:off x="3468167" y="5945826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39" name="TextBox 11"/>
          <p:cNvSpPr txBox="1"/>
          <p:nvPr/>
        </p:nvSpPr>
        <p:spPr>
          <a:xfrm>
            <a:off x="3468167" y="6678032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0" name="TextBox 11"/>
          <p:cNvSpPr txBox="1"/>
          <p:nvPr/>
        </p:nvSpPr>
        <p:spPr>
          <a:xfrm>
            <a:off x="11203802" y="1088478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1" name="TextBox 11"/>
          <p:cNvSpPr txBox="1"/>
          <p:nvPr/>
        </p:nvSpPr>
        <p:spPr>
          <a:xfrm>
            <a:off x="11203802" y="1806760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2" name="TextBox 11"/>
          <p:cNvSpPr txBox="1"/>
          <p:nvPr/>
        </p:nvSpPr>
        <p:spPr>
          <a:xfrm>
            <a:off x="11203802" y="2611665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3" name="TextBox 11"/>
          <p:cNvSpPr txBox="1"/>
          <p:nvPr/>
        </p:nvSpPr>
        <p:spPr>
          <a:xfrm>
            <a:off x="11203802" y="3370677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4" name="TextBox 11"/>
          <p:cNvSpPr txBox="1"/>
          <p:nvPr/>
        </p:nvSpPr>
        <p:spPr>
          <a:xfrm>
            <a:off x="13587460" y="1088478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5" name="TextBox 11"/>
          <p:cNvSpPr txBox="1"/>
          <p:nvPr/>
        </p:nvSpPr>
        <p:spPr>
          <a:xfrm>
            <a:off x="13587460" y="1806760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6" name="TextBox 11"/>
          <p:cNvSpPr txBox="1"/>
          <p:nvPr/>
        </p:nvSpPr>
        <p:spPr>
          <a:xfrm>
            <a:off x="13587460" y="2611665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7" name="TextBox 11"/>
          <p:cNvSpPr txBox="1"/>
          <p:nvPr/>
        </p:nvSpPr>
        <p:spPr>
          <a:xfrm>
            <a:off x="13587460" y="3370677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48" name="xxxx"/>
          <p:cNvSpPr txBox="1"/>
          <p:nvPr/>
        </p:nvSpPr>
        <p:spPr>
          <a:xfrm>
            <a:off x="19741483" y="9664487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949" name="xxxx"/>
          <p:cNvSpPr txBox="1"/>
          <p:nvPr/>
        </p:nvSpPr>
        <p:spPr>
          <a:xfrm>
            <a:off x="19741483" y="10420204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950" name="xxxx"/>
          <p:cNvSpPr txBox="1"/>
          <p:nvPr/>
        </p:nvSpPr>
        <p:spPr>
          <a:xfrm>
            <a:off x="19741483" y="11197829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951" name="xxxx"/>
          <p:cNvSpPr txBox="1"/>
          <p:nvPr/>
        </p:nvSpPr>
        <p:spPr>
          <a:xfrm>
            <a:off x="19753848" y="11925556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952" name="xxxx"/>
          <p:cNvSpPr txBox="1"/>
          <p:nvPr/>
        </p:nvSpPr>
        <p:spPr>
          <a:xfrm>
            <a:off x="19753848" y="12652539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953" name="TextBox 31"/>
          <p:cNvSpPr txBox="1"/>
          <p:nvPr/>
        </p:nvSpPr>
        <p:spPr>
          <a:xfrm>
            <a:off x="8032505" y="9220708"/>
            <a:ext cx="7940022" cy="3429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54" name="TextBox 11"/>
          <p:cNvSpPr txBox="1"/>
          <p:nvPr/>
        </p:nvSpPr>
        <p:spPr>
          <a:xfrm>
            <a:off x="3468167" y="7435014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55" name="TextBox 11"/>
          <p:cNvSpPr txBox="1"/>
          <p:nvPr/>
        </p:nvSpPr>
        <p:spPr>
          <a:xfrm>
            <a:off x="3468015" y="8147343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956" name="xx"/>
          <p:cNvSpPr/>
          <p:nvPr/>
        </p:nvSpPr>
        <p:spPr>
          <a:xfrm>
            <a:off x="8372141" y="5119587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</a:t>
            </a:r>
          </a:p>
        </p:txBody>
      </p:sp>
      <p:sp>
        <p:nvSpPr>
          <p:cNvPr id="957" name="xx%"/>
          <p:cNvSpPr/>
          <p:nvPr/>
        </p:nvSpPr>
        <p:spPr>
          <a:xfrm>
            <a:off x="12695199" y="5123876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xx%</a:t>
            </a:r>
          </a:p>
        </p:txBody>
      </p:sp>
      <p:sp>
        <p:nvSpPr>
          <p:cNvPr id="958" name="DATE: DD-MM-JJJJ"/>
          <p:cNvSpPr txBox="1"/>
          <p:nvPr/>
        </p:nvSpPr>
        <p:spPr>
          <a:xfrm>
            <a:off x="4875976" y="268498"/>
            <a:ext cx="267701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DATE: DD-MM-JJJJ</a:t>
            </a:r>
          </a:p>
        </p:txBody>
      </p:sp>
      <p:grpSp>
        <p:nvGrpSpPr>
          <p:cNvPr id="961" name="9"/>
          <p:cNvGrpSpPr/>
          <p:nvPr/>
        </p:nvGrpSpPr>
        <p:grpSpPr>
          <a:xfrm>
            <a:off x="5636046" y="9988295"/>
            <a:ext cx="369517" cy="383519"/>
            <a:chOff x="0" y="0"/>
            <a:chExt cx="369516" cy="383518"/>
          </a:xfrm>
        </p:grpSpPr>
        <p:sp>
          <p:nvSpPr>
            <p:cNvPr id="95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60" name="9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9</a:t>
              </a:r>
            </a:p>
          </p:txBody>
        </p:sp>
      </p:grpSp>
      <p:grpSp>
        <p:nvGrpSpPr>
          <p:cNvPr id="964" name="11"/>
          <p:cNvGrpSpPr/>
          <p:nvPr/>
        </p:nvGrpSpPr>
        <p:grpSpPr>
          <a:xfrm>
            <a:off x="4831430" y="10316581"/>
            <a:ext cx="369517" cy="383519"/>
            <a:chOff x="0" y="0"/>
            <a:chExt cx="369516" cy="383518"/>
          </a:xfrm>
        </p:grpSpPr>
        <p:sp>
          <p:nvSpPr>
            <p:cNvPr id="962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63" name="1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967" name="7"/>
          <p:cNvGrpSpPr/>
          <p:nvPr/>
        </p:nvGrpSpPr>
        <p:grpSpPr>
          <a:xfrm>
            <a:off x="6440658" y="10316581"/>
            <a:ext cx="369517" cy="383519"/>
            <a:chOff x="0" y="0"/>
            <a:chExt cx="369516" cy="383518"/>
          </a:xfrm>
        </p:grpSpPr>
        <p:sp>
          <p:nvSpPr>
            <p:cNvPr id="965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66" name="7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970" name="8"/>
          <p:cNvGrpSpPr/>
          <p:nvPr/>
        </p:nvGrpSpPr>
        <p:grpSpPr>
          <a:xfrm>
            <a:off x="5244725" y="10893821"/>
            <a:ext cx="369517" cy="383519"/>
            <a:chOff x="0" y="0"/>
            <a:chExt cx="369516" cy="383518"/>
          </a:xfrm>
        </p:grpSpPr>
        <p:sp>
          <p:nvSpPr>
            <p:cNvPr id="968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69" name="8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8</a:t>
              </a:r>
            </a:p>
          </p:txBody>
        </p:sp>
      </p:grpSp>
      <p:grpSp>
        <p:nvGrpSpPr>
          <p:cNvPr id="973" name="6"/>
          <p:cNvGrpSpPr/>
          <p:nvPr/>
        </p:nvGrpSpPr>
        <p:grpSpPr>
          <a:xfrm>
            <a:off x="5636046" y="11377755"/>
            <a:ext cx="369517" cy="383519"/>
            <a:chOff x="0" y="0"/>
            <a:chExt cx="369516" cy="383518"/>
          </a:xfrm>
        </p:grpSpPr>
        <p:sp>
          <p:nvSpPr>
            <p:cNvPr id="971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72" name="6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6</a:t>
              </a:r>
            </a:p>
          </p:txBody>
        </p:sp>
      </p:grpSp>
      <p:grpSp>
        <p:nvGrpSpPr>
          <p:cNvPr id="976" name="5"/>
          <p:cNvGrpSpPr/>
          <p:nvPr/>
        </p:nvGrpSpPr>
        <p:grpSpPr>
          <a:xfrm>
            <a:off x="4778064" y="11609513"/>
            <a:ext cx="369517" cy="383519"/>
            <a:chOff x="0" y="0"/>
            <a:chExt cx="369516" cy="383518"/>
          </a:xfrm>
        </p:grpSpPr>
        <p:sp>
          <p:nvSpPr>
            <p:cNvPr id="974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75" name="5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5</a:t>
              </a:r>
            </a:p>
          </p:txBody>
        </p:sp>
      </p:grpSp>
      <p:grpSp>
        <p:nvGrpSpPr>
          <p:cNvPr id="979" name="2"/>
          <p:cNvGrpSpPr/>
          <p:nvPr/>
        </p:nvGrpSpPr>
        <p:grpSpPr>
          <a:xfrm>
            <a:off x="6511809" y="11609513"/>
            <a:ext cx="369517" cy="383519"/>
            <a:chOff x="0" y="0"/>
            <a:chExt cx="369516" cy="383518"/>
          </a:xfrm>
        </p:grpSpPr>
        <p:sp>
          <p:nvSpPr>
            <p:cNvPr id="977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78" name="2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982" name="4"/>
          <p:cNvGrpSpPr/>
          <p:nvPr/>
        </p:nvGrpSpPr>
        <p:grpSpPr>
          <a:xfrm>
            <a:off x="5244725" y="11923923"/>
            <a:ext cx="369517" cy="383519"/>
            <a:chOff x="0" y="0"/>
            <a:chExt cx="369516" cy="383518"/>
          </a:xfrm>
        </p:grpSpPr>
        <p:sp>
          <p:nvSpPr>
            <p:cNvPr id="980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81" name="4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4</a:t>
              </a:r>
            </a:p>
          </p:txBody>
        </p:sp>
      </p:grpSp>
      <p:grpSp>
        <p:nvGrpSpPr>
          <p:cNvPr id="985" name="3"/>
          <p:cNvGrpSpPr/>
          <p:nvPr/>
        </p:nvGrpSpPr>
        <p:grpSpPr>
          <a:xfrm>
            <a:off x="6029723" y="11923923"/>
            <a:ext cx="369517" cy="383519"/>
            <a:chOff x="0" y="0"/>
            <a:chExt cx="369516" cy="383518"/>
          </a:xfrm>
        </p:grpSpPr>
        <p:sp>
          <p:nvSpPr>
            <p:cNvPr id="983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84" name="3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988" name="1"/>
          <p:cNvGrpSpPr/>
          <p:nvPr/>
        </p:nvGrpSpPr>
        <p:grpSpPr>
          <a:xfrm>
            <a:off x="5636046" y="12531862"/>
            <a:ext cx="369517" cy="383519"/>
            <a:chOff x="0" y="0"/>
            <a:chExt cx="369516" cy="383518"/>
          </a:xfrm>
        </p:grpSpPr>
        <p:sp>
          <p:nvSpPr>
            <p:cNvPr id="986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87" name="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991" name="10"/>
          <p:cNvGrpSpPr/>
          <p:nvPr/>
        </p:nvGrpSpPr>
        <p:grpSpPr>
          <a:xfrm>
            <a:off x="5858298" y="10651021"/>
            <a:ext cx="369517" cy="383519"/>
            <a:chOff x="0" y="0"/>
            <a:chExt cx="369516" cy="383518"/>
          </a:xfrm>
        </p:grpSpPr>
        <p:sp>
          <p:nvSpPr>
            <p:cNvPr id="98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990" name="10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sp>
        <p:nvSpPr>
          <p:cNvPr id="992" name="Finisher nr. 09"/>
          <p:cNvSpPr txBox="1"/>
          <p:nvPr/>
        </p:nvSpPr>
        <p:spPr>
          <a:xfrm>
            <a:off x="374971" y="10045556"/>
            <a:ext cx="3397918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3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Finisher nr. 09</a:t>
            </a:r>
          </a:p>
        </p:txBody>
      </p:sp>
      <p:sp>
        <p:nvSpPr>
          <p:cNvPr id="993" name="TextBox 31"/>
          <p:cNvSpPr txBox="1"/>
          <p:nvPr/>
        </p:nvSpPr>
        <p:spPr>
          <a:xfrm>
            <a:off x="2609789" y="11554262"/>
            <a:ext cx="1556417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</p:txBody>
      </p:sp>
      <p:pic>
        <p:nvPicPr>
          <p:cNvPr id="994" name="Logo_Scisports.png" descr="Logo_Scisports.png">
            <a:hlinkClick r:id="rId2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rcRect l="37777" t="0" r="0" b="0"/>
          <a:stretch>
            <a:fillRect/>
          </a:stretch>
        </p:blipFill>
        <p:spPr>
          <a:xfrm>
            <a:off x="16586944" y="785320"/>
            <a:ext cx="922534" cy="51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95" name="Browse…">
            <a:hlinkClick r:id="rId4" invalidUrl="" action="ppaction://hlinksldjump" tgtFrame="" tooltip="" history="1" highlightClick="0" endSnd="0"/>
          </p:cNvPr>
          <p:cNvSpPr/>
          <p:nvPr/>
        </p:nvSpPr>
        <p:spPr>
          <a:xfrm>
            <a:off x="463550" y="296333"/>
            <a:ext cx="1397069" cy="1397069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Browse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Foto</a:t>
            </a:r>
          </a:p>
        </p:txBody>
      </p:sp>
      <p:sp>
        <p:nvSpPr>
          <p:cNvPr id="996" name="Flair"/>
          <p:cNvSpPr txBox="1"/>
          <p:nvPr/>
        </p:nvSpPr>
        <p:spPr>
          <a:xfrm>
            <a:off x="16838432" y="7313752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997" name="Powerplay"/>
          <p:cNvSpPr txBox="1"/>
          <p:nvPr/>
        </p:nvSpPr>
        <p:spPr>
          <a:xfrm>
            <a:off x="16856595" y="6807672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Powerplay</a:t>
            </a:r>
          </a:p>
        </p:txBody>
      </p:sp>
      <p:sp>
        <p:nvSpPr>
          <p:cNvPr id="998" name="Offensive headers"/>
          <p:cNvSpPr txBox="1"/>
          <p:nvPr/>
        </p:nvSpPr>
        <p:spPr>
          <a:xfrm>
            <a:off x="16856595" y="6289566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Offensive headers</a:t>
            </a:r>
          </a:p>
        </p:txBody>
      </p:sp>
      <p:sp>
        <p:nvSpPr>
          <p:cNvPr id="999" name="Link up play"/>
          <p:cNvSpPr txBox="1"/>
          <p:nvPr/>
        </p:nvSpPr>
        <p:spPr>
          <a:xfrm>
            <a:off x="16856595" y="5745514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Link up play</a:t>
            </a:r>
          </a:p>
        </p:txBody>
      </p:sp>
      <p:sp>
        <p:nvSpPr>
          <p:cNvPr id="1000" name="Offensive positioning"/>
          <p:cNvSpPr txBox="1"/>
          <p:nvPr/>
        </p:nvSpPr>
        <p:spPr>
          <a:xfrm>
            <a:off x="16856595" y="5214708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Offensive positioning</a:t>
            </a:r>
          </a:p>
        </p:txBody>
      </p:sp>
      <p:sp>
        <p:nvSpPr>
          <p:cNvPr id="1001" name="Composure"/>
          <p:cNvSpPr txBox="1"/>
          <p:nvPr/>
        </p:nvSpPr>
        <p:spPr>
          <a:xfrm>
            <a:off x="16856595" y="4731517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002" name="Ster"/>
          <p:cNvSpPr/>
          <p:nvPr/>
        </p:nvSpPr>
        <p:spPr>
          <a:xfrm>
            <a:off x="20512512" y="7294639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3" name="Ster"/>
          <p:cNvSpPr/>
          <p:nvPr/>
        </p:nvSpPr>
        <p:spPr>
          <a:xfrm>
            <a:off x="20851100" y="7294639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4" name="Ster"/>
          <p:cNvSpPr/>
          <p:nvPr/>
        </p:nvSpPr>
        <p:spPr>
          <a:xfrm>
            <a:off x="21189691" y="7294639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5" name="Ster"/>
          <p:cNvSpPr/>
          <p:nvPr/>
        </p:nvSpPr>
        <p:spPr>
          <a:xfrm>
            <a:off x="21528279" y="7294639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6" name="Ster"/>
          <p:cNvSpPr/>
          <p:nvPr/>
        </p:nvSpPr>
        <p:spPr>
          <a:xfrm>
            <a:off x="21862129" y="7294639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7" name="Ster"/>
          <p:cNvSpPr/>
          <p:nvPr/>
        </p:nvSpPr>
        <p:spPr>
          <a:xfrm>
            <a:off x="22200717" y="7294639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8" name="Ster"/>
          <p:cNvSpPr/>
          <p:nvPr/>
        </p:nvSpPr>
        <p:spPr>
          <a:xfrm>
            <a:off x="22539307" y="7294639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9" name="Ster"/>
          <p:cNvSpPr/>
          <p:nvPr/>
        </p:nvSpPr>
        <p:spPr>
          <a:xfrm>
            <a:off x="22877896" y="7294639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0" name="Ster"/>
          <p:cNvSpPr/>
          <p:nvPr/>
        </p:nvSpPr>
        <p:spPr>
          <a:xfrm>
            <a:off x="23212485" y="7294639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1" name="Ster"/>
          <p:cNvSpPr/>
          <p:nvPr/>
        </p:nvSpPr>
        <p:spPr>
          <a:xfrm>
            <a:off x="23551074" y="7294639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2" name="Ster"/>
          <p:cNvSpPr/>
          <p:nvPr/>
        </p:nvSpPr>
        <p:spPr>
          <a:xfrm>
            <a:off x="20516318" y="678984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3" name="Ster"/>
          <p:cNvSpPr/>
          <p:nvPr/>
        </p:nvSpPr>
        <p:spPr>
          <a:xfrm>
            <a:off x="20854906" y="678984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4" name="Ster"/>
          <p:cNvSpPr/>
          <p:nvPr/>
        </p:nvSpPr>
        <p:spPr>
          <a:xfrm>
            <a:off x="21193497" y="678984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5" name="Ster"/>
          <p:cNvSpPr/>
          <p:nvPr/>
        </p:nvSpPr>
        <p:spPr>
          <a:xfrm>
            <a:off x="21532085" y="678984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6" name="Ster"/>
          <p:cNvSpPr/>
          <p:nvPr/>
        </p:nvSpPr>
        <p:spPr>
          <a:xfrm>
            <a:off x="21865935" y="678984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7" name="Ster"/>
          <p:cNvSpPr/>
          <p:nvPr/>
        </p:nvSpPr>
        <p:spPr>
          <a:xfrm>
            <a:off x="22204523" y="678984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8" name="Ster"/>
          <p:cNvSpPr/>
          <p:nvPr/>
        </p:nvSpPr>
        <p:spPr>
          <a:xfrm>
            <a:off x="22543113" y="678984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19" name="Ster"/>
          <p:cNvSpPr/>
          <p:nvPr/>
        </p:nvSpPr>
        <p:spPr>
          <a:xfrm>
            <a:off x="22881702" y="678984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0" name="Ster"/>
          <p:cNvSpPr/>
          <p:nvPr/>
        </p:nvSpPr>
        <p:spPr>
          <a:xfrm>
            <a:off x="23216291" y="678984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1" name="Ster"/>
          <p:cNvSpPr/>
          <p:nvPr/>
        </p:nvSpPr>
        <p:spPr>
          <a:xfrm>
            <a:off x="23554880" y="678984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2" name="Ster"/>
          <p:cNvSpPr/>
          <p:nvPr/>
        </p:nvSpPr>
        <p:spPr>
          <a:xfrm>
            <a:off x="20521565" y="574292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3" name="Ster"/>
          <p:cNvSpPr/>
          <p:nvPr/>
        </p:nvSpPr>
        <p:spPr>
          <a:xfrm>
            <a:off x="20860154" y="574292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4" name="Ster"/>
          <p:cNvSpPr/>
          <p:nvPr/>
        </p:nvSpPr>
        <p:spPr>
          <a:xfrm>
            <a:off x="21198743" y="574292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5" name="Ster"/>
          <p:cNvSpPr/>
          <p:nvPr/>
        </p:nvSpPr>
        <p:spPr>
          <a:xfrm>
            <a:off x="21537331" y="574292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6" name="Ster"/>
          <p:cNvSpPr/>
          <p:nvPr/>
        </p:nvSpPr>
        <p:spPr>
          <a:xfrm>
            <a:off x="21871182" y="574292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7" name="Ster"/>
          <p:cNvSpPr/>
          <p:nvPr/>
        </p:nvSpPr>
        <p:spPr>
          <a:xfrm>
            <a:off x="22209771" y="574292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8" name="Ster"/>
          <p:cNvSpPr/>
          <p:nvPr/>
        </p:nvSpPr>
        <p:spPr>
          <a:xfrm>
            <a:off x="22548360" y="574292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29" name="Ster"/>
          <p:cNvSpPr/>
          <p:nvPr/>
        </p:nvSpPr>
        <p:spPr>
          <a:xfrm>
            <a:off x="22886948" y="574292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0" name="Ster"/>
          <p:cNvSpPr/>
          <p:nvPr/>
        </p:nvSpPr>
        <p:spPr>
          <a:xfrm>
            <a:off x="23221539" y="574292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1" name="Ster"/>
          <p:cNvSpPr/>
          <p:nvPr/>
        </p:nvSpPr>
        <p:spPr>
          <a:xfrm>
            <a:off x="23560127" y="574292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2" name="Ster"/>
          <p:cNvSpPr/>
          <p:nvPr/>
        </p:nvSpPr>
        <p:spPr>
          <a:xfrm>
            <a:off x="20521565" y="62758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3" name="Ster"/>
          <p:cNvSpPr/>
          <p:nvPr/>
        </p:nvSpPr>
        <p:spPr>
          <a:xfrm>
            <a:off x="20860154" y="62758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4" name="Ster"/>
          <p:cNvSpPr/>
          <p:nvPr/>
        </p:nvSpPr>
        <p:spPr>
          <a:xfrm>
            <a:off x="21198743" y="62758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5" name="Ster"/>
          <p:cNvSpPr/>
          <p:nvPr/>
        </p:nvSpPr>
        <p:spPr>
          <a:xfrm>
            <a:off x="21537331" y="62758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6" name="Ster"/>
          <p:cNvSpPr/>
          <p:nvPr/>
        </p:nvSpPr>
        <p:spPr>
          <a:xfrm>
            <a:off x="21871182" y="62758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7" name="Ster"/>
          <p:cNvSpPr/>
          <p:nvPr/>
        </p:nvSpPr>
        <p:spPr>
          <a:xfrm>
            <a:off x="22209771" y="62758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8" name="Ster"/>
          <p:cNvSpPr/>
          <p:nvPr/>
        </p:nvSpPr>
        <p:spPr>
          <a:xfrm>
            <a:off x="22548360" y="62758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39" name="Ster"/>
          <p:cNvSpPr/>
          <p:nvPr/>
        </p:nvSpPr>
        <p:spPr>
          <a:xfrm>
            <a:off x="22886948" y="62758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0" name="Ster"/>
          <p:cNvSpPr/>
          <p:nvPr/>
        </p:nvSpPr>
        <p:spPr>
          <a:xfrm>
            <a:off x="23221539" y="627580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1" name="Ster"/>
          <p:cNvSpPr/>
          <p:nvPr/>
        </p:nvSpPr>
        <p:spPr>
          <a:xfrm>
            <a:off x="23560127" y="627580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2" name="Ster"/>
          <p:cNvSpPr/>
          <p:nvPr/>
        </p:nvSpPr>
        <p:spPr>
          <a:xfrm>
            <a:off x="20521565" y="5212730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3" name="Ster"/>
          <p:cNvSpPr/>
          <p:nvPr/>
        </p:nvSpPr>
        <p:spPr>
          <a:xfrm>
            <a:off x="20860154" y="5212730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4" name="Ster"/>
          <p:cNvSpPr/>
          <p:nvPr/>
        </p:nvSpPr>
        <p:spPr>
          <a:xfrm>
            <a:off x="21198743" y="5212730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5" name="Ster"/>
          <p:cNvSpPr/>
          <p:nvPr/>
        </p:nvSpPr>
        <p:spPr>
          <a:xfrm>
            <a:off x="21537331" y="5212730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6" name="Ster"/>
          <p:cNvSpPr/>
          <p:nvPr/>
        </p:nvSpPr>
        <p:spPr>
          <a:xfrm>
            <a:off x="21871182" y="5212730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7" name="Ster"/>
          <p:cNvSpPr/>
          <p:nvPr/>
        </p:nvSpPr>
        <p:spPr>
          <a:xfrm>
            <a:off x="22209771" y="5212730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8" name="Ster"/>
          <p:cNvSpPr/>
          <p:nvPr/>
        </p:nvSpPr>
        <p:spPr>
          <a:xfrm>
            <a:off x="22548360" y="5212730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49" name="Ster"/>
          <p:cNvSpPr/>
          <p:nvPr/>
        </p:nvSpPr>
        <p:spPr>
          <a:xfrm>
            <a:off x="22886948" y="5212730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0" name="Ster"/>
          <p:cNvSpPr/>
          <p:nvPr/>
        </p:nvSpPr>
        <p:spPr>
          <a:xfrm>
            <a:off x="23221539" y="5212730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1" name="Ster"/>
          <p:cNvSpPr/>
          <p:nvPr/>
        </p:nvSpPr>
        <p:spPr>
          <a:xfrm>
            <a:off x="23560127" y="5212730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2" name="Ster"/>
          <p:cNvSpPr/>
          <p:nvPr/>
        </p:nvSpPr>
        <p:spPr>
          <a:xfrm>
            <a:off x="20525371" y="4707939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3" name="Ster"/>
          <p:cNvSpPr/>
          <p:nvPr/>
        </p:nvSpPr>
        <p:spPr>
          <a:xfrm>
            <a:off x="20863960" y="4707939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4" name="Ster"/>
          <p:cNvSpPr/>
          <p:nvPr/>
        </p:nvSpPr>
        <p:spPr>
          <a:xfrm>
            <a:off x="21202549" y="4707939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5" name="Ster"/>
          <p:cNvSpPr/>
          <p:nvPr/>
        </p:nvSpPr>
        <p:spPr>
          <a:xfrm>
            <a:off x="21541137" y="4707939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6" name="Ster"/>
          <p:cNvSpPr/>
          <p:nvPr/>
        </p:nvSpPr>
        <p:spPr>
          <a:xfrm>
            <a:off x="21874988" y="4707939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7" name="Ster"/>
          <p:cNvSpPr/>
          <p:nvPr/>
        </p:nvSpPr>
        <p:spPr>
          <a:xfrm>
            <a:off x="22213577" y="4707939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8" name="Ster"/>
          <p:cNvSpPr/>
          <p:nvPr/>
        </p:nvSpPr>
        <p:spPr>
          <a:xfrm>
            <a:off x="22552166" y="4707939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9" name="Ster"/>
          <p:cNvSpPr/>
          <p:nvPr/>
        </p:nvSpPr>
        <p:spPr>
          <a:xfrm>
            <a:off x="22890754" y="4707939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0" name="Ster"/>
          <p:cNvSpPr/>
          <p:nvPr/>
        </p:nvSpPr>
        <p:spPr>
          <a:xfrm>
            <a:off x="23225345" y="4707939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1" name="Ster"/>
          <p:cNvSpPr/>
          <p:nvPr/>
        </p:nvSpPr>
        <p:spPr>
          <a:xfrm>
            <a:off x="23563933" y="4707939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2" name="Determination"/>
          <p:cNvSpPr txBox="1"/>
          <p:nvPr/>
        </p:nvSpPr>
        <p:spPr>
          <a:xfrm>
            <a:off x="16838432" y="7773379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Determination</a:t>
            </a:r>
          </a:p>
        </p:txBody>
      </p:sp>
      <p:sp>
        <p:nvSpPr>
          <p:cNvPr id="1063" name="Ster"/>
          <p:cNvSpPr/>
          <p:nvPr/>
        </p:nvSpPr>
        <p:spPr>
          <a:xfrm>
            <a:off x="20512512" y="7754266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4" name="Ster"/>
          <p:cNvSpPr/>
          <p:nvPr/>
        </p:nvSpPr>
        <p:spPr>
          <a:xfrm>
            <a:off x="20851100" y="7754266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5" name="Ster"/>
          <p:cNvSpPr/>
          <p:nvPr/>
        </p:nvSpPr>
        <p:spPr>
          <a:xfrm>
            <a:off x="21189691" y="7754266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6" name="Ster"/>
          <p:cNvSpPr/>
          <p:nvPr/>
        </p:nvSpPr>
        <p:spPr>
          <a:xfrm>
            <a:off x="21528279" y="7754266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7" name="Ster"/>
          <p:cNvSpPr/>
          <p:nvPr/>
        </p:nvSpPr>
        <p:spPr>
          <a:xfrm>
            <a:off x="21862129" y="7754266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8" name="Ster"/>
          <p:cNvSpPr/>
          <p:nvPr/>
        </p:nvSpPr>
        <p:spPr>
          <a:xfrm>
            <a:off x="22200717" y="7754266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9" name="Ster"/>
          <p:cNvSpPr/>
          <p:nvPr/>
        </p:nvSpPr>
        <p:spPr>
          <a:xfrm>
            <a:off x="22539307" y="7754266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0" name="Ster"/>
          <p:cNvSpPr/>
          <p:nvPr/>
        </p:nvSpPr>
        <p:spPr>
          <a:xfrm>
            <a:off x="22877896" y="7754266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1" name="Ster"/>
          <p:cNvSpPr/>
          <p:nvPr/>
        </p:nvSpPr>
        <p:spPr>
          <a:xfrm>
            <a:off x="23212485" y="7754266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2" name="Ster"/>
          <p:cNvSpPr/>
          <p:nvPr/>
        </p:nvSpPr>
        <p:spPr>
          <a:xfrm>
            <a:off x="23551074" y="7754266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chemeClr val="accent5"/>
            </a:gs>
            <a:gs pos="100000">
              <a:schemeClr val="accent5">
                <a:lumOff val="-29866"/>
              </a:schemeClr>
            </a:gs>
          </a:gsLst>
          <a:lin ang="54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4" name="Tabel 1"/>
          <p:cNvGraphicFramePr/>
          <p:nvPr/>
        </p:nvGraphicFramePr>
        <p:xfrm>
          <a:off x="4052286" y="673006"/>
          <a:ext cx="17879300" cy="1238268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573319"/>
                <a:gridCol w="3573319"/>
                <a:gridCol w="4482413"/>
                <a:gridCol w="2664226"/>
                <a:gridCol w="3573319"/>
              </a:tblGrid>
              <a:tr h="1124544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F#9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Multiplication factor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Composure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Offensive positioning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Link up play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Offensive headers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Powerplay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Flair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Determination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Average 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0,00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9"/>
          <p:cNvSpPr/>
          <p:nvPr/>
        </p:nvSpPr>
        <p:spPr>
          <a:xfrm>
            <a:off x="20427404" y="4955068"/>
            <a:ext cx="657473" cy="682385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077" name="11"/>
          <p:cNvSpPr/>
          <p:nvPr/>
        </p:nvSpPr>
        <p:spPr>
          <a:xfrm>
            <a:off x="18995767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7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078" name="7"/>
          <p:cNvSpPr/>
          <p:nvPr/>
        </p:nvSpPr>
        <p:spPr>
          <a:xfrm>
            <a:off x="21859042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79" name="5"/>
          <p:cNvSpPr/>
          <p:nvPr/>
        </p:nvSpPr>
        <p:spPr>
          <a:xfrm>
            <a:off x="18900818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080" name="2"/>
          <p:cNvSpPr/>
          <p:nvPr/>
        </p:nvSpPr>
        <p:spPr>
          <a:xfrm>
            <a:off x="21985640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081" name="4"/>
          <p:cNvSpPr/>
          <p:nvPr/>
        </p:nvSpPr>
        <p:spPr>
          <a:xfrm>
            <a:off x="19731139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82" name="3"/>
          <p:cNvSpPr/>
          <p:nvPr/>
        </p:nvSpPr>
        <p:spPr>
          <a:xfrm>
            <a:off x="21127868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083" name="1"/>
          <p:cNvSpPr/>
          <p:nvPr/>
        </p:nvSpPr>
        <p:spPr>
          <a:xfrm>
            <a:off x="20427404" y="9762007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84" name="6"/>
          <p:cNvSpPr/>
          <p:nvPr/>
        </p:nvSpPr>
        <p:spPr>
          <a:xfrm>
            <a:off x="20653123" y="7600564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085" name="8"/>
          <p:cNvSpPr/>
          <p:nvPr/>
        </p:nvSpPr>
        <p:spPr>
          <a:xfrm>
            <a:off x="19920776" y="691404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086" name="10"/>
          <p:cNvSpPr/>
          <p:nvPr/>
        </p:nvSpPr>
        <p:spPr>
          <a:xfrm>
            <a:off x="20933539" y="6424333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6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087" name="Finisher #09"/>
          <p:cNvSpPr txBox="1"/>
          <p:nvPr/>
        </p:nvSpPr>
        <p:spPr>
          <a:xfrm>
            <a:off x="2542804" y="43415"/>
            <a:ext cx="11134957" cy="9271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8100" dist="57611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b="1" cap="all" sz="6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Finisher #09</a:t>
            </a:r>
          </a:p>
        </p:txBody>
      </p:sp>
      <p:sp>
        <p:nvSpPr>
          <p:cNvPr id="1088" name="TextBox 17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2655883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089" name="TextBox 17">
            <a:hlinkClick r:id="rId3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Link up play</a:t>
            </a:r>
          </a:p>
        </p:txBody>
      </p:sp>
      <p:sp>
        <p:nvSpPr>
          <p:cNvPr id="1090" name="TextBox 17">
            <a:hlinkClick r:id="rId4" invalidUrl="" action="ppaction://hlinksldjump" tgtFrame="" tooltip="" history="1" highlightClick="0" endSnd="0"/>
          </p:cNvPr>
          <p:cNvSpPr txBox="1"/>
          <p:nvPr/>
        </p:nvSpPr>
        <p:spPr>
          <a:xfrm>
            <a:off x="2655883" y="11012116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Offensive headers</a:t>
            </a:r>
          </a:p>
        </p:txBody>
      </p:sp>
      <p:sp>
        <p:nvSpPr>
          <p:cNvPr id="1091" name="TextBox 17">
            <a:hlinkClick r:id="rId5" invalidUrl="" action="ppaction://hlinksldjump" tgtFrame="" tooltip="" history="1" highlightClick="0" endSnd="0"/>
          </p:cNvPr>
          <p:cNvSpPr txBox="1"/>
          <p:nvPr/>
        </p:nvSpPr>
        <p:spPr>
          <a:xfrm>
            <a:off x="12467846" y="6168320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1092" name="TextBox 17">
            <a:hlinkClick r:id="rId6" invalidUrl="" action="ppaction://hlinksldjump" tgtFrame="" tooltip="" history="1" highlightClick="0" endSnd="0"/>
          </p:cNvPr>
          <p:cNvSpPr txBox="1"/>
          <p:nvPr/>
        </p:nvSpPr>
        <p:spPr>
          <a:xfrm>
            <a:off x="2637385" y="7212448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Offensive positioning</a:t>
            </a:r>
          </a:p>
        </p:txBody>
      </p:sp>
      <p:sp>
        <p:nvSpPr>
          <p:cNvPr id="1093" name="TextBox 17">
            <a:hlinkClick r:id="rId7" invalidUrl="" action="ppaction://hlinksldjump" tgtFrame="" tooltip="" history="1" highlightClick="0" endSnd="0"/>
          </p:cNvPr>
          <p:cNvSpPr txBox="1"/>
          <p:nvPr/>
        </p:nvSpPr>
        <p:spPr>
          <a:xfrm>
            <a:off x="12467846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Determination</a:t>
            </a:r>
          </a:p>
        </p:txBody>
      </p:sp>
      <p:sp>
        <p:nvSpPr>
          <p:cNvPr id="1094" name="TextBox 17">
            <a:hlinkClick r:id="rId8" invalidUrl="" action="ppaction://hlinksldjump" tgtFrame="" tooltip="" history="1" highlightClick="0" endSnd="0"/>
          </p:cNvPr>
          <p:cNvSpPr txBox="1"/>
          <p:nvPr/>
        </p:nvSpPr>
        <p:spPr>
          <a:xfrm>
            <a:off x="7744162" y="9967987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Powerplay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TextBox 31"/>
          <p:cNvSpPr txBox="1"/>
          <p:nvPr/>
        </p:nvSpPr>
        <p:spPr>
          <a:xfrm>
            <a:off x="469900" y="4585372"/>
            <a:ext cx="488760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097" name="TextBox 30"/>
          <p:cNvSpPr txBox="1"/>
          <p:nvPr/>
        </p:nvSpPr>
        <p:spPr>
          <a:xfrm>
            <a:off x="240575" y="2352690"/>
            <a:ext cx="5891026" cy="1102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1098" name="TextBox 17"/>
          <p:cNvSpPr txBox="1"/>
          <p:nvPr/>
        </p:nvSpPr>
        <p:spPr>
          <a:xfrm>
            <a:off x="242426" y="121369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099" name="TextBox 31"/>
          <p:cNvSpPr txBox="1"/>
          <p:nvPr/>
        </p:nvSpPr>
        <p:spPr>
          <a:xfrm>
            <a:off x="6439242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Space recognition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Scanning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Awareness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Overload / 3rd man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Reachable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Rotating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Areas of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100" name="TextBox 30"/>
          <p:cNvSpPr txBox="1"/>
          <p:nvPr/>
        </p:nvSpPr>
        <p:spPr>
          <a:xfrm>
            <a:off x="6232100" y="2502190"/>
            <a:ext cx="5891026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“Ball receptions in halfspace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and/or final third”</a:t>
            </a:r>
          </a:p>
        </p:txBody>
      </p:sp>
      <p:sp>
        <p:nvSpPr>
          <p:cNvPr id="1101" name="TextBox 17"/>
          <p:cNvSpPr txBox="1"/>
          <p:nvPr/>
        </p:nvSpPr>
        <p:spPr>
          <a:xfrm>
            <a:off x="6233952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Offensive positioning</a:t>
            </a:r>
          </a:p>
        </p:txBody>
      </p:sp>
      <p:sp>
        <p:nvSpPr>
          <p:cNvPr id="1102" name="TextBox 30"/>
          <p:cNvSpPr txBox="1"/>
          <p:nvPr/>
        </p:nvSpPr>
        <p:spPr>
          <a:xfrm>
            <a:off x="12222267" y="229899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“Combine effectively in short passes, movement, and coordination to create attacking opportunities”</a:t>
            </a:r>
          </a:p>
        </p:txBody>
      </p:sp>
      <p:sp>
        <p:nvSpPr>
          <p:cNvPr id="1103" name="TextBox 17"/>
          <p:cNvSpPr txBox="1"/>
          <p:nvPr/>
        </p:nvSpPr>
        <p:spPr>
          <a:xfrm>
            <a:off x="12224118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Link-up play</a:t>
            </a:r>
          </a:p>
        </p:txBody>
      </p:sp>
      <p:sp>
        <p:nvSpPr>
          <p:cNvPr id="1104" name="TextBox 30"/>
          <p:cNvSpPr txBox="1"/>
          <p:nvPr/>
        </p:nvSpPr>
        <p:spPr>
          <a:xfrm>
            <a:off x="18203191" y="2534575"/>
            <a:ext cx="5891026" cy="748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with the head </a:t>
            </a:r>
          </a:p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open play”</a:t>
            </a:r>
          </a:p>
        </p:txBody>
      </p:sp>
      <p:sp>
        <p:nvSpPr>
          <p:cNvPr id="1105" name="TextBox 17"/>
          <p:cNvSpPr txBox="1"/>
          <p:nvPr/>
        </p:nvSpPr>
        <p:spPr>
          <a:xfrm>
            <a:off x="18205043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Offensive headers</a:t>
            </a:r>
          </a:p>
        </p:txBody>
      </p:sp>
      <p:sp>
        <p:nvSpPr>
          <p:cNvPr id="1106" name="TextBox 31"/>
          <p:cNvSpPr txBox="1"/>
          <p:nvPr/>
        </p:nvSpPr>
        <p:spPr>
          <a:xfrm>
            <a:off x="480211" y="10841514"/>
            <a:ext cx="3913231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Strong body part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Groundduels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Aerial duels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107" name="TextBox 30"/>
          <p:cNvSpPr txBox="1"/>
          <p:nvPr/>
        </p:nvSpPr>
        <p:spPr>
          <a:xfrm>
            <a:off x="239779" y="852126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“Attempts by physical strength and forceful challenges to dominate opponents in duels”</a:t>
            </a:r>
          </a:p>
        </p:txBody>
      </p:sp>
      <p:sp>
        <p:nvSpPr>
          <p:cNvPr id="1108" name="TextBox 17"/>
          <p:cNvSpPr txBox="1"/>
          <p:nvPr/>
        </p:nvSpPr>
        <p:spPr>
          <a:xfrm>
            <a:off x="241631" y="745338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Power play</a:t>
            </a:r>
          </a:p>
        </p:txBody>
      </p:sp>
      <p:sp>
        <p:nvSpPr>
          <p:cNvPr id="1109" name="TextBox 30"/>
          <p:cNvSpPr txBox="1"/>
          <p:nvPr/>
        </p:nvSpPr>
        <p:spPr>
          <a:xfrm>
            <a:off x="6231304" y="852598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1110" name="TextBox 17"/>
          <p:cNvSpPr txBox="1"/>
          <p:nvPr/>
        </p:nvSpPr>
        <p:spPr>
          <a:xfrm>
            <a:off x="6233156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1111" name="TextBox 31"/>
          <p:cNvSpPr txBox="1"/>
          <p:nvPr/>
        </p:nvSpPr>
        <p:spPr>
          <a:xfrm>
            <a:off x="12446623" y="10841514"/>
            <a:ext cx="4087013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Emotion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Behaviour (by result)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Mourning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Inspiring others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Never give 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Fight until the end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Always 100%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112" name="TextBox 30"/>
          <p:cNvSpPr txBox="1"/>
          <p:nvPr/>
        </p:nvSpPr>
        <p:spPr>
          <a:xfrm>
            <a:off x="12221471" y="852598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“Showing strong will, persistence, and commitment to succeed, even in difficult situations”</a:t>
            </a:r>
          </a:p>
        </p:txBody>
      </p:sp>
      <p:sp>
        <p:nvSpPr>
          <p:cNvPr id="1113" name="TextBox 17"/>
          <p:cNvSpPr txBox="1"/>
          <p:nvPr/>
        </p:nvSpPr>
        <p:spPr>
          <a:xfrm>
            <a:off x="12223323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Determination</a:t>
            </a:r>
          </a:p>
        </p:txBody>
      </p:sp>
      <p:sp>
        <p:nvSpPr>
          <p:cNvPr id="1114" name="TextBox 31"/>
          <p:cNvSpPr txBox="1"/>
          <p:nvPr/>
        </p:nvSpPr>
        <p:spPr>
          <a:xfrm>
            <a:off x="18441305" y="4585372"/>
            <a:ext cx="3780774" cy="2514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position?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 (jump)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&amp; accuracy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 (header)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Preference (side)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115" name="TextBox 31"/>
          <p:cNvSpPr txBox="1"/>
          <p:nvPr/>
        </p:nvSpPr>
        <p:spPr>
          <a:xfrm>
            <a:off x="12440273" y="4585372"/>
            <a:ext cx="4099713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duel / in position?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Body part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116" name="TextBox 31"/>
          <p:cNvSpPr txBox="1"/>
          <p:nvPr/>
        </p:nvSpPr>
        <p:spPr>
          <a:xfrm>
            <a:off x="6445592" y="10841514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119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0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1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2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3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4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5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6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7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8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129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130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133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4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5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6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7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8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9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0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1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2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3" name="Offensive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Offensive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</p:txBody>
      </p:sp>
      <p:pic>
        <p:nvPicPr>
          <p:cNvPr id="1144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145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148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9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0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1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2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3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4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5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6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7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158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159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162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3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4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5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6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7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8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9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70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71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172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173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176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77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78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79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80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81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82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83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84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85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186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187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190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1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2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3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4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5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6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7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8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99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00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01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04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5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6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7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8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9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0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1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2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3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14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15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TextBox 28"/>
          <p:cNvSpPr txBox="1"/>
          <p:nvPr/>
        </p:nvSpPr>
        <p:spPr>
          <a:xfrm>
            <a:off x="14881271" y="8777643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