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Shape 111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20" name="Shape 112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1.tif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1.tif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tif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1.tif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Relationship Id="rId3" Type="http://schemas.openxmlformats.org/officeDocument/2006/relationships/image" Target="../media/image4.png"/></Relationships>
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Relationship Id="rId3" Type="http://schemas.openxmlformats.org/officeDocument/2006/relationships/image" Target="../media/image4.png"/><Relationship Id="rId4" Type="http://schemas.openxmlformats.org/officeDocument/2006/relationships/image" Target="../media/image1.tif"/></Relationships>
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tif"/></Relationships>
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EN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5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6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38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42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40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41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43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8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57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58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59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60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1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72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73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4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VOETBAL</a:t>
            </a:r>
          </a:p>
        </p:txBody>
      </p:sp>
      <p:sp>
        <p:nvSpPr>
          <p:cNvPr id="75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79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77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78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80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5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BEHOEFTEN</a:t>
            </a:r>
          </a:p>
        </p:txBody>
      </p:sp>
      <p:sp>
        <p:nvSpPr>
          <p:cNvPr id="94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VOORKEUR</a:t>
            </a:r>
          </a:p>
        </p:txBody>
      </p:sp>
      <p:sp>
        <p:nvSpPr>
          <p:cNvPr id="95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FYSIEK</a:t>
            </a:r>
          </a:p>
        </p:txBody>
      </p:sp>
      <p:sp>
        <p:nvSpPr>
          <p:cNvPr id="96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PERSOONLIJKHEID</a:t>
            </a:r>
          </a:p>
        </p:txBody>
      </p:sp>
      <p:sp>
        <p:nvSpPr>
          <p:cNvPr id="97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Dianummer"/>
          <p:cNvSpPr txBox="1"/>
          <p:nvPr>
            <p:ph type="sldNum" sz="quarter" idx="2"/>
          </p:nvPr>
        </p:nvSpPr>
        <p:spPr>
          <a:xfrm>
            <a:off x="12051322" y="12344399"/>
            <a:ext cx="1969479" cy="736601"/>
          </a:xfrm>
          <a:prstGeom prst="rect">
            <a:avLst/>
          </a:prstGeom>
        </p:spPr>
        <p:txBody>
          <a:bodyPr lIns="12660" tIns="12660" rIns="12660" bIns="12660" anchor="ctr"/>
          <a:lstStyle>
            <a:lvl1pPr algn="r" defTabSz="126609">
              <a:defRPr sz="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3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7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4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hthoek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" name="Rechthoek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" name="Rechthoek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" name="Rechthoek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" name="Rechthoek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2" name="Rechthoek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3" name="Rechthoek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" name="Rechthoek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5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136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137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138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139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140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141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142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" name="Rechthoek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" name="Rechthoek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" name="Rechthoek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6" name="Rechthoek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7" name="Rechthoek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Rechthoek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" name="Rechthoek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0" name="Rechthoek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1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152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153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154" name="Rechthoek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" name="Rechthoek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" name="Rechthoek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" name="Rechthoek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159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160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161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162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163" name="Rechthoek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4" name="Rechthoek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5" name="Rechthoek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6" name="Rechthoek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7" name="Rechthoek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" name="Rechthoek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" name="Rechthoek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171" name="Rechthoek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173" name="Rechthoek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" name="Rechthoek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5" name="Rechthoek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6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177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178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179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180" name="Rechthoek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182" name="pasted-image.tiff" descr="pasted-image.tiff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83" name="Rechthoek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84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185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18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nelheid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5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6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7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01" name="Snelheid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202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“Absolute snelheid zonder bal” “Snelheid in de acties met bal” “Startsnelheid”</a:t>
            </a:r>
          </a:p>
        </p:txBody>
      </p:sp>
      <p:sp>
        <p:nvSpPr>
          <p:cNvPr id="203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Paslengte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Grote / kleine afstanden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1e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0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Uithoudingsvermogen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3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4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5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19" name="Uithoud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Uithoudings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220" name="TextBox 30"/>
          <p:cNvSpPr txBox="1"/>
          <p:nvPr/>
        </p:nvSpPr>
        <p:spPr>
          <a:xfrm>
            <a:off x="19792143" y="2397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“Volhouden van de positie specifieke voetbalacties”</a:t>
            </a:r>
          </a:p>
        </p:txBody>
      </p:sp>
      <p:sp>
        <p:nvSpPr>
          <p:cNvPr id="221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90 min volhouden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Gemiddelde p/w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2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oorzettingsvermogen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5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37" name="Doorzett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Doorzettings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238" name="TextBox 30"/>
          <p:cNvSpPr txBox="1"/>
          <p:nvPr/>
        </p:nvSpPr>
        <p:spPr>
          <a:xfrm>
            <a:off x="19792143" y="2104358"/>
            <a:ext cx="4159834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“Heeft een echte winnaarsmentaliteit, geeft nooit op en probeert teamgenoten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stimuleren”</a:t>
            </a:r>
          </a:p>
        </p:txBody>
      </p:sp>
      <p:sp>
        <p:nvSpPr>
          <p:cNvPr id="23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Emotie 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Gedrag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Rouwmomenten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Anderen inspireren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Nooit opgeven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 het einde vechten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Altijd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4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pe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48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9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0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1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54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5" name="Speed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256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“Top speed and acceleration capabilities”</a:t>
            </a:r>
          </a:p>
        </p:txBody>
      </p:sp>
      <p:sp>
        <p:nvSpPr>
          <p:cNvPr id="25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Stride length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Big / small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First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5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tamin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7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8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9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72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3" name="Stamina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274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“Sustain prolonged effort and maintain performance throughout a match without excessive fatigue”</a:t>
            </a:r>
          </a:p>
        </p:txBody>
      </p:sp>
      <p:sp>
        <p:nvSpPr>
          <p:cNvPr id="275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Maintaining 90 mins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Average mins p/g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7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termin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5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6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7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90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1" name="Determination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292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29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9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sisten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3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4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5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7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308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9" name="Consistenc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Consistency</a:t>
            </a:r>
          </a:p>
        </p:txBody>
      </p:sp>
      <p:sp>
        <p:nvSpPr>
          <p:cNvPr id="310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“Perform at a similar level of quality repeatedly over time, across matches or actions”</a:t>
            </a:r>
          </a:p>
        </p:txBody>
      </p:sp>
      <p:sp>
        <p:nvSpPr>
          <p:cNvPr id="311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Steady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Influential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Solid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Conscious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React after mistakes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Dealing with stress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1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werpla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2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5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326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7" name="Power pla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328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32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3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ffensive position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38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9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0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1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344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5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346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“Ball receptions in halfspace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and/or final third”</a:t>
            </a:r>
          </a:p>
        </p:txBody>
      </p:sp>
      <p:sp>
        <p:nvSpPr>
          <p:cNvPr id="34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Awareness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3rd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Reachable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Rotating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Areas of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4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ensive position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56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7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8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9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362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3" name="De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364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“Prevent the direct opponent from finishing, crossing, dribbling or passing by defending well”</a:t>
            </a:r>
          </a:p>
        </p:txBody>
      </p:sp>
      <p:sp>
        <p:nvSpPr>
          <p:cNvPr id="365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Body position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High or low line?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recognition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Distance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 opponent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 passing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6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s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74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5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6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7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7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380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81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Passing</a:t>
            </a:r>
          </a:p>
        </p:txBody>
      </p:sp>
      <p:sp>
        <p:nvSpPr>
          <p:cNvPr id="382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“Open play pass &lt;10m (under pressure or through the lines) or open play pass &gt;30m”</a:t>
            </a:r>
          </a:p>
        </p:txBody>
      </p:sp>
      <p:sp>
        <p:nvSpPr>
          <p:cNvPr id="383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of actions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of pass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Both legs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height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8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 kopie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2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3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4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5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396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397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8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9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0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1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2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3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4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5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6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7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8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9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10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11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12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3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4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5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6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17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8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9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0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1" name="Freeform 7"/>
          <p:cNvSpPr/>
          <p:nvPr/>
        </p:nvSpPr>
        <p:spPr>
          <a:xfrm>
            <a:off x="18234941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2" name="Freeform 7"/>
          <p:cNvSpPr/>
          <p:nvPr/>
        </p:nvSpPr>
        <p:spPr>
          <a:xfrm>
            <a:off x="18234147" y="1016289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3" name="Freeform 7"/>
          <p:cNvSpPr/>
          <p:nvPr/>
        </p:nvSpPr>
        <p:spPr>
          <a:xfrm>
            <a:off x="18234941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4" name="Freeform 7"/>
          <p:cNvSpPr/>
          <p:nvPr/>
        </p:nvSpPr>
        <p:spPr>
          <a:xfrm>
            <a:off x="18234941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5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6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7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8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9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30" name="TextBox 20"/>
          <p:cNvSpPr txBox="1"/>
          <p:nvPr/>
        </p:nvSpPr>
        <p:spPr>
          <a:xfrm>
            <a:off x="18450666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31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3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 kopie 3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0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1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2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3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44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44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EN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53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4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55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456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457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8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459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0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463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461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462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464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5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6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7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8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69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0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1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2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3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4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5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6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7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478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479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480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481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8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verstoorbaarheid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9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9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5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9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97" name="Onverstoor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Onverstoor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baarheid</a:t>
            </a:r>
          </a:p>
        </p:txBody>
      </p:sp>
      <p:sp>
        <p:nvSpPr>
          <p:cNvPr id="498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“Voert zijn taken uit ongeacht de omstandigheden”</a:t>
            </a:r>
          </a:p>
        </p:txBody>
      </p:sp>
      <p:sp>
        <p:nvSpPr>
          <p:cNvPr id="49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Stabiel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Beïnvloeden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Solide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Bewust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Reactie na een fout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Omgaan met stress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0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uelkracht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08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9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0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1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1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3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1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15" name="Duelkracht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516" name="TextBox 30"/>
          <p:cNvSpPr txBox="1"/>
          <p:nvPr/>
        </p:nvSpPr>
        <p:spPr>
          <a:xfrm>
            <a:off x="19792143" y="2271998"/>
            <a:ext cx="4159834" cy="782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“Geslaagde pogingen om de bal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winnen / behouden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fysieke duels”</a:t>
            </a:r>
          </a:p>
        </p:txBody>
      </p:sp>
      <p:sp>
        <p:nvSpPr>
          <p:cNvPr id="51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Lichaamsdeel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Luchtduels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1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sitie kiezen (A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26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7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8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9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1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33" name="Positi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kiezen (A)</a:t>
            </a:r>
          </a:p>
        </p:txBody>
      </p:sp>
      <p:sp>
        <p:nvSpPr>
          <p:cNvPr id="534" name="TextBox 30"/>
          <p:cNvSpPr txBox="1"/>
          <p:nvPr/>
        </p:nvSpPr>
        <p:spPr>
          <a:xfrm>
            <a:off x="19855643" y="2185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“Passes ontvangen of geslaagde vrijloop-acties voor teamgenoten in de half-spaces en/of final third”</a:t>
            </a:r>
          </a:p>
        </p:txBody>
      </p:sp>
      <p:sp>
        <p:nvSpPr>
          <p:cNvPr id="535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Ruimte herkenning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Inzicht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3e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Aanspeelbaar zijn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Actieve zones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3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sitie kiezen (V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44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5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6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7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9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50" name="Positi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kiezen (V)</a:t>
            </a:r>
          </a:p>
        </p:txBody>
      </p:sp>
      <p:sp>
        <p:nvSpPr>
          <p:cNvPr id="551" name="TextBox 30"/>
          <p:cNvSpPr txBox="1"/>
          <p:nvPr/>
        </p:nvSpPr>
        <p:spPr>
          <a:xfrm>
            <a:off x="19855643" y="2087268"/>
            <a:ext cx="4159834" cy="1033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“Voorkomen van doelpogingen of potentieel gevaar (voorzet, dribbel, pass of schot) van de tegenstander d.m.v. de positiekeuze”</a:t>
            </a:r>
          </a:p>
        </p:txBody>
      </p:sp>
      <p:sp>
        <p:nvSpPr>
          <p:cNvPr id="552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Lichaamspositie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Hoge of lage lijn?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Gevaarherkenning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Afstanden linies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Drukzetten / doordekken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Lijnen dichtzetten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5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5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ffensieve Passing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62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63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64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65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6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6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69" name="Offensiev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Offensieve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Passing</a:t>
            </a:r>
          </a:p>
        </p:txBody>
      </p:sp>
      <p:sp>
        <p:nvSpPr>
          <p:cNvPr id="570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“Passing korter dan 10-15m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(onder druk of door de linies)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 passing langer dan 30m</a:t>
            </a:r>
          </a:p>
        </p:txBody>
      </p:sp>
      <p:sp>
        <p:nvSpPr>
          <p:cNvPr id="571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van acties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passes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&amp; hoogte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7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0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1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2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3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84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585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6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7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8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9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0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1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2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3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4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5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6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7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98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99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00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1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2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3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4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05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6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7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8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9" name="Freeform 7"/>
          <p:cNvSpPr/>
          <p:nvPr/>
        </p:nvSpPr>
        <p:spPr>
          <a:xfrm>
            <a:off x="18234941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0" name="Freeform 7"/>
          <p:cNvSpPr/>
          <p:nvPr/>
        </p:nvSpPr>
        <p:spPr>
          <a:xfrm>
            <a:off x="18234147" y="1016289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1" name="Freeform 7"/>
          <p:cNvSpPr/>
          <p:nvPr/>
        </p:nvSpPr>
        <p:spPr>
          <a:xfrm>
            <a:off x="18234941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2" name="Freeform 7"/>
          <p:cNvSpPr/>
          <p:nvPr/>
        </p:nvSpPr>
        <p:spPr>
          <a:xfrm>
            <a:off x="18234941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3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4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5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6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7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18" name="TextBox 20"/>
          <p:cNvSpPr txBox="1"/>
          <p:nvPr/>
        </p:nvSpPr>
        <p:spPr>
          <a:xfrm>
            <a:off x="18450666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19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2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 kopie 2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8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9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0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1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32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63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 2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43" name="Groepeer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641" name="Afgeronde rechthoek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642" name="pasted-image.tiff" descr="pasted-image.tiff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644" name="Rechthoek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45" name="TextBox 28"/>
          <p:cNvSpPr txBox="1"/>
          <p:nvPr/>
        </p:nvSpPr>
        <p:spPr>
          <a:xfrm>
            <a:off x="9228608" y="5951167"/>
            <a:ext cx="6159931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WELKOM</a:t>
            </a:r>
          </a:p>
        </p:txBody>
      </p:sp>
      <p:pic>
        <p:nvPicPr>
          <p:cNvPr id="646" name="FC DEN BOSCH LOGO.png" descr="FC DEN BOSCH LOG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647" name="Afbeelding" descr="Afbeeldi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48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64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6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657" name="CLub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658" name="Lijn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659" name="TextBox 21"/>
          <p:cNvSpPr txBox="1"/>
          <p:nvPr/>
        </p:nvSpPr>
        <p:spPr>
          <a:xfrm>
            <a:off x="5171907" y="1741291"/>
            <a:ext cx="15078763" cy="5207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Bossche club, een Bosschenaar is trots op onze stad en club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strijdbaar, we buigen wel, maar barsten niet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Met heel ons hart staan we achter FC Den Bosch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Hier leren we van tegenslagen om vervolgens samen te groeien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hartverwarmende Bossche club, voor iedereen</a:t>
            </a:r>
          </a:p>
        </p:txBody>
      </p:sp>
      <p:pic>
        <p:nvPicPr>
          <p:cNvPr id="660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661" name="Afbeelding" descr="Afbeeldi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662" name="Hart"/>
          <p:cNvSpPr/>
          <p:nvPr/>
        </p:nvSpPr>
        <p:spPr>
          <a:xfrm>
            <a:off x="12037284" y="9582878"/>
            <a:ext cx="1791039" cy="1582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6" h="21433" fill="norm" stroke="1" extrusionOk="0">
                <a:moveTo>
                  <a:pt x="5838" y="8"/>
                </a:moveTo>
                <a:cubicBezTo>
                  <a:pt x="3712" y="114"/>
                  <a:pt x="158" y="1891"/>
                  <a:pt x="2" y="7232"/>
                </a:cubicBezTo>
                <a:cubicBezTo>
                  <a:pt x="-54" y="9134"/>
                  <a:pt x="1253" y="14877"/>
                  <a:pt x="10702" y="21433"/>
                </a:cubicBezTo>
                <a:cubicBezTo>
                  <a:pt x="20130" y="14892"/>
                  <a:pt x="21546" y="9139"/>
                  <a:pt x="21505" y="7232"/>
                </a:cubicBezTo>
                <a:cubicBezTo>
                  <a:pt x="21391" y="1889"/>
                  <a:pt x="17806" y="115"/>
                  <a:pt x="15669" y="8"/>
                </a:cubicBezTo>
                <a:cubicBezTo>
                  <a:pt x="12170" y="-167"/>
                  <a:pt x="10753" y="2729"/>
                  <a:pt x="10753" y="2729"/>
                </a:cubicBezTo>
                <a:cubicBezTo>
                  <a:pt x="10753" y="2729"/>
                  <a:pt x="9337" y="-167"/>
                  <a:pt x="5838" y="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3" name="Hartstocht"/>
          <p:cNvSpPr txBox="1"/>
          <p:nvPr/>
        </p:nvSpPr>
        <p:spPr>
          <a:xfrm>
            <a:off x="11012435" y="8175049"/>
            <a:ext cx="3840739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Hartstocht</a:t>
            </a:r>
          </a:p>
        </p:txBody>
      </p:sp>
      <p:sp>
        <p:nvSpPr>
          <p:cNvPr id="664" name="Groei"/>
          <p:cNvSpPr/>
          <p:nvPr/>
        </p:nvSpPr>
        <p:spPr>
          <a:xfrm>
            <a:off x="16601766" y="9575118"/>
            <a:ext cx="1878982" cy="1453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598" fill="norm" stroke="1" extrusionOk="0">
                <a:moveTo>
                  <a:pt x="21464" y="6"/>
                </a:moveTo>
                <a:cubicBezTo>
                  <a:pt x="21442" y="-2"/>
                  <a:pt x="21417" y="-2"/>
                  <a:pt x="21392" y="8"/>
                </a:cubicBezTo>
                <a:lnTo>
                  <a:pt x="18267" y="1242"/>
                </a:lnTo>
                <a:cubicBezTo>
                  <a:pt x="18161" y="1283"/>
                  <a:pt x="18132" y="1450"/>
                  <a:pt x="18212" y="1547"/>
                </a:cubicBezTo>
                <a:lnTo>
                  <a:pt x="18753" y="2202"/>
                </a:lnTo>
                <a:cubicBezTo>
                  <a:pt x="18809" y="2274"/>
                  <a:pt x="18815" y="2386"/>
                  <a:pt x="18759" y="2459"/>
                </a:cubicBezTo>
                <a:lnTo>
                  <a:pt x="13208" y="10155"/>
                </a:lnTo>
                <a:cubicBezTo>
                  <a:pt x="13152" y="10227"/>
                  <a:pt x="13058" y="10235"/>
                  <a:pt x="13002" y="10155"/>
                </a:cubicBezTo>
                <a:lnTo>
                  <a:pt x="9056" y="4932"/>
                </a:lnTo>
                <a:cubicBezTo>
                  <a:pt x="9000" y="4859"/>
                  <a:pt x="8907" y="4859"/>
                  <a:pt x="8851" y="4932"/>
                </a:cubicBezTo>
                <a:lnTo>
                  <a:pt x="39" y="17166"/>
                </a:lnTo>
                <a:cubicBezTo>
                  <a:pt x="-17" y="17238"/>
                  <a:pt x="-11" y="17350"/>
                  <a:pt x="45" y="17423"/>
                </a:cubicBezTo>
                <a:lnTo>
                  <a:pt x="941" y="18503"/>
                </a:lnTo>
                <a:cubicBezTo>
                  <a:pt x="997" y="18576"/>
                  <a:pt x="1084" y="18568"/>
                  <a:pt x="1140" y="18495"/>
                </a:cubicBezTo>
                <a:lnTo>
                  <a:pt x="8877" y="7770"/>
                </a:lnTo>
                <a:cubicBezTo>
                  <a:pt x="8933" y="7697"/>
                  <a:pt x="9025" y="7689"/>
                  <a:pt x="9081" y="7770"/>
                </a:cubicBezTo>
                <a:lnTo>
                  <a:pt x="13047" y="13016"/>
                </a:lnTo>
                <a:cubicBezTo>
                  <a:pt x="13103" y="13096"/>
                  <a:pt x="13201" y="13089"/>
                  <a:pt x="13251" y="13008"/>
                </a:cubicBezTo>
                <a:lnTo>
                  <a:pt x="13706" y="12315"/>
                </a:lnTo>
                <a:lnTo>
                  <a:pt x="19848" y="3796"/>
                </a:lnTo>
                <a:cubicBezTo>
                  <a:pt x="19904" y="3723"/>
                  <a:pt x="19992" y="3716"/>
                  <a:pt x="20048" y="3788"/>
                </a:cubicBezTo>
                <a:lnTo>
                  <a:pt x="20589" y="4441"/>
                </a:lnTo>
                <a:cubicBezTo>
                  <a:pt x="20670" y="4537"/>
                  <a:pt x="20802" y="4490"/>
                  <a:pt x="20826" y="4353"/>
                </a:cubicBezTo>
                <a:lnTo>
                  <a:pt x="21560" y="235"/>
                </a:lnTo>
                <a:cubicBezTo>
                  <a:pt x="21583" y="126"/>
                  <a:pt x="21533" y="30"/>
                  <a:pt x="21464" y="6"/>
                </a:cubicBezTo>
                <a:close/>
                <a:moveTo>
                  <a:pt x="20260" y="5385"/>
                </a:moveTo>
                <a:cubicBezTo>
                  <a:pt x="20232" y="5392"/>
                  <a:pt x="20204" y="5410"/>
                  <a:pt x="20179" y="5440"/>
                </a:cubicBezTo>
                <a:lnTo>
                  <a:pt x="17857" y="8656"/>
                </a:lnTo>
                <a:lnTo>
                  <a:pt x="17347" y="9429"/>
                </a:lnTo>
                <a:cubicBezTo>
                  <a:pt x="17328" y="9462"/>
                  <a:pt x="17316" y="9510"/>
                  <a:pt x="17316" y="9550"/>
                </a:cubicBezTo>
                <a:lnTo>
                  <a:pt x="17316" y="21412"/>
                </a:lnTo>
                <a:cubicBezTo>
                  <a:pt x="17316" y="21516"/>
                  <a:pt x="17377" y="21598"/>
                  <a:pt x="17458" y="21598"/>
                </a:cubicBezTo>
                <a:lnTo>
                  <a:pt x="20290" y="21598"/>
                </a:lnTo>
                <a:cubicBezTo>
                  <a:pt x="20371" y="21598"/>
                  <a:pt x="20434" y="21516"/>
                  <a:pt x="20434" y="21412"/>
                </a:cubicBezTo>
                <a:lnTo>
                  <a:pt x="20434" y="5561"/>
                </a:lnTo>
                <a:cubicBezTo>
                  <a:pt x="20434" y="5440"/>
                  <a:pt x="20346" y="5364"/>
                  <a:pt x="20260" y="5385"/>
                </a:cubicBezTo>
                <a:close/>
                <a:moveTo>
                  <a:pt x="9174" y="9548"/>
                </a:moveTo>
                <a:cubicBezTo>
                  <a:pt x="9094" y="9530"/>
                  <a:pt x="9007" y="9606"/>
                  <a:pt x="9007" y="9727"/>
                </a:cubicBezTo>
                <a:lnTo>
                  <a:pt x="9007" y="21412"/>
                </a:lnTo>
                <a:cubicBezTo>
                  <a:pt x="9007" y="21516"/>
                  <a:pt x="9068" y="21598"/>
                  <a:pt x="9149" y="21598"/>
                </a:cubicBezTo>
                <a:lnTo>
                  <a:pt x="11981" y="21598"/>
                </a:lnTo>
                <a:cubicBezTo>
                  <a:pt x="12062" y="21598"/>
                  <a:pt x="12125" y="21516"/>
                  <a:pt x="12125" y="21412"/>
                </a:cubicBezTo>
                <a:lnTo>
                  <a:pt x="12125" y="13474"/>
                </a:lnTo>
                <a:cubicBezTo>
                  <a:pt x="12125" y="13426"/>
                  <a:pt x="12113" y="13386"/>
                  <a:pt x="12082" y="13345"/>
                </a:cubicBezTo>
                <a:lnTo>
                  <a:pt x="9250" y="9598"/>
                </a:lnTo>
                <a:cubicBezTo>
                  <a:pt x="9228" y="9570"/>
                  <a:pt x="9201" y="9554"/>
                  <a:pt x="9174" y="9548"/>
                </a:cubicBezTo>
                <a:close/>
                <a:moveTo>
                  <a:pt x="16102" y="10653"/>
                </a:moveTo>
                <a:cubicBezTo>
                  <a:pt x="16074" y="10659"/>
                  <a:pt x="16045" y="10676"/>
                  <a:pt x="16021" y="10704"/>
                </a:cubicBezTo>
                <a:lnTo>
                  <a:pt x="13700" y="13917"/>
                </a:lnTo>
                <a:lnTo>
                  <a:pt x="13189" y="14693"/>
                </a:lnTo>
                <a:cubicBezTo>
                  <a:pt x="13170" y="14725"/>
                  <a:pt x="13158" y="14773"/>
                  <a:pt x="13158" y="14814"/>
                </a:cubicBezTo>
                <a:lnTo>
                  <a:pt x="13158" y="21412"/>
                </a:lnTo>
                <a:cubicBezTo>
                  <a:pt x="13158" y="21516"/>
                  <a:pt x="13221" y="21598"/>
                  <a:pt x="13301" y="21598"/>
                </a:cubicBezTo>
                <a:lnTo>
                  <a:pt x="16133" y="21598"/>
                </a:lnTo>
                <a:cubicBezTo>
                  <a:pt x="16214" y="21598"/>
                  <a:pt x="16275" y="21516"/>
                  <a:pt x="16275" y="21412"/>
                </a:cubicBezTo>
                <a:lnTo>
                  <a:pt x="16275" y="10832"/>
                </a:lnTo>
                <a:cubicBezTo>
                  <a:pt x="16275" y="10711"/>
                  <a:pt x="16188" y="10636"/>
                  <a:pt x="16102" y="10653"/>
                </a:cubicBezTo>
                <a:close/>
                <a:moveTo>
                  <a:pt x="7801" y="10923"/>
                </a:moveTo>
                <a:cubicBezTo>
                  <a:pt x="7774" y="10930"/>
                  <a:pt x="7747" y="10946"/>
                  <a:pt x="7725" y="10976"/>
                </a:cubicBezTo>
                <a:lnTo>
                  <a:pt x="4894" y="14902"/>
                </a:lnTo>
                <a:cubicBezTo>
                  <a:pt x="4869" y="14934"/>
                  <a:pt x="4855" y="14974"/>
                  <a:pt x="4855" y="15023"/>
                </a:cubicBezTo>
                <a:lnTo>
                  <a:pt x="4855" y="21412"/>
                </a:lnTo>
                <a:cubicBezTo>
                  <a:pt x="4855" y="21516"/>
                  <a:pt x="4918" y="21598"/>
                  <a:pt x="4999" y="21598"/>
                </a:cubicBezTo>
                <a:lnTo>
                  <a:pt x="7830" y="21598"/>
                </a:lnTo>
                <a:cubicBezTo>
                  <a:pt x="7911" y="21598"/>
                  <a:pt x="7974" y="21516"/>
                  <a:pt x="7974" y="21412"/>
                </a:cubicBezTo>
                <a:lnTo>
                  <a:pt x="7974" y="11097"/>
                </a:lnTo>
                <a:cubicBezTo>
                  <a:pt x="7974" y="10976"/>
                  <a:pt x="7884" y="10902"/>
                  <a:pt x="7801" y="10923"/>
                </a:cubicBezTo>
                <a:close/>
                <a:moveTo>
                  <a:pt x="3680" y="16498"/>
                </a:moveTo>
                <a:cubicBezTo>
                  <a:pt x="3652" y="16505"/>
                  <a:pt x="3626" y="16524"/>
                  <a:pt x="3604" y="16554"/>
                </a:cubicBezTo>
                <a:lnTo>
                  <a:pt x="772" y="20477"/>
                </a:lnTo>
                <a:cubicBezTo>
                  <a:pt x="747" y="20510"/>
                  <a:pt x="735" y="20550"/>
                  <a:pt x="735" y="20598"/>
                </a:cubicBezTo>
                <a:lnTo>
                  <a:pt x="735" y="21412"/>
                </a:lnTo>
                <a:cubicBezTo>
                  <a:pt x="735" y="21516"/>
                  <a:pt x="798" y="21598"/>
                  <a:pt x="879" y="21598"/>
                </a:cubicBezTo>
                <a:lnTo>
                  <a:pt x="3711" y="21598"/>
                </a:lnTo>
                <a:cubicBezTo>
                  <a:pt x="3792" y="21598"/>
                  <a:pt x="3853" y="21516"/>
                  <a:pt x="3853" y="21412"/>
                </a:cubicBezTo>
                <a:lnTo>
                  <a:pt x="3853" y="16682"/>
                </a:lnTo>
                <a:cubicBezTo>
                  <a:pt x="3853" y="16555"/>
                  <a:pt x="3762" y="16478"/>
                  <a:pt x="3680" y="1649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5" name="Groei"/>
          <p:cNvSpPr txBox="1"/>
          <p:nvPr/>
        </p:nvSpPr>
        <p:spPr>
          <a:xfrm>
            <a:off x="16444772" y="8175049"/>
            <a:ext cx="1999735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Groei</a:t>
            </a:r>
          </a:p>
        </p:txBody>
      </p:sp>
      <p:sp>
        <p:nvSpPr>
          <p:cNvPr id="666" name="Bosch"/>
          <p:cNvSpPr txBox="1"/>
          <p:nvPr/>
        </p:nvSpPr>
        <p:spPr>
          <a:xfrm>
            <a:off x="1511459" y="8175049"/>
            <a:ext cx="2207202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Bosch</a:t>
            </a:r>
          </a:p>
        </p:txBody>
      </p:sp>
      <p:sp>
        <p:nvSpPr>
          <p:cNvPr id="667" name="Strijdbaar"/>
          <p:cNvSpPr txBox="1"/>
          <p:nvPr/>
        </p:nvSpPr>
        <p:spPr>
          <a:xfrm>
            <a:off x="5860490" y="8175049"/>
            <a:ext cx="356034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Strijdbaar</a:t>
            </a:r>
          </a:p>
        </p:txBody>
      </p:sp>
      <p:sp>
        <p:nvSpPr>
          <p:cNvPr id="668" name="Gastvrij"/>
          <p:cNvSpPr txBox="1"/>
          <p:nvPr/>
        </p:nvSpPr>
        <p:spPr>
          <a:xfrm>
            <a:off x="20229340" y="8175049"/>
            <a:ext cx="291413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Gastvrij</a:t>
            </a:r>
          </a:p>
        </p:txBody>
      </p:sp>
      <p:pic>
        <p:nvPicPr>
          <p:cNvPr id="669" name="png-clipart-handshake-others-blue-hand.png" descr="png-clipart-handshake-others-blue-hand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27039" y="9537758"/>
            <a:ext cx="2518735" cy="1528033"/>
          </a:xfrm>
          <a:prstGeom prst="rect">
            <a:avLst/>
          </a:prstGeom>
          <a:ln w="12700">
            <a:miter lim="400000"/>
          </a:ln>
        </p:spPr>
      </p:pic>
      <p:sp>
        <p:nvSpPr>
          <p:cNvPr id="670" name="Rechthoek"/>
          <p:cNvSpPr/>
          <p:nvPr/>
        </p:nvSpPr>
        <p:spPr>
          <a:xfrm>
            <a:off x="6192523" y="10189485"/>
            <a:ext cx="994252" cy="931864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1" name="Rechthoek"/>
          <p:cNvSpPr/>
          <p:nvPr/>
        </p:nvSpPr>
        <p:spPr>
          <a:xfrm>
            <a:off x="8111162" y="10189484"/>
            <a:ext cx="994252" cy="931863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2" name="Rechthoek"/>
          <p:cNvSpPr/>
          <p:nvPr/>
        </p:nvSpPr>
        <p:spPr>
          <a:xfrm>
            <a:off x="7177419" y="9627182"/>
            <a:ext cx="994252" cy="1494166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3" name="1"/>
          <p:cNvSpPr txBox="1"/>
          <p:nvPr/>
        </p:nvSpPr>
        <p:spPr>
          <a:xfrm>
            <a:off x="7412014" y="9859236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74" name="3"/>
          <p:cNvSpPr txBox="1"/>
          <p:nvPr/>
        </p:nvSpPr>
        <p:spPr>
          <a:xfrm>
            <a:off x="8455107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75" name="2"/>
          <p:cNvSpPr txBox="1"/>
          <p:nvPr/>
        </p:nvSpPr>
        <p:spPr>
          <a:xfrm>
            <a:off x="6427118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676" name="2b0643c0c0b5949fdfe730edb3ff8947.psd" descr="2b0643c0c0b5949fdfe730edb3ff8947.ps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16132" y="8946827"/>
            <a:ext cx="2854876" cy="2854876"/>
          </a:xfrm>
          <a:prstGeom prst="rect">
            <a:avLst/>
          </a:prstGeom>
          <a:ln w="12700">
            <a:miter lim="400000"/>
          </a:ln>
        </p:spPr>
      </p:pic>
      <p:sp>
        <p:nvSpPr>
          <p:cNvPr id="677" name="Lijn"/>
          <p:cNvSpPr/>
          <p:nvPr/>
        </p:nvSpPr>
        <p:spPr>
          <a:xfrm flipV="1">
            <a:off x="5064691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8" name="Lijn"/>
          <p:cNvSpPr/>
          <p:nvPr/>
        </p:nvSpPr>
        <p:spPr>
          <a:xfrm flipV="1">
            <a:off x="10216635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9" name="Lijn"/>
          <p:cNvSpPr/>
          <p:nvPr/>
        </p:nvSpPr>
        <p:spPr>
          <a:xfrm flipV="1">
            <a:off x="15426918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0" name="Lijn"/>
          <p:cNvSpPr/>
          <p:nvPr/>
        </p:nvSpPr>
        <p:spPr>
          <a:xfrm flipV="1">
            <a:off x="19462360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1" name="Kernwaarden"/>
          <p:cNvSpPr txBox="1"/>
          <p:nvPr/>
        </p:nvSpPr>
        <p:spPr>
          <a:xfrm>
            <a:off x="5735738" y="16606"/>
            <a:ext cx="14379804" cy="2484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15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Kernwaarden</a:t>
            </a:r>
          </a:p>
        </p:txBody>
      </p:sp>
      <p:sp>
        <p:nvSpPr>
          <p:cNvPr id="68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5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690" name="Playing style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Playing style</a:t>
            </a:r>
          </a:p>
        </p:txBody>
      </p:sp>
      <p:sp>
        <p:nvSpPr>
          <p:cNvPr id="691" name="Lijn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692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693" name="Afbeelding" descr="Afbeeldi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69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702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703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4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705" name="Rechthoek"/>
          <p:cNvSpPr/>
          <p:nvPr/>
        </p:nvSpPr>
        <p:spPr>
          <a:xfrm>
            <a:off x="6746544" y="8618893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ribbelen met bal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714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5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6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7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1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9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2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21" name="Dribbelen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Dribbelen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met bal</a:t>
            </a:r>
          </a:p>
        </p:txBody>
      </p:sp>
      <p:sp>
        <p:nvSpPr>
          <p:cNvPr id="722" name="TextBox 30"/>
          <p:cNvSpPr txBox="1"/>
          <p:nvPr/>
        </p:nvSpPr>
        <p:spPr>
          <a:xfrm>
            <a:off x="19855643" y="2338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"Voorwaarts dribbelen met bal richting de open ruimtes”</a:t>
            </a:r>
          </a:p>
        </p:txBody>
      </p:sp>
      <p:sp>
        <p:nvSpPr>
          <p:cNvPr id="723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 overbruggen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72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rri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732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3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4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5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3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7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738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739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740" name="Carries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741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'"Dribble with the ball resulting in &gt;5m forward displacement”</a:t>
            </a:r>
          </a:p>
        </p:txBody>
      </p:sp>
      <p:sp>
        <p:nvSpPr>
          <p:cNvPr id="742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Which leg(s)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Covering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74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8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751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652843" y="11597034"/>
            <a:ext cx="1321258" cy="1825537"/>
          </a:xfrm>
          <a:prstGeom prst="rect">
            <a:avLst/>
          </a:prstGeom>
          <a:ln w="12700">
            <a:miter lim="400000"/>
          </a:ln>
        </p:spPr>
      </p:pic>
      <p:pic>
        <p:nvPicPr>
          <p:cNvPr id="752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3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754" name="Rechthoek"/>
          <p:cNvSpPr/>
          <p:nvPr/>
        </p:nvSpPr>
        <p:spPr>
          <a:xfrm>
            <a:off x="6746544" y="8618893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5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sisten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763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4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5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6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67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769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70" name="Consistenc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Consistency</a:t>
            </a:r>
          </a:p>
        </p:txBody>
      </p:sp>
      <p:sp>
        <p:nvSpPr>
          <p:cNvPr id="771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“Perform at a similar level of quality repeatedly over time, across matches or actions”</a:t>
            </a:r>
          </a:p>
        </p:txBody>
      </p:sp>
      <p:sp>
        <p:nvSpPr>
          <p:cNvPr id="772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Steady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Influential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Solid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Conscious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React after mistakes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Dealing with stress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77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termin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781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82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83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84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85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78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88" name="Determination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789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790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79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pe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799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00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01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02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03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805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06" name="Speed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807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“Top speed and acceleration capabilities”</a:t>
            </a:r>
          </a:p>
        </p:txBody>
      </p:sp>
      <p:sp>
        <p:nvSpPr>
          <p:cNvPr id="808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Stride length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Big / small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First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0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tamin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6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817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18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19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0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21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823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24" name="Stamina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825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“Sustain prolonged effort and maintain performance throughout a match without excessive fatigue”</a:t>
            </a:r>
          </a:p>
        </p:txBody>
      </p:sp>
      <p:sp>
        <p:nvSpPr>
          <p:cNvPr id="826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Maintaining 90 mins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Average mins p/g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2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werpla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835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6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7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8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39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841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42" name="Power pla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843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844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4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ffensive position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853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4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5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6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57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859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60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861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“Ball receptions in halfspace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and/or final third”</a:t>
            </a:r>
          </a:p>
        </p:txBody>
      </p:sp>
      <p:sp>
        <p:nvSpPr>
          <p:cNvPr id="862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Awareness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3rd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Reachable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Rotating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Areas of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6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rri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871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2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3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4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75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87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78" name="Carries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879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'"Dribble with the ball resulting in &gt;5m forward displacement”</a:t>
            </a:r>
          </a:p>
        </p:txBody>
      </p:sp>
      <p:sp>
        <p:nvSpPr>
          <p:cNvPr id="880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Which leg(s)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Covering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pic>
        <p:nvPicPr>
          <p:cNvPr id="881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505993" y="9333138"/>
            <a:ext cx="566215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88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ensive position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89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9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5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896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97" name="De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898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“Prevent the direct opponent from finishing, crossing, dribbling or passing by defending well”</a:t>
            </a:r>
          </a:p>
        </p:txBody>
      </p:sp>
      <p:sp>
        <p:nvSpPr>
          <p:cNvPr id="89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Body position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High or low line?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recognition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Distance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 opponent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 passing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0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s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908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09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0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1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1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914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15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Passing</a:t>
            </a:r>
          </a:p>
        </p:txBody>
      </p:sp>
      <p:sp>
        <p:nvSpPr>
          <p:cNvPr id="916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“Open play pass &lt;10m (under pressure or through the lines) or open play pass &gt;30m”</a:t>
            </a:r>
          </a:p>
        </p:txBody>
      </p:sp>
      <p:sp>
        <p:nvSpPr>
          <p:cNvPr id="917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of actions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of pass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Both legs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height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1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 box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6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7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8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9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930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93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boxes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9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0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1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2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943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944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5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6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7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8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9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0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1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2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3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4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5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6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957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958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959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0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1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2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3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964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5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6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7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8" name="Freeform 7"/>
          <p:cNvSpPr/>
          <p:nvPr/>
        </p:nvSpPr>
        <p:spPr>
          <a:xfrm>
            <a:off x="18234941" y="10162892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9" name="Freeform 7"/>
          <p:cNvSpPr/>
          <p:nvPr/>
        </p:nvSpPr>
        <p:spPr>
          <a:xfrm>
            <a:off x="18234147" y="1016289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0" name="Freeform 7"/>
          <p:cNvSpPr/>
          <p:nvPr/>
        </p:nvSpPr>
        <p:spPr>
          <a:xfrm>
            <a:off x="18234941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1" name="Freeform 7"/>
          <p:cNvSpPr/>
          <p:nvPr/>
        </p:nvSpPr>
        <p:spPr>
          <a:xfrm>
            <a:off x="18234941" y="7303233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2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3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4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5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6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977" name="TextBox 20"/>
          <p:cNvSpPr txBox="1"/>
          <p:nvPr/>
        </p:nvSpPr>
        <p:spPr>
          <a:xfrm>
            <a:off x="18450666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978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97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EN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987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8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89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990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583054" y="331010"/>
            <a:ext cx="1211120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991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2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993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4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997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995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996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998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9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0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1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2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03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4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5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6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7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8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9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10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11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1012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1013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1014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1015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1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7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3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sp>
        <p:nvSpPr>
          <p:cNvPr id="102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4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hthoek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2" name="Rechthoek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3" name="Rechthoek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4" name="Rechthoek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5" name="Rechthoek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6" name="Rechthoek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7" name="Rechthoek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8" name="Rechthoek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9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1040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1041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1042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1043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1044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1045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1046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7" name="Rechthoek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8" name="Rechthoek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9" name="Rechthoek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0" name="Rechthoek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1" name="Rechthoek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2" name="Rechthoek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3" name="Rechthoek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4" name="Rechthoek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5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1056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1057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1058" name="Rechthoek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9" name="Rechthoek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0" name="Rechthoek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1" name="Rechthoek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2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1063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1064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1065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1066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1067" name="Rechthoek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8" name="Rechthoek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9" name="Rechthoek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0" name="Rechthoek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1" name="Rechthoek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2" name="Rechthoek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3" name="Rechthoek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4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1075" name="Rechthoek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6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1077" name="Rechthoek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8" name="Rechthoek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9" name="Rechthoek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0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1081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1082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1083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1084" name="Rechthoek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5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1086" name="pasted-image.tiff" descr="pasted-image.tiff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087" name="Rechthoek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088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1089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109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welcome page #03 #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 2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07" name="Groepeer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1105" name="Afgeronde rechthoek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1106" name="pasted-image.tiff" descr="pasted-image.tiff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108" name="Rechthoek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9" name="TextBox 28"/>
          <p:cNvSpPr txBox="1"/>
          <p:nvPr/>
        </p:nvSpPr>
        <p:spPr>
          <a:xfrm>
            <a:off x="8532915" y="5951167"/>
            <a:ext cx="6939203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Welcome</a:t>
            </a:r>
          </a:p>
        </p:txBody>
      </p:sp>
      <p:pic>
        <p:nvPicPr>
          <p:cNvPr id="1110" name="FC DEN BOSCH LOGO.png" descr="FC DEN BOSCH LOG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1" name="Afbeelding" descr="Afbeeldi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2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111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13.xml"/><Relationship Id="rId20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17.xml"/><Relationship Id="rId24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0.xml"/><Relationship Id="rId27" Type="http://schemas.openxmlformats.org/officeDocument/2006/relationships/slideLayout" Target="../slideLayouts/slideLayout21.xml"/><Relationship Id="rId28" Type="http://schemas.openxmlformats.org/officeDocument/2006/relationships/slideLayout" Target="../slideLayouts/slideLayout22.xml"/><Relationship Id="rId29" Type="http://schemas.openxmlformats.org/officeDocument/2006/relationships/slideLayout" Target="../slideLayouts/slideLayout23.xml"/><Relationship Id="rId30" Type="http://schemas.openxmlformats.org/officeDocument/2006/relationships/slideLayout" Target="../slideLayouts/slideLayout24.xml"/><Relationship Id="rId31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27.xml"/><Relationship Id="rId34" Type="http://schemas.openxmlformats.org/officeDocument/2006/relationships/slideLayout" Target="../slideLayouts/slideLayout28.xml"/><Relationship Id="rId35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0.xml"/><Relationship Id="rId37" Type="http://schemas.openxmlformats.org/officeDocument/2006/relationships/slideLayout" Target="../slideLayouts/slideLayout31.xml"/><Relationship Id="rId38" Type="http://schemas.openxmlformats.org/officeDocument/2006/relationships/slideLayout" Target="../slideLayouts/slideLayout32.xml"/><Relationship Id="rId39" Type="http://schemas.openxmlformats.org/officeDocument/2006/relationships/slideLayout" Target="../slideLayouts/slideLayout33.xml"/><Relationship Id="rId40" Type="http://schemas.openxmlformats.org/officeDocument/2006/relationships/slideLayout" Target="../slideLayouts/slideLayout34.xml"/><Relationship Id="rId41" Type="http://schemas.openxmlformats.org/officeDocument/2006/relationships/slideLayout" Target="../slideLayouts/slideLayout35.xml"/><Relationship Id="rId42" Type="http://schemas.openxmlformats.org/officeDocument/2006/relationships/slideLayout" Target="../slideLayouts/slideLayout36.xml"/><Relationship Id="rId43" Type="http://schemas.openxmlformats.org/officeDocument/2006/relationships/slideLayout" Target="../slideLayouts/slideLayout37.xml"/><Relationship Id="rId44" Type="http://schemas.openxmlformats.org/officeDocument/2006/relationships/slideLayout" Target="../slideLayouts/slideLayout38.xml"/><Relationship Id="rId45" Type="http://schemas.openxmlformats.org/officeDocument/2006/relationships/slideLayout" Target="../slideLayouts/slideLayout39.xml"/><Relationship Id="rId46" Type="http://schemas.openxmlformats.org/officeDocument/2006/relationships/slideLayout" Target="../slideLayouts/slideLayout40.xml"/><Relationship Id="rId47" Type="http://schemas.openxmlformats.org/officeDocument/2006/relationships/slideLayout" Target="../slideLayouts/slideLayout41.xml"/><Relationship Id="rId48" Type="http://schemas.openxmlformats.org/officeDocument/2006/relationships/slideLayout" Target="../slideLayouts/slideLayout42.xml"/><Relationship Id="rId49" Type="http://schemas.openxmlformats.org/officeDocument/2006/relationships/slideLayout" Target="../slideLayouts/slideLayout43.xml"/><Relationship Id="rId50" Type="http://schemas.openxmlformats.org/officeDocument/2006/relationships/slideLayout" Target="../slideLayouts/slideLayout44.xml"/><Relationship Id="rId51" Type="http://schemas.openxmlformats.org/officeDocument/2006/relationships/slideLayout" Target="../slideLayouts/slideLayout45.xml"/><Relationship Id="rId52" Type="http://schemas.openxmlformats.org/officeDocument/2006/relationships/slideLayout" Target="../slideLayouts/slideLayout46.xml"/><Relationship Id="rId53" Type="http://schemas.openxmlformats.org/officeDocument/2006/relationships/slideLayout" Target="../slideLayouts/slideLayout47.xml"/><Relationship Id="rId54" Type="http://schemas.openxmlformats.org/officeDocument/2006/relationships/slideLayout" Target="../slideLayouts/slideLayout48.xml"/><Relationship Id="rId55" Type="http://schemas.openxmlformats.org/officeDocument/2006/relationships/slideLayout" Target="../slideLayouts/slideLayout49.xml"/><Relationship Id="rId56" Type="http://schemas.openxmlformats.org/officeDocument/2006/relationships/slideLayout" Target="../slideLayouts/slideLayout5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DA3832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oepeer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3" name="Afgeronde rechthoek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4" name="pasted-image.tiff" descr="pasted-image.tiff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6" name="Rechthoek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" name="TextBox 28"/>
          <p:cNvSpPr txBox="1"/>
          <p:nvPr/>
        </p:nvSpPr>
        <p:spPr>
          <a:xfrm>
            <a:off x="8532915" y="5951167"/>
            <a:ext cx="6939203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WELCOME</a:t>
            </a:r>
          </a:p>
        </p:txBody>
      </p:sp>
      <p:sp>
        <p:nvSpPr>
          <p:cNvPr id="8" name="11"/>
          <p:cNvSpPr/>
          <p:nvPr/>
        </p:nvSpPr>
        <p:spPr>
          <a:xfrm>
            <a:off x="16537263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9" name="7"/>
          <p:cNvSpPr/>
          <p:nvPr/>
        </p:nvSpPr>
        <p:spPr>
          <a:xfrm>
            <a:off x="18835144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0" name="5"/>
          <p:cNvSpPr/>
          <p:nvPr/>
        </p:nvSpPr>
        <p:spPr>
          <a:xfrm>
            <a:off x="16461063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" name="2"/>
          <p:cNvSpPr/>
          <p:nvPr/>
        </p:nvSpPr>
        <p:spPr>
          <a:xfrm>
            <a:off x="18936744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" name="4"/>
          <p:cNvSpPr/>
          <p:nvPr/>
        </p:nvSpPr>
        <p:spPr>
          <a:xfrm>
            <a:off x="17127425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" name="3"/>
          <p:cNvSpPr/>
          <p:nvPr/>
        </p:nvSpPr>
        <p:spPr>
          <a:xfrm>
            <a:off x="18248351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" name="1"/>
          <p:cNvSpPr/>
          <p:nvPr/>
        </p:nvSpPr>
        <p:spPr>
          <a:xfrm>
            <a:off x="17686204" y="7634559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" name="9"/>
          <p:cNvSpPr/>
          <p:nvPr/>
        </p:nvSpPr>
        <p:spPr>
          <a:xfrm>
            <a:off x="17686204" y="356506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6" name="10"/>
          <p:cNvSpPr/>
          <p:nvPr/>
        </p:nvSpPr>
        <p:spPr>
          <a:xfrm>
            <a:off x="18041804" y="4945217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" name="8"/>
          <p:cNvSpPr/>
          <p:nvPr/>
        </p:nvSpPr>
        <p:spPr>
          <a:xfrm>
            <a:off x="17229025" y="53382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8" name="6"/>
          <p:cNvSpPr/>
          <p:nvPr/>
        </p:nvSpPr>
        <p:spPr>
          <a:xfrm>
            <a:off x="17867351" y="5899923"/>
            <a:ext cx="527646" cy="547639"/>
          </a:xfrm>
          <a:prstGeom prst="ellipse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19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FC_Pro_Vercelli_1892.svg.png" descr="FC_Pro_Vercelli_1892.svg.png"/>
          <p:cNvPicPr>
            <a:picLocks noChangeAspect="1"/>
          </p:cNvPicPr>
          <p:nvPr/>
        </p:nvPicPr>
        <p:blipFill>
          <a:blip r:embed="rId6">
            <a:extLst/>
          </a:blip>
          <a:srcRect l="0" t="0" r="0" b="0"/>
          <a:stretch>
            <a:fillRect/>
          </a:stretch>
        </p:blipFill>
        <p:spPr>
          <a:xfrm>
            <a:off x="772309" y="11635487"/>
            <a:ext cx="1265608" cy="1748648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Naam presentati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Naam presentatie</a:t>
            </a:r>
          </a:p>
        </p:txBody>
      </p:sp>
      <p:sp>
        <p:nvSpPr>
          <p:cNvPr id="23" name="Hoofdtekst - niveau één…"/>
          <p:cNvSpPr txBox="1"/>
          <p:nvPr>
            <p:ph type="body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Ondertitel presentatie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Dianumm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  <p:sldLayoutId id="2147483661" r:id="rId19"/>
    <p:sldLayoutId id="2147483662" r:id="rId20"/>
    <p:sldLayoutId id="2147483663" r:id="rId21"/>
    <p:sldLayoutId id="2147483664" r:id="rId22"/>
    <p:sldLayoutId id="2147483665" r:id="rId23"/>
    <p:sldLayoutId id="2147483666" r:id="rId24"/>
    <p:sldLayoutId id="2147483667" r:id="rId25"/>
    <p:sldLayoutId id="2147483668" r:id="rId26"/>
    <p:sldLayoutId id="2147483669" r:id="rId27"/>
    <p:sldLayoutId id="2147483670" r:id="rId28"/>
    <p:sldLayoutId id="2147483671" r:id="rId29"/>
    <p:sldLayoutId id="2147483672" r:id="rId30"/>
    <p:sldLayoutId id="2147483673" r:id="rId31"/>
    <p:sldLayoutId id="2147483674" r:id="rId32"/>
    <p:sldLayoutId id="2147483675" r:id="rId33"/>
    <p:sldLayoutId id="2147483676" r:id="rId34"/>
    <p:sldLayoutId id="2147483677" r:id="rId35"/>
    <p:sldLayoutId id="2147483678" r:id="rId36"/>
    <p:sldLayoutId id="2147483679" r:id="rId37"/>
    <p:sldLayoutId id="2147483680" r:id="rId38"/>
    <p:sldLayoutId id="2147483681" r:id="rId39"/>
    <p:sldLayoutId id="2147483682" r:id="rId40"/>
    <p:sldLayoutId id="2147483683" r:id="rId41"/>
    <p:sldLayoutId id="2147483684" r:id="rId42"/>
    <p:sldLayoutId id="2147483685" r:id="rId43"/>
    <p:sldLayoutId id="2147483686" r:id="rId44"/>
    <p:sldLayoutId id="2147483687" r:id="rId45"/>
    <p:sldLayoutId id="2147483688" r:id="rId46"/>
    <p:sldLayoutId id="2147483689" r:id="rId47"/>
    <p:sldLayoutId id="2147483690" r:id="rId48"/>
    <p:sldLayoutId id="2147483691" r:id="rId49"/>
    <p:sldLayoutId id="2147483692" r:id="rId50"/>
    <p:sldLayoutId id="2147483693" r:id="rId51"/>
    <p:sldLayoutId id="2147483694" r:id="rId52"/>
    <p:sldLayoutId id="2147483695" r:id="rId53"/>
    <p:sldLayoutId id="2147483696" r:id="rId54"/>
    <p:sldLayoutId id="2147483697" r:id="rId55"/>
    <p:sldLayoutId id="2147483698" r:id="rId5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image10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hyperlink" Target="https://recruitment.scisports.app/" TargetMode="External"/><Relationship Id="rId3" Type="http://schemas.openxmlformats.org/officeDocument/2006/relationships/image" Target="../media/image1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" Target="slide7.xml"/><Relationship Id="rId3" Type="http://schemas.openxmlformats.org/officeDocument/2006/relationships/slide" Target="slide11.xml"/><Relationship Id="rId4" Type="http://schemas.openxmlformats.org/officeDocument/2006/relationships/slide" Target="slide14.xml"/><Relationship Id="rId5" Type="http://schemas.openxmlformats.org/officeDocument/2006/relationships/slide" Target="slide9.xml"/><Relationship Id="rId6" Type="http://schemas.openxmlformats.org/officeDocument/2006/relationships/slide" Target="slide13.xml"/><Relationship Id="rId7" Type="http://schemas.openxmlformats.org/officeDocument/2006/relationships/slide" Target="slide8.xml"/><Relationship Id="rId8" Type="http://schemas.openxmlformats.org/officeDocument/2006/relationships/slide" Target="slide12.xml"/><Relationship Id="rId9" Type="http://schemas.openxmlformats.org/officeDocument/2006/relationships/slide" Target="slide15.xml"/><Relationship Id="rId10" Type="http://schemas.openxmlformats.org/officeDocument/2006/relationships/slide" Target="slide10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1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TextBox 28"/>
          <p:cNvSpPr txBox="1"/>
          <p:nvPr/>
        </p:nvSpPr>
        <p:spPr>
          <a:xfrm>
            <a:off x="12679937" y="7643110"/>
            <a:ext cx="237469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1123" name="Achterkant Pro Vercelli nr.6.png" descr="Achterkant Pro Vercelli nr.6.png"/>
          <p:cNvPicPr>
            <a:picLocks noChangeAspect="1"/>
          </p:cNvPicPr>
          <p:nvPr/>
        </p:nvPicPr>
        <p:blipFill>
          <a:blip r:embed="rId2">
            <a:extLst/>
          </a:blip>
          <a:srcRect l="14949" t="0" r="14949" b="0"/>
          <a:stretch>
            <a:fillRect/>
          </a:stretch>
        </p:blipFill>
        <p:spPr>
          <a:xfrm>
            <a:off x="18508125" y="7027884"/>
            <a:ext cx="2642323" cy="2642322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TextBox 11"/>
          <p:cNvSpPr txBox="1"/>
          <p:nvPr/>
        </p:nvSpPr>
        <p:spPr>
          <a:xfrm>
            <a:off x="3436486" y="2190748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26" name="TextBox 37"/>
          <p:cNvSpPr txBox="1"/>
          <p:nvPr/>
        </p:nvSpPr>
        <p:spPr>
          <a:xfrm>
            <a:off x="2262943" y="839474"/>
            <a:ext cx="4440638" cy="65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5200"/>
              </a:lnSpc>
              <a:spcBef>
                <a:spcPts val="0"/>
              </a:spcBef>
              <a:defRPr b="1" sz="45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defRPr>
            </a:lvl1pPr>
          </a:lstStyle>
          <a:p>
            <a:pPr/>
            <a:r>
              <a:t>Player name</a:t>
            </a:r>
          </a:p>
        </p:txBody>
      </p:sp>
      <p:sp>
        <p:nvSpPr>
          <p:cNvPr id="1127" name="TextBox 23"/>
          <p:cNvSpPr txBox="1"/>
          <p:nvPr/>
        </p:nvSpPr>
        <p:spPr>
          <a:xfrm>
            <a:off x="18363004" y="584214"/>
            <a:ext cx="5467955" cy="3223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</p:txBody>
      </p:sp>
      <p:sp>
        <p:nvSpPr>
          <p:cNvPr id="1128" name="TextBox 11"/>
          <p:cNvSpPr txBox="1"/>
          <p:nvPr/>
        </p:nvSpPr>
        <p:spPr>
          <a:xfrm>
            <a:off x="3445861" y="294447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29" name="TextBox 11"/>
          <p:cNvSpPr txBox="1"/>
          <p:nvPr/>
        </p:nvSpPr>
        <p:spPr>
          <a:xfrm>
            <a:off x="3443265" y="3701887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30" name="TextBox 11"/>
          <p:cNvSpPr txBox="1"/>
          <p:nvPr/>
        </p:nvSpPr>
        <p:spPr>
          <a:xfrm>
            <a:off x="3468167" y="445930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31" name="TextBox 11"/>
          <p:cNvSpPr txBox="1"/>
          <p:nvPr/>
        </p:nvSpPr>
        <p:spPr>
          <a:xfrm>
            <a:off x="3468167" y="5211678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32" name="TextBox 11"/>
          <p:cNvSpPr txBox="1"/>
          <p:nvPr/>
        </p:nvSpPr>
        <p:spPr>
          <a:xfrm>
            <a:off x="3468167" y="5945826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33" name="TextBox 11"/>
          <p:cNvSpPr txBox="1"/>
          <p:nvPr/>
        </p:nvSpPr>
        <p:spPr>
          <a:xfrm>
            <a:off x="3468167" y="6678032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34" name="TextBox 11"/>
          <p:cNvSpPr txBox="1"/>
          <p:nvPr/>
        </p:nvSpPr>
        <p:spPr>
          <a:xfrm>
            <a:off x="11203802" y="1088478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35" name="TextBox 11"/>
          <p:cNvSpPr txBox="1"/>
          <p:nvPr/>
        </p:nvSpPr>
        <p:spPr>
          <a:xfrm>
            <a:off x="11203802" y="1806760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36" name="TextBox 11"/>
          <p:cNvSpPr txBox="1"/>
          <p:nvPr/>
        </p:nvSpPr>
        <p:spPr>
          <a:xfrm>
            <a:off x="11203802" y="2611665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37" name="TextBox 11"/>
          <p:cNvSpPr txBox="1"/>
          <p:nvPr/>
        </p:nvSpPr>
        <p:spPr>
          <a:xfrm>
            <a:off x="11203802" y="3370677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38" name="TextBox 11"/>
          <p:cNvSpPr txBox="1"/>
          <p:nvPr/>
        </p:nvSpPr>
        <p:spPr>
          <a:xfrm>
            <a:off x="13587460" y="1088478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39" name="TextBox 11"/>
          <p:cNvSpPr txBox="1"/>
          <p:nvPr/>
        </p:nvSpPr>
        <p:spPr>
          <a:xfrm>
            <a:off x="13587460" y="1806760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40" name="TextBox 11"/>
          <p:cNvSpPr txBox="1"/>
          <p:nvPr/>
        </p:nvSpPr>
        <p:spPr>
          <a:xfrm>
            <a:off x="13587460" y="2611665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41" name="TextBox 11"/>
          <p:cNvSpPr txBox="1"/>
          <p:nvPr/>
        </p:nvSpPr>
        <p:spPr>
          <a:xfrm>
            <a:off x="13587460" y="3370677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42" name="xxxx"/>
          <p:cNvSpPr txBox="1"/>
          <p:nvPr/>
        </p:nvSpPr>
        <p:spPr>
          <a:xfrm>
            <a:off x="19741483" y="9664487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143" name="xxxx"/>
          <p:cNvSpPr txBox="1"/>
          <p:nvPr/>
        </p:nvSpPr>
        <p:spPr>
          <a:xfrm>
            <a:off x="19741483" y="10420204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144" name="xxxx"/>
          <p:cNvSpPr txBox="1"/>
          <p:nvPr/>
        </p:nvSpPr>
        <p:spPr>
          <a:xfrm>
            <a:off x="19741483" y="11197829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145" name="xxxx"/>
          <p:cNvSpPr txBox="1"/>
          <p:nvPr/>
        </p:nvSpPr>
        <p:spPr>
          <a:xfrm>
            <a:off x="19753848" y="11925556"/>
            <a:ext cx="3576987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146" name="xxxx"/>
          <p:cNvSpPr txBox="1"/>
          <p:nvPr/>
        </p:nvSpPr>
        <p:spPr>
          <a:xfrm>
            <a:off x="19753848" y="12652539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147" name="TextBox 31"/>
          <p:cNvSpPr txBox="1"/>
          <p:nvPr/>
        </p:nvSpPr>
        <p:spPr>
          <a:xfrm>
            <a:off x="8032505" y="9220708"/>
            <a:ext cx="7940022" cy="342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48" name="TextBox 11"/>
          <p:cNvSpPr txBox="1"/>
          <p:nvPr/>
        </p:nvSpPr>
        <p:spPr>
          <a:xfrm>
            <a:off x="3468167" y="7435014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49" name="TextBox 11"/>
          <p:cNvSpPr txBox="1"/>
          <p:nvPr/>
        </p:nvSpPr>
        <p:spPr>
          <a:xfrm>
            <a:off x="3468015" y="8147343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50" name="xx"/>
          <p:cNvSpPr/>
          <p:nvPr/>
        </p:nvSpPr>
        <p:spPr>
          <a:xfrm>
            <a:off x="8372141" y="5119587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</a:t>
            </a:r>
          </a:p>
        </p:txBody>
      </p:sp>
      <p:sp>
        <p:nvSpPr>
          <p:cNvPr id="1151" name="xx%"/>
          <p:cNvSpPr/>
          <p:nvPr/>
        </p:nvSpPr>
        <p:spPr>
          <a:xfrm>
            <a:off x="12695199" y="5123876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1152" name="DATE: DD-MM-JJJJ"/>
          <p:cNvSpPr txBox="1"/>
          <p:nvPr/>
        </p:nvSpPr>
        <p:spPr>
          <a:xfrm>
            <a:off x="4875976" y="268498"/>
            <a:ext cx="26770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DATE: DD-MM-JJJJ</a:t>
            </a:r>
          </a:p>
        </p:txBody>
      </p:sp>
      <p:grpSp>
        <p:nvGrpSpPr>
          <p:cNvPr id="1155" name="9"/>
          <p:cNvGrpSpPr/>
          <p:nvPr/>
        </p:nvGrpSpPr>
        <p:grpSpPr>
          <a:xfrm>
            <a:off x="5636046" y="9988295"/>
            <a:ext cx="369517" cy="383519"/>
            <a:chOff x="0" y="0"/>
            <a:chExt cx="369516" cy="383518"/>
          </a:xfrm>
        </p:grpSpPr>
        <p:sp>
          <p:nvSpPr>
            <p:cNvPr id="1153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54" name="9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1158" name="11"/>
          <p:cNvGrpSpPr/>
          <p:nvPr/>
        </p:nvGrpSpPr>
        <p:grpSpPr>
          <a:xfrm>
            <a:off x="4831430" y="10316581"/>
            <a:ext cx="369517" cy="383519"/>
            <a:chOff x="0" y="0"/>
            <a:chExt cx="369516" cy="383518"/>
          </a:xfrm>
        </p:grpSpPr>
        <p:sp>
          <p:nvSpPr>
            <p:cNvPr id="1156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57" name="1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1161" name="7"/>
          <p:cNvGrpSpPr/>
          <p:nvPr/>
        </p:nvGrpSpPr>
        <p:grpSpPr>
          <a:xfrm>
            <a:off x="6440658" y="10316581"/>
            <a:ext cx="369517" cy="383519"/>
            <a:chOff x="0" y="0"/>
            <a:chExt cx="369516" cy="383518"/>
          </a:xfrm>
        </p:grpSpPr>
        <p:sp>
          <p:nvSpPr>
            <p:cNvPr id="1159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60" name="7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164" name="8"/>
          <p:cNvGrpSpPr/>
          <p:nvPr/>
        </p:nvGrpSpPr>
        <p:grpSpPr>
          <a:xfrm>
            <a:off x="5244725" y="10893821"/>
            <a:ext cx="369517" cy="383519"/>
            <a:chOff x="0" y="0"/>
            <a:chExt cx="369516" cy="383518"/>
          </a:xfrm>
        </p:grpSpPr>
        <p:sp>
          <p:nvSpPr>
            <p:cNvPr id="1162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63" name="8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167" name="6"/>
          <p:cNvGrpSpPr/>
          <p:nvPr/>
        </p:nvGrpSpPr>
        <p:grpSpPr>
          <a:xfrm>
            <a:off x="5636046" y="11377755"/>
            <a:ext cx="369517" cy="383519"/>
            <a:chOff x="0" y="0"/>
            <a:chExt cx="369516" cy="383518"/>
          </a:xfrm>
        </p:grpSpPr>
        <p:sp>
          <p:nvSpPr>
            <p:cNvPr id="1165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chemeClr val="accent5">
                <a:hueOff val="-82419"/>
                <a:satOff val="-9513"/>
                <a:lumOff val="-16343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66" name="6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170" name="5"/>
          <p:cNvGrpSpPr/>
          <p:nvPr/>
        </p:nvGrpSpPr>
        <p:grpSpPr>
          <a:xfrm>
            <a:off x="4778064" y="11609513"/>
            <a:ext cx="369517" cy="383519"/>
            <a:chOff x="0" y="0"/>
            <a:chExt cx="369516" cy="383518"/>
          </a:xfrm>
        </p:grpSpPr>
        <p:sp>
          <p:nvSpPr>
            <p:cNvPr id="1168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69" name="5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173" name="2"/>
          <p:cNvGrpSpPr/>
          <p:nvPr/>
        </p:nvGrpSpPr>
        <p:grpSpPr>
          <a:xfrm>
            <a:off x="6511809" y="11609513"/>
            <a:ext cx="369517" cy="383519"/>
            <a:chOff x="0" y="0"/>
            <a:chExt cx="369516" cy="383518"/>
          </a:xfrm>
        </p:grpSpPr>
        <p:sp>
          <p:nvSpPr>
            <p:cNvPr id="1171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72" name="2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176" name="4"/>
          <p:cNvGrpSpPr/>
          <p:nvPr/>
        </p:nvGrpSpPr>
        <p:grpSpPr>
          <a:xfrm>
            <a:off x="5244725" y="11923923"/>
            <a:ext cx="369517" cy="383519"/>
            <a:chOff x="0" y="0"/>
            <a:chExt cx="369516" cy="383518"/>
          </a:xfrm>
        </p:grpSpPr>
        <p:sp>
          <p:nvSpPr>
            <p:cNvPr id="1174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75" name="4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179" name="3"/>
          <p:cNvGrpSpPr/>
          <p:nvPr/>
        </p:nvGrpSpPr>
        <p:grpSpPr>
          <a:xfrm>
            <a:off x="6029723" y="11923923"/>
            <a:ext cx="369517" cy="383519"/>
            <a:chOff x="0" y="0"/>
            <a:chExt cx="369516" cy="383518"/>
          </a:xfrm>
        </p:grpSpPr>
        <p:sp>
          <p:nvSpPr>
            <p:cNvPr id="1177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78" name="3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182" name="1"/>
          <p:cNvGrpSpPr/>
          <p:nvPr/>
        </p:nvGrpSpPr>
        <p:grpSpPr>
          <a:xfrm>
            <a:off x="5636046" y="12531862"/>
            <a:ext cx="369517" cy="383519"/>
            <a:chOff x="0" y="0"/>
            <a:chExt cx="369516" cy="383518"/>
          </a:xfrm>
        </p:grpSpPr>
        <p:sp>
          <p:nvSpPr>
            <p:cNvPr id="1180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81" name="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185" name="10"/>
          <p:cNvGrpSpPr/>
          <p:nvPr/>
        </p:nvGrpSpPr>
        <p:grpSpPr>
          <a:xfrm>
            <a:off x="5858298" y="10651021"/>
            <a:ext cx="369517" cy="383519"/>
            <a:chOff x="0" y="0"/>
            <a:chExt cx="369516" cy="383518"/>
          </a:xfrm>
        </p:grpSpPr>
        <p:sp>
          <p:nvSpPr>
            <p:cNvPr id="1183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84" name="10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10</a:t>
              </a:r>
            </a:p>
          </p:txBody>
        </p:sp>
      </p:grpSp>
      <p:sp>
        <p:nvSpPr>
          <p:cNvPr id="1186" name="Deep lying playmaker nr. 06"/>
          <p:cNvSpPr txBox="1"/>
          <p:nvPr/>
        </p:nvSpPr>
        <p:spPr>
          <a:xfrm>
            <a:off x="374971" y="10045556"/>
            <a:ext cx="3997048" cy="1122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7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3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Deep lying playmaker nr. 06</a:t>
            </a:r>
          </a:p>
        </p:txBody>
      </p:sp>
      <p:sp>
        <p:nvSpPr>
          <p:cNvPr id="1187" name="TextBox 31"/>
          <p:cNvSpPr txBox="1"/>
          <p:nvPr/>
        </p:nvSpPr>
        <p:spPr>
          <a:xfrm>
            <a:off x="2609789" y="11554262"/>
            <a:ext cx="1556417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</p:txBody>
      </p:sp>
      <p:pic>
        <p:nvPicPr>
          <p:cNvPr id="1188" name="Logo_Scisports.png" descr="Logo_Scisports.png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rcRect l="37777" t="0" r="0" b="0"/>
          <a:stretch>
            <a:fillRect/>
          </a:stretch>
        </p:blipFill>
        <p:spPr>
          <a:xfrm>
            <a:off x="16586944" y="785320"/>
            <a:ext cx="922534" cy="510944"/>
          </a:xfrm>
          <a:prstGeom prst="rect">
            <a:avLst/>
          </a:prstGeom>
          <a:ln w="12700">
            <a:miter lim="400000"/>
          </a:ln>
        </p:spPr>
      </p:pic>
      <p:sp>
        <p:nvSpPr>
          <p:cNvPr id="1189" name="Browse…"/>
          <p:cNvSpPr/>
          <p:nvPr/>
        </p:nvSpPr>
        <p:spPr>
          <a:xfrm>
            <a:off x="463550" y="296333"/>
            <a:ext cx="1397069" cy="1397069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Acumin Pro Condensed Regular"/>
                <a:ea typeface="Acumin Pro Condensed Regular"/>
                <a:cs typeface="Acumin Pro Condensed Regular"/>
                <a:sym typeface="Acumin Pro Condensed Regular"/>
              </a:defRPr>
            </a:pPr>
            <a:r>
              <a:t>Browse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Acumin Pro Condensed Regular"/>
                <a:ea typeface="Acumin Pro Condensed Regular"/>
                <a:cs typeface="Acumin Pro Condensed Regular"/>
                <a:sym typeface="Acumin Pro Condensed Regular"/>
              </a:defRPr>
            </a:pPr>
            <a:r>
              <a:t>Foto</a:t>
            </a:r>
          </a:p>
        </p:txBody>
      </p:sp>
      <p:sp>
        <p:nvSpPr>
          <p:cNvPr id="1190" name="Speed"/>
          <p:cNvSpPr txBox="1"/>
          <p:nvPr/>
        </p:nvSpPr>
        <p:spPr>
          <a:xfrm>
            <a:off x="16862722" y="7064857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1191" name="Stamina"/>
          <p:cNvSpPr txBox="1"/>
          <p:nvPr/>
        </p:nvSpPr>
        <p:spPr>
          <a:xfrm>
            <a:off x="16862722" y="6649832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1192" name="Powerplay"/>
          <p:cNvSpPr txBox="1"/>
          <p:nvPr/>
        </p:nvSpPr>
        <p:spPr>
          <a:xfrm>
            <a:off x="16862722" y="6251461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Powerplay</a:t>
            </a:r>
          </a:p>
        </p:txBody>
      </p:sp>
      <p:sp>
        <p:nvSpPr>
          <p:cNvPr id="1193" name="Offensive positioning"/>
          <p:cNvSpPr txBox="1"/>
          <p:nvPr/>
        </p:nvSpPr>
        <p:spPr>
          <a:xfrm>
            <a:off x="16849427" y="5837954"/>
            <a:ext cx="3282286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Offensive positioning</a:t>
            </a:r>
          </a:p>
        </p:txBody>
      </p:sp>
      <p:sp>
        <p:nvSpPr>
          <p:cNvPr id="1194" name="Defensive positioning"/>
          <p:cNvSpPr txBox="1"/>
          <p:nvPr/>
        </p:nvSpPr>
        <p:spPr>
          <a:xfrm>
            <a:off x="16862722" y="5007149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Defensive positioning</a:t>
            </a:r>
          </a:p>
        </p:txBody>
      </p:sp>
      <p:sp>
        <p:nvSpPr>
          <p:cNvPr id="1195" name="Offensive Passing"/>
          <p:cNvSpPr txBox="1"/>
          <p:nvPr/>
        </p:nvSpPr>
        <p:spPr>
          <a:xfrm>
            <a:off x="16862722" y="4602575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Offensive Passing</a:t>
            </a:r>
          </a:p>
        </p:txBody>
      </p:sp>
      <p:sp>
        <p:nvSpPr>
          <p:cNvPr id="1196" name="Doorzettingsvermogen"/>
          <p:cNvSpPr txBox="1"/>
          <p:nvPr/>
        </p:nvSpPr>
        <p:spPr>
          <a:xfrm>
            <a:off x="16864483" y="7436866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Doorzettingsvermogen</a:t>
            </a:r>
          </a:p>
        </p:txBody>
      </p:sp>
      <p:sp>
        <p:nvSpPr>
          <p:cNvPr id="1197" name="Consistency"/>
          <p:cNvSpPr txBox="1"/>
          <p:nvPr/>
        </p:nvSpPr>
        <p:spPr>
          <a:xfrm>
            <a:off x="16862722" y="7833518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Consistency </a:t>
            </a:r>
          </a:p>
        </p:txBody>
      </p:sp>
      <p:sp>
        <p:nvSpPr>
          <p:cNvPr id="1198" name="Ster"/>
          <p:cNvSpPr/>
          <p:nvPr/>
        </p:nvSpPr>
        <p:spPr>
          <a:xfrm>
            <a:off x="20494891" y="702390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99" name="Ster"/>
          <p:cNvSpPr/>
          <p:nvPr/>
        </p:nvSpPr>
        <p:spPr>
          <a:xfrm>
            <a:off x="20833480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0" name="Ster"/>
          <p:cNvSpPr/>
          <p:nvPr/>
        </p:nvSpPr>
        <p:spPr>
          <a:xfrm>
            <a:off x="21172070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1" name="Ster"/>
          <p:cNvSpPr/>
          <p:nvPr/>
        </p:nvSpPr>
        <p:spPr>
          <a:xfrm>
            <a:off x="21510659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2" name="Ster"/>
          <p:cNvSpPr/>
          <p:nvPr/>
        </p:nvSpPr>
        <p:spPr>
          <a:xfrm>
            <a:off x="21844508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3" name="Ster"/>
          <p:cNvSpPr/>
          <p:nvPr/>
        </p:nvSpPr>
        <p:spPr>
          <a:xfrm>
            <a:off x="22183097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4" name="Ster"/>
          <p:cNvSpPr/>
          <p:nvPr/>
        </p:nvSpPr>
        <p:spPr>
          <a:xfrm>
            <a:off x="22521687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5" name="Ster"/>
          <p:cNvSpPr/>
          <p:nvPr/>
        </p:nvSpPr>
        <p:spPr>
          <a:xfrm>
            <a:off x="22860275" y="702390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6" name="Ster"/>
          <p:cNvSpPr/>
          <p:nvPr/>
        </p:nvSpPr>
        <p:spPr>
          <a:xfrm>
            <a:off x="23194864" y="702390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7" name="Ster"/>
          <p:cNvSpPr/>
          <p:nvPr/>
        </p:nvSpPr>
        <p:spPr>
          <a:xfrm>
            <a:off x="23533453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8" name="Ster"/>
          <p:cNvSpPr/>
          <p:nvPr/>
        </p:nvSpPr>
        <p:spPr>
          <a:xfrm>
            <a:off x="20494891" y="661287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9" name="Ster"/>
          <p:cNvSpPr/>
          <p:nvPr/>
        </p:nvSpPr>
        <p:spPr>
          <a:xfrm>
            <a:off x="20833480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0" name="Ster"/>
          <p:cNvSpPr/>
          <p:nvPr/>
        </p:nvSpPr>
        <p:spPr>
          <a:xfrm>
            <a:off x="21172070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1" name="Ster"/>
          <p:cNvSpPr/>
          <p:nvPr/>
        </p:nvSpPr>
        <p:spPr>
          <a:xfrm>
            <a:off x="21510659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2" name="Ster"/>
          <p:cNvSpPr/>
          <p:nvPr/>
        </p:nvSpPr>
        <p:spPr>
          <a:xfrm>
            <a:off x="21844508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3" name="Ster"/>
          <p:cNvSpPr/>
          <p:nvPr/>
        </p:nvSpPr>
        <p:spPr>
          <a:xfrm>
            <a:off x="22183097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4" name="Ster"/>
          <p:cNvSpPr/>
          <p:nvPr/>
        </p:nvSpPr>
        <p:spPr>
          <a:xfrm>
            <a:off x="22521687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5" name="Ster"/>
          <p:cNvSpPr/>
          <p:nvPr/>
        </p:nvSpPr>
        <p:spPr>
          <a:xfrm>
            <a:off x="22860275" y="661287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6" name="Ster"/>
          <p:cNvSpPr/>
          <p:nvPr/>
        </p:nvSpPr>
        <p:spPr>
          <a:xfrm>
            <a:off x="23194864" y="661287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7" name="Ster"/>
          <p:cNvSpPr/>
          <p:nvPr/>
        </p:nvSpPr>
        <p:spPr>
          <a:xfrm>
            <a:off x="23533453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8" name="Ster"/>
          <p:cNvSpPr/>
          <p:nvPr/>
        </p:nvSpPr>
        <p:spPr>
          <a:xfrm>
            <a:off x="20494891" y="5828342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9" name="Ster"/>
          <p:cNvSpPr/>
          <p:nvPr/>
        </p:nvSpPr>
        <p:spPr>
          <a:xfrm>
            <a:off x="20833480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0" name="Ster"/>
          <p:cNvSpPr/>
          <p:nvPr/>
        </p:nvSpPr>
        <p:spPr>
          <a:xfrm>
            <a:off x="21172068" y="5828342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1" name="Ster"/>
          <p:cNvSpPr/>
          <p:nvPr/>
        </p:nvSpPr>
        <p:spPr>
          <a:xfrm>
            <a:off x="21510657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2" name="Ster"/>
          <p:cNvSpPr/>
          <p:nvPr/>
        </p:nvSpPr>
        <p:spPr>
          <a:xfrm>
            <a:off x="21844508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3" name="Ster"/>
          <p:cNvSpPr/>
          <p:nvPr/>
        </p:nvSpPr>
        <p:spPr>
          <a:xfrm>
            <a:off x="22183097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4" name="Ster"/>
          <p:cNvSpPr/>
          <p:nvPr/>
        </p:nvSpPr>
        <p:spPr>
          <a:xfrm>
            <a:off x="22521685" y="5828342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5" name="Ster"/>
          <p:cNvSpPr/>
          <p:nvPr/>
        </p:nvSpPr>
        <p:spPr>
          <a:xfrm>
            <a:off x="22860274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6" name="Ster"/>
          <p:cNvSpPr/>
          <p:nvPr/>
        </p:nvSpPr>
        <p:spPr>
          <a:xfrm>
            <a:off x="23194864" y="5828342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7" name="Ster"/>
          <p:cNvSpPr/>
          <p:nvPr/>
        </p:nvSpPr>
        <p:spPr>
          <a:xfrm>
            <a:off x="23533453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8" name="Ster"/>
          <p:cNvSpPr/>
          <p:nvPr/>
        </p:nvSpPr>
        <p:spPr>
          <a:xfrm>
            <a:off x="20494891" y="621746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9" name="Ster"/>
          <p:cNvSpPr/>
          <p:nvPr/>
        </p:nvSpPr>
        <p:spPr>
          <a:xfrm>
            <a:off x="20833480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0" name="Ster"/>
          <p:cNvSpPr/>
          <p:nvPr/>
        </p:nvSpPr>
        <p:spPr>
          <a:xfrm>
            <a:off x="21172068" y="621746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1" name="Ster"/>
          <p:cNvSpPr/>
          <p:nvPr/>
        </p:nvSpPr>
        <p:spPr>
          <a:xfrm>
            <a:off x="21510657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2" name="Ster"/>
          <p:cNvSpPr/>
          <p:nvPr/>
        </p:nvSpPr>
        <p:spPr>
          <a:xfrm>
            <a:off x="21844508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3" name="Ster"/>
          <p:cNvSpPr/>
          <p:nvPr/>
        </p:nvSpPr>
        <p:spPr>
          <a:xfrm>
            <a:off x="22183097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4" name="Ster"/>
          <p:cNvSpPr/>
          <p:nvPr/>
        </p:nvSpPr>
        <p:spPr>
          <a:xfrm>
            <a:off x="22521685" y="621746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5" name="Ster"/>
          <p:cNvSpPr/>
          <p:nvPr/>
        </p:nvSpPr>
        <p:spPr>
          <a:xfrm>
            <a:off x="22860274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6" name="Ster"/>
          <p:cNvSpPr/>
          <p:nvPr/>
        </p:nvSpPr>
        <p:spPr>
          <a:xfrm>
            <a:off x="23194864" y="621746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7" name="Ster"/>
          <p:cNvSpPr/>
          <p:nvPr/>
        </p:nvSpPr>
        <p:spPr>
          <a:xfrm>
            <a:off x="23533453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8" name="Ster"/>
          <p:cNvSpPr/>
          <p:nvPr/>
        </p:nvSpPr>
        <p:spPr>
          <a:xfrm>
            <a:off x="20490918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9" name="Ster"/>
          <p:cNvSpPr/>
          <p:nvPr/>
        </p:nvSpPr>
        <p:spPr>
          <a:xfrm>
            <a:off x="20829506" y="498135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0" name="Ster"/>
          <p:cNvSpPr/>
          <p:nvPr/>
        </p:nvSpPr>
        <p:spPr>
          <a:xfrm>
            <a:off x="21168095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1" name="Ster"/>
          <p:cNvSpPr/>
          <p:nvPr/>
        </p:nvSpPr>
        <p:spPr>
          <a:xfrm>
            <a:off x="21506684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2" name="Ster"/>
          <p:cNvSpPr/>
          <p:nvPr/>
        </p:nvSpPr>
        <p:spPr>
          <a:xfrm>
            <a:off x="21840535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3" name="Ster"/>
          <p:cNvSpPr/>
          <p:nvPr/>
        </p:nvSpPr>
        <p:spPr>
          <a:xfrm>
            <a:off x="22179123" y="498135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4" name="Ster"/>
          <p:cNvSpPr/>
          <p:nvPr/>
        </p:nvSpPr>
        <p:spPr>
          <a:xfrm>
            <a:off x="22517712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5" name="Ster"/>
          <p:cNvSpPr/>
          <p:nvPr/>
        </p:nvSpPr>
        <p:spPr>
          <a:xfrm>
            <a:off x="22856301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6" name="Ster"/>
          <p:cNvSpPr/>
          <p:nvPr/>
        </p:nvSpPr>
        <p:spPr>
          <a:xfrm>
            <a:off x="23190891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7" name="Ster"/>
          <p:cNvSpPr/>
          <p:nvPr/>
        </p:nvSpPr>
        <p:spPr>
          <a:xfrm>
            <a:off x="23529480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8" name="Ster"/>
          <p:cNvSpPr/>
          <p:nvPr/>
        </p:nvSpPr>
        <p:spPr>
          <a:xfrm>
            <a:off x="20494891" y="4577666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9" name="Ster"/>
          <p:cNvSpPr/>
          <p:nvPr/>
        </p:nvSpPr>
        <p:spPr>
          <a:xfrm>
            <a:off x="20833480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0" name="Ster"/>
          <p:cNvSpPr/>
          <p:nvPr/>
        </p:nvSpPr>
        <p:spPr>
          <a:xfrm>
            <a:off x="21172068" y="4577666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1" name="Ster"/>
          <p:cNvSpPr/>
          <p:nvPr/>
        </p:nvSpPr>
        <p:spPr>
          <a:xfrm>
            <a:off x="21510657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2" name="Ster"/>
          <p:cNvSpPr/>
          <p:nvPr/>
        </p:nvSpPr>
        <p:spPr>
          <a:xfrm>
            <a:off x="21844508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3" name="Ster"/>
          <p:cNvSpPr/>
          <p:nvPr/>
        </p:nvSpPr>
        <p:spPr>
          <a:xfrm>
            <a:off x="22183097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4" name="Ster"/>
          <p:cNvSpPr/>
          <p:nvPr/>
        </p:nvSpPr>
        <p:spPr>
          <a:xfrm>
            <a:off x="22521685" y="4577666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5" name="Ster"/>
          <p:cNvSpPr/>
          <p:nvPr/>
        </p:nvSpPr>
        <p:spPr>
          <a:xfrm>
            <a:off x="22860274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6" name="Ster"/>
          <p:cNvSpPr/>
          <p:nvPr/>
        </p:nvSpPr>
        <p:spPr>
          <a:xfrm>
            <a:off x="23194864" y="4577666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7" name="Ster"/>
          <p:cNvSpPr/>
          <p:nvPr/>
        </p:nvSpPr>
        <p:spPr>
          <a:xfrm>
            <a:off x="23533453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8" name="Ster"/>
          <p:cNvSpPr/>
          <p:nvPr/>
        </p:nvSpPr>
        <p:spPr>
          <a:xfrm>
            <a:off x="20490744" y="740336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9" name="Ster"/>
          <p:cNvSpPr/>
          <p:nvPr/>
        </p:nvSpPr>
        <p:spPr>
          <a:xfrm>
            <a:off x="20829333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0" name="Ster"/>
          <p:cNvSpPr/>
          <p:nvPr/>
        </p:nvSpPr>
        <p:spPr>
          <a:xfrm>
            <a:off x="21167923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1" name="Ster"/>
          <p:cNvSpPr/>
          <p:nvPr/>
        </p:nvSpPr>
        <p:spPr>
          <a:xfrm>
            <a:off x="21506512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2" name="Ster"/>
          <p:cNvSpPr/>
          <p:nvPr/>
        </p:nvSpPr>
        <p:spPr>
          <a:xfrm>
            <a:off x="21840361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3" name="Ster"/>
          <p:cNvSpPr/>
          <p:nvPr/>
        </p:nvSpPr>
        <p:spPr>
          <a:xfrm>
            <a:off x="22178950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4" name="Ster"/>
          <p:cNvSpPr/>
          <p:nvPr/>
        </p:nvSpPr>
        <p:spPr>
          <a:xfrm>
            <a:off x="22517540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5" name="Ster"/>
          <p:cNvSpPr/>
          <p:nvPr/>
        </p:nvSpPr>
        <p:spPr>
          <a:xfrm>
            <a:off x="22856128" y="740336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6" name="Ster"/>
          <p:cNvSpPr/>
          <p:nvPr/>
        </p:nvSpPr>
        <p:spPr>
          <a:xfrm>
            <a:off x="23190717" y="740336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7" name="Ster"/>
          <p:cNvSpPr/>
          <p:nvPr/>
        </p:nvSpPr>
        <p:spPr>
          <a:xfrm>
            <a:off x="23529306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8" name="Ster"/>
          <p:cNvSpPr/>
          <p:nvPr/>
        </p:nvSpPr>
        <p:spPr>
          <a:xfrm>
            <a:off x="20494891" y="7800685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9" name="Ster"/>
          <p:cNvSpPr/>
          <p:nvPr/>
        </p:nvSpPr>
        <p:spPr>
          <a:xfrm>
            <a:off x="20833480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0" name="Ster"/>
          <p:cNvSpPr/>
          <p:nvPr/>
        </p:nvSpPr>
        <p:spPr>
          <a:xfrm>
            <a:off x="21172070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1" name="Ster"/>
          <p:cNvSpPr/>
          <p:nvPr/>
        </p:nvSpPr>
        <p:spPr>
          <a:xfrm>
            <a:off x="21510659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2" name="Ster"/>
          <p:cNvSpPr/>
          <p:nvPr/>
        </p:nvSpPr>
        <p:spPr>
          <a:xfrm>
            <a:off x="21844508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3" name="Ster"/>
          <p:cNvSpPr/>
          <p:nvPr/>
        </p:nvSpPr>
        <p:spPr>
          <a:xfrm>
            <a:off x="22183097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4" name="Ster"/>
          <p:cNvSpPr/>
          <p:nvPr/>
        </p:nvSpPr>
        <p:spPr>
          <a:xfrm>
            <a:off x="22521687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5" name="Ster"/>
          <p:cNvSpPr/>
          <p:nvPr/>
        </p:nvSpPr>
        <p:spPr>
          <a:xfrm>
            <a:off x="22860275" y="7800685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6" name="Ster"/>
          <p:cNvSpPr/>
          <p:nvPr/>
        </p:nvSpPr>
        <p:spPr>
          <a:xfrm>
            <a:off x="23194864" y="7800685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7" name="Ster"/>
          <p:cNvSpPr/>
          <p:nvPr/>
        </p:nvSpPr>
        <p:spPr>
          <a:xfrm>
            <a:off x="23533453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8" name="Ster"/>
          <p:cNvSpPr/>
          <p:nvPr/>
        </p:nvSpPr>
        <p:spPr>
          <a:xfrm>
            <a:off x="20494891" y="5388614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9" name="Ster"/>
          <p:cNvSpPr/>
          <p:nvPr/>
        </p:nvSpPr>
        <p:spPr>
          <a:xfrm>
            <a:off x="20833480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0" name="Ster"/>
          <p:cNvSpPr/>
          <p:nvPr/>
        </p:nvSpPr>
        <p:spPr>
          <a:xfrm>
            <a:off x="21172068" y="5388614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1" name="Ster"/>
          <p:cNvSpPr/>
          <p:nvPr/>
        </p:nvSpPr>
        <p:spPr>
          <a:xfrm>
            <a:off x="21510657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2" name="Ster"/>
          <p:cNvSpPr/>
          <p:nvPr/>
        </p:nvSpPr>
        <p:spPr>
          <a:xfrm>
            <a:off x="21844508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3" name="Ster"/>
          <p:cNvSpPr/>
          <p:nvPr/>
        </p:nvSpPr>
        <p:spPr>
          <a:xfrm>
            <a:off x="22183097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4" name="Ster"/>
          <p:cNvSpPr/>
          <p:nvPr/>
        </p:nvSpPr>
        <p:spPr>
          <a:xfrm>
            <a:off x="22521685" y="5388614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5" name="Ster"/>
          <p:cNvSpPr/>
          <p:nvPr/>
        </p:nvSpPr>
        <p:spPr>
          <a:xfrm>
            <a:off x="22860274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6" name="Ster"/>
          <p:cNvSpPr/>
          <p:nvPr/>
        </p:nvSpPr>
        <p:spPr>
          <a:xfrm>
            <a:off x="23194864" y="5388614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7" name="Ster"/>
          <p:cNvSpPr/>
          <p:nvPr/>
        </p:nvSpPr>
        <p:spPr>
          <a:xfrm>
            <a:off x="23533453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8" name="Carries"/>
          <p:cNvSpPr txBox="1"/>
          <p:nvPr/>
        </p:nvSpPr>
        <p:spPr>
          <a:xfrm>
            <a:off x="16849427" y="5424608"/>
            <a:ext cx="3282286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Carries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chemeClr val="accent5"/>
            </a:gs>
            <a:gs pos="100000">
              <a:schemeClr val="accent5">
                <a:lumOff val="-29866"/>
              </a:schemeClr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0" name="Tabel 1"/>
          <p:cNvGraphicFramePr/>
          <p:nvPr/>
        </p:nvGraphicFramePr>
        <p:xfrm>
          <a:off x="4077686" y="673006"/>
          <a:ext cx="17879300" cy="1238268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573319"/>
                <a:gridCol w="3573319"/>
                <a:gridCol w="4482413"/>
                <a:gridCol w="2664226"/>
                <a:gridCol w="3573319"/>
              </a:tblGrid>
              <a:tr h="1030832">
                <a:tc>
                  <a:txBody>
                    <a:bodyPr/>
                    <a:lstStyle/>
                    <a:p>
                      <a:pPr defTabSz="914400"/>
                      <a:r>
                        <a:rPr sz="2900"/>
                        <a:t>Deep lying playmaker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900"/>
                        <a:t>Multiplication factor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Result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Offensive Passing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Defensive positioning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Carries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Offensive positioning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Power play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Stamina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Speed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Determination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Consistency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>
                        <a:def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Gemiddelde 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0,00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9"/>
          <p:cNvSpPr/>
          <p:nvPr/>
        </p:nvSpPr>
        <p:spPr>
          <a:xfrm>
            <a:off x="20427404" y="495506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293" name="11"/>
          <p:cNvSpPr/>
          <p:nvPr/>
        </p:nvSpPr>
        <p:spPr>
          <a:xfrm>
            <a:off x="18995767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7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294" name="7"/>
          <p:cNvSpPr/>
          <p:nvPr/>
        </p:nvSpPr>
        <p:spPr>
          <a:xfrm>
            <a:off x="21859042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295" name="5"/>
          <p:cNvSpPr/>
          <p:nvPr/>
        </p:nvSpPr>
        <p:spPr>
          <a:xfrm>
            <a:off x="18900818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96" name="2"/>
          <p:cNvSpPr/>
          <p:nvPr/>
        </p:nvSpPr>
        <p:spPr>
          <a:xfrm>
            <a:off x="21985640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97" name="4"/>
          <p:cNvSpPr/>
          <p:nvPr/>
        </p:nvSpPr>
        <p:spPr>
          <a:xfrm>
            <a:off x="19731139" y="8900949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98" name="3"/>
          <p:cNvSpPr/>
          <p:nvPr/>
        </p:nvSpPr>
        <p:spPr>
          <a:xfrm>
            <a:off x="21127868" y="8900949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99" name="1"/>
          <p:cNvSpPr/>
          <p:nvPr/>
        </p:nvSpPr>
        <p:spPr>
          <a:xfrm>
            <a:off x="20427404" y="9762007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00" name="6"/>
          <p:cNvSpPr/>
          <p:nvPr/>
        </p:nvSpPr>
        <p:spPr>
          <a:xfrm>
            <a:off x="20653123" y="7600564"/>
            <a:ext cx="657473" cy="682385"/>
          </a:xfrm>
          <a:prstGeom prst="ellipse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301" name="8"/>
          <p:cNvSpPr/>
          <p:nvPr/>
        </p:nvSpPr>
        <p:spPr>
          <a:xfrm>
            <a:off x="19920776" y="691404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302" name="10"/>
          <p:cNvSpPr/>
          <p:nvPr/>
        </p:nvSpPr>
        <p:spPr>
          <a:xfrm>
            <a:off x="20933539" y="6424333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6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303" name="Deep lying playmaker #06"/>
          <p:cNvSpPr txBox="1"/>
          <p:nvPr/>
        </p:nvSpPr>
        <p:spPr>
          <a:xfrm>
            <a:off x="2542804" y="43415"/>
            <a:ext cx="11134957" cy="9271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57611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700">
              <a:lnSpc>
                <a:spcPct val="60000"/>
              </a:lnSpc>
              <a:spcBef>
                <a:spcPts val="0"/>
              </a:spcBef>
              <a:defRPr b="1" cap="all" sz="6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Deep lying playmaker #06</a:t>
            </a:r>
          </a:p>
        </p:txBody>
      </p:sp>
      <p:sp>
        <p:nvSpPr>
          <p:cNvPr id="1304" name="TextBox 17">
            <a:hlinkClick r:id="rId2" invalidUrl="" action="ppaction://hlinksldjump" tgtFrame="" tooltip="" history="1" highlightClick="0" endSnd="0"/>
          </p:cNvPr>
          <p:cNvSpPr txBox="1"/>
          <p:nvPr/>
        </p:nvSpPr>
        <p:spPr>
          <a:xfrm>
            <a:off x="2655883" y="614927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Offensive Passing</a:t>
            </a:r>
          </a:p>
        </p:txBody>
      </p:sp>
      <p:sp>
        <p:nvSpPr>
          <p:cNvPr id="1305" name="TextBox 17">
            <a:hlinkClick r:id="rId3" invalidUrl="" action="ppaction://hlinksldjump" tgtFrame="" tooltip="" history="1" highlightClick="0" endSnd="0"/>
          </p:cNvPr>
          <p:cNvSpPr txBox="1"/>
          <p:nvPr/>
        </p:nvSpPr>
        <p:spPr>
          <a:xfrm>
            <a:off x="7588917" y="616832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Powerplay</a:t>
            </a:r>
          </a:p>
        </p:txBody>
      </p:sp>
      <p:sp>
        <p:nvSpPr>
          <p:cNvPr id="1306" name="TextBox 17">
            <a:hlinkClick r:id="rId4" invalidUrl="" action="ppaction://hlinksldjump" tgtFrame="" tooltip="" history="1" highlightClick="0" endSnd="0"/>
          </p:cNvPr>
          <p:cNvSpPr txBox="1"/>
          <p:nvPr/>
        </p:nvSpPr>
        <p:spPr>
          <a:xfrm>
            <a:off x="12365868" y="615714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1307" name="TextBox 17">
            <a:hlinkClick r:id="rId5" invalidUrl="" action="ppaction://hlinksldjump" tgtFrame="" tooltip="" history="1" highlightClick="0" endSnd="0"/>
          </p:cNvPr>
          <p:cNvSpPr txBox="1"/>
          <p:nvPr/>
        </p:nvSpPr>
        <p:spPr>
          <a:xfrm>
            <a:off x="2700811" y="9976654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1308" name="TextBox 17">
            <a:hlinkClick r:id="rId6" invalidUrl="" action="ppaction://hlinksldjump" tgtFrame="" tooltip="" history="1" highlightClick="0" endSnd="0"/>
          </p:cNvPr>
          <p:cNvSpPr txBox="1"/>
          <p:nvPr/>
        </p:nvSpPr>
        <p:spPr>
          <a:xfrm>
            <a:off x="7588917" y="9976654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1309" name="TextBox 17">
            <a:hlinkClick r:id="rId7" invalidUrl="" action="ppaction://hlinksldjump" tgtFrame="" tooltip="" history="1" highlightClick="0" endSnd="0"/>
          </p:cNvPr>
          <p:cNvSpPr txBox="1"/>
          <p:nvPr/>
        </p:nvSpPr>
        <p:spPr>
          <a:xfrm>
            <a:off x="2595566" y="7212448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Defensive positioning</a:t>
            </a:r>
          </a:p>
        </p:txBody>
      </p:sp>
      <p:sp>
        <p:nvSpPr>
          <p:cNvPr id="1310" name="TextBox 17">
            <a:hlinkClick r:id="rId8" invalidUrl="" action="ppaction://hlinksldjump" tgtFrame="" tooltip="" history="1" highlightClick="0" endSnd="0"/>
          </p:cNvPr>
          <p:cNvSpPr txBox="1"/>
          <p:nvPr/>
        </p:nvSpPr>
        <p:spPr>
          <a:xfrm>
            <a:off x="7588917" y="7250404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1311" name="TextBox 17">
            <a:hlinkClick r:id="rId9" invalidUrl="" action="ppaction://hlinksldjump" tgtFrame="" tooltip="" history="1" highlightClick="0" endSnd="0"/>
          </p:cNvPr>
          <p:cNvSpPr txBox="1"/>
          <p:nvPr/>
        </p:nvSpPr>
        <p:spPr>
          <a:xfrm>
            <a:off x="12421113" y="9967987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Consistency </a:t>
            </a:r>
          </a:p>
        </p:txBody>
      </p:sp>
      <p:sp>
        <p:nvSpPr>
          <p:cNvPr id="1312" name="TextBox 17">
            <a:hlinkClick r:id="rId10" invalidUrl="" action="ppaction://hlinksldjump" tgtFrame="" tooltip="" history="1" highlightClick="0" endSnd="0"/>
          </p:cNvPr>
          <p:cNvSpPr txBox="1"/>
          <p:nvPr/>
        </p:nvSpPr>
        <p:spPr>
          <a:xfrm>
            <a:off x="2700811" y="11031166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Offensive positioning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TextBox 31"/>
          <p:cNvSpPr txBox="1"/>
          <p:nvPr/>
        </p:nvSpPr>
        <p:spPr>
          <a:xfrm>
            <a:off x="469900" y="4585372"/>
            <a:ext cx="4887608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of actions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of pass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Both legs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height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315" name="TextBox 30"/>
          <p:cNvSpPr txBox="1"/>
          <p:nvPr/>
        </p:nvSpPr>
        <p:spPr>
          <a:xfrm>
            <a:off x="240575" y="229427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“Open play pass &lt;10m (under pressure or through the lines) or open play pass &gt;30m”</a:t>
            </a:r>
          </a:p>
        </p:txBody>
      </p:sp>
      <p:sp>
        <p:nvSpPr>
          <p:cNvPr id="1316" name="TextBox 17"/>
          <p:cNvSpPr txBox="1"/>
          <p:nvPr/>
        </p:nvSpPr>
        <p:spPr>
          <a:xfrm>
            <a:off x="242426" y="121369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Offensive Passing</a:t>
            </a:r>
          </a:p>
        </p:txBody>
      </p:sp>
      <p:sp>
        <p:nvSpPr>
          <p:cNvPr id="1317" name="TextBox 31"/>
          <p:cNvSpPr txBox="1"/>
          <p:nvPr/>
        </p:nvSpPr>
        <p:spPr>
          <a:xfrm>
            <a:off x="6439242" y="4585372"/>
            <a:ext cx="4887609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ball?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Body position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High or low line?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recognition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Distance lines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 opponent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 passing lines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318" name="TextBox 30"/>
          <p:cNvSpPr txBox="1"/>
          <p:nvPr/>
        </p:nvSpPr>
        <p:spPr>
          <a:xfrm>
            <a:off x="6232100" y="229899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“Prevent the direct opponent from finishing, crossing, dribbling or passing by defending well”</a:t>
            </a:r>
          </a:p>
        </p:txBody>
      </p:sp>
      <p:sp>
        <p:nvSpPr>
          <p:cNvPr id="1319" name="TextBox 17"/>
          <p:cNvSpPr txBox="1"/>
          <p:nvPr/>
        </p:nvSpPr>
        <p:spPr>
          <a:xfrm>
            <a:off x="6233952" y="12184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Defensive positioning</a:t>
            </a:r>
          </a:p>
        </p:txBody>
      </p:sp>
      <p:sp>
        <p:nvSpPr>
          <p:cNvPr id="1320" name="TextBox 30"/>
          <p:cNvSpPr txBox="1"/>
          <p:nvPr/>
        </p:nvSpPr>
        <p:spPr>
          <a:xfrm>
            <a:off x="18197431" y="2502190"/>
            <a:ext cx="589102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“Ball receptions in halfspace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and/or final third”</a:t>
            </a:r>
          </a:p>
        </p:txBody>
      </p:sp>
      <p:sp>
        <p:nvSpPr>
          <p:cNvPr id="1321" name="TextBox 17"/>
          <p:cNvSpPr txBox="1"/>
          <p:nvPr/>
        </p:nvSpPr>
        <p:spPr>
          <a:xfrm>
            <a:off x="18199282" y="12184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Offensive positioning</a:t>
            </a:r>
          </a:p>
        </p:txBody>
      </p:sp>
      <p:sp>
        <p:nvSpPr>
          <p:cNvPr id="1322" name="TextBox 31"/>
          <p:cNvSpPr txBox="1"/>
          <p:nvPr/>
        </p:nvSpPr>
        <p:spPr>
          <a:xfrm>
            <a:off x="18415438" y="4585372"/>
            <a:ext cx="4099713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Awareness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3rd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Reachable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Rotating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Areas of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323" name="TextBox 31"/>
          <p:cNvSpPr txBox="1"/>
          <p:nvPr/>
        </p:nvSpPr>
        <p:spPr>
          <a:xfrm>
            <a:off x="485038" y="10815100"/>
            <a:ext cx="378077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324" name="TextBox 30"/>
          <p:cNvSpPr txBox="1"/>
          <p:nvPr/>
        </p:nvSpPr>
        <p:spPr>
          <a:xfrm>
            <a:off x="246924" y="8528718"/>
            <a:ext cx="5891025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1325" name="TextBox 17"/>
          <p:cNvSpPr txBox="1"/>
          <p:nvPr/>
        </p:nvSpPr>
        <p:spPr>
          <a:xfrm>
            <a:off x="248776" y="7448139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1326" name="TextBox 31"/>
          <p:cNvSpPr txBox="1"/>
          <p:nvPr/>
        </p:nvSpPr>
        <p:spPr>
          <a:xfrm>
            <a:off x="6471852" y="10841514"/>
            <a:ext cx="3913231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Maintaining 90 mins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Average mins p/g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327" name="TextBox 30"/>
          <p:cNvSpPr txBox="1"/>
          <p:nvPr/>
        </p:nvSpPr>
        <p:spPr>
          <a:xfrm>
            <a:off x="6231421" y="852126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“Sustain prolonged effort and maintain performance throughout a match without excessive fatigue”</a:t>
            </a:r>
          </a:p>
        </p:txBody>
      </p:sp>
      <p:sp>
        <p:nvSpPr>
          <p:cNvPr id="1328" name="TextBox 17"/>
          <p:cNvSpPr txBox="1"/>
          <p:nvPr/>
        </p:nvSpPr>
        <p:spPr>
          <a:xfrm>
            <a:off x="6233273" y="7453380"/>
            <a:ext cx="5878327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1329" name="TextBox 31"/>
          <p:cNvSpPr txBox="1"/>
          <p:nvPr/>
        </p:nvSpPr>
        <p:spPr>
          <a:xfrm>
            <a:off x="12437233" y="10841514"/>
            <a:ext cx="378077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Stride length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Big / small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First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330" name="TextBox 30"/>
          <p:cNvSpPr txBox="1"/>
          <p:nvPr/>
        </p:nvSpPr>
        <p:spPr>
          <a:xfrm>
            <a:off x="12222946" y="8729180"/>
            <a:ext cx="589102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“Top speed and acceleration capabilities”</a:t>
            </a:r>
          </a:p>
        </p:txBody>
      </p:sp>
      <p:sp>
        <p:nvSpPr>
          <p:cNvPr id="1331" name="TextBox 17"/>
          <p:cNvSpPr txBox="1"/>
          <p:nvPr/>
        </p:nvSpPr>
        <p:spPr>
          <a:xfrm>
            <a:off x="12224798" y="745810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1332" name="TextBox 31"/>
          <p:cNvSpPr txBox="1"/>
          <p:nvPr/>
        </p:nvSpPr>
        <p:spPr>
          <a:xfrm>
            <a:off x="18438265" y="10841514"/>
            <a:ext cx="4087013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333" name="TextBox 30"/>
          <p:cNvSpPr txBox="1"/>
          <p:nvPr/>
        </p:nvSpPr>
        <p:spPr>
          <a:xfrm>
            <a:off x="18213113" y="852598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1334" name="TextBox 17"/>
          <p:cNvSpPr txBox="1"/>
          <p:nvPr/>
        </p:nvSpPr>
        <p:spPr>
          <a:xfrm>
            <a:off x="18214965" y="745810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1335" name="TextBox 30"/>
          <p:cNvSpPr txBox="1"/>
          <p:nvPr/>
        </p:nvSpPr>
        <p:spPr>
          <a:xfrm>
            <a:off x="12222267" y="2502190"/>
            <a:ext cx="589102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'"Dribble with the ball resulting in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&gt;5m forward displacement”</a:t>
            </a:r>
          </a:p>
        </p:txBody>
      </p:sp>
      <p:sp>
        <p:nvSpPr>
          <p:cNvPr id="1336" name="TextBox 17"/>
          <p:cNvSpPr txBox="1"/>
          <p:nvPr/>
        </p:nvSpPr>
        <p:spPr>
          <a:xfrm>
            <a:off x="12224118" y="12184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1337" name="TextBox 31"/>
          <p:cNvSpPr txBox="1"/>
          <p:nvPr/>
        </p:nvSpPr>
        <p:spPr>
          <a:xfrm>
            <a:off x="12440273" y="4585372"/>
            <a:ext cx="4099713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Which leg(s)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Covering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flip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TextBox 31"/>
          <p:cNvSpPr txBox="1"/>
          <p:nvPr/>
        </p:nvSpPr>
        <p:spPr>
          <a:xfrm>
            <a:off x="492183" y="4606294"/>
            <a:ext cx="3913231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Steady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Influential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Solid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Conscious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React after mistakes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Dealing with stress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340" name="TextBox 30"/>
          <p:cNvSpPr txBox="1"/>
          <p:nvPr/>
        </p:nvSpPr>
        <p:spPr>
          <a:xfrm>
            <a:off x="246924" y="2290760"/>
            <a:ext cx="5891025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“Perform at a similar level of quality repeatedly over time, across matches or actions”</a:t>
            </a:r>
          </a:p>
        </p:txBody>
      </p:sp>
      <p:sp>
        <p:nvSpPr>
          <p:cNvPr id="1341" name="TextBox 17"/>
          <p:cNvSpPr txBox="1"/>
          <p:nvPr/>
        </p:nvSpPr>
        <p:spPr>
          <a:xfrm>
            <a:off x="248776" y="122288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Consistency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344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45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46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47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48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49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0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1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2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3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354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355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358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9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0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1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2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3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4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5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6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7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8" name="De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pic>
        <p:nvPicPr>
          <p:cNvPr id="1369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370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373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4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5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6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7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8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9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0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1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2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3" name="Carries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pic>
        <p:nvPicPr>
          <p:cNvPr id="1384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387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8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9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0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1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2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3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4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5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6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7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pic>
        <p:nvPicPr>
          <p:cNvPr id="1398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399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402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3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4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5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6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7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8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9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0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1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2" name="Power pla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pic>
        <p:nvPicPr>
          <p:cNvPr id="1413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414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417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8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9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0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1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2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3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4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5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6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7" name="Stamina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pic>
        <p:nvPicPr>
          <p:cNvPr id="1428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429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432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3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4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5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6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7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8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9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40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41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42" name="Speed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pic>
        <p:nvPicPr>
          <p:cNvPr id="1443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444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447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48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49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50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51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52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53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54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55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56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57" name="Determination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pic>
        <p:nvPicPr>
          <p:cNvPr id="1458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459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462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63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64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65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66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67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68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69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70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71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72" name="Consistenc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Consistency</a:t>
            </a:r>
          </a:p>
        </p:txBody>
      </p:sp>
      <p:pic>
        <p:nvPicPr>
          <p:cNvPr id="1473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474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TextBox 28"/>
          <p:cNvSpPr txBox="1"/>
          <p:nvPr/>
        </p:nvSpPr>
        <p:spPr>
          <a:xfrm>
            <a:off x="14881271" y="8777643"/>
            <a:ext cx="237469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