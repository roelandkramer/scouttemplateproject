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media/image1.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269" name="Shape 1269"/>
          <p:cNvSpPr/>
          <p:nvPr>
            <p:ph type="sldImg"/>
          </p:nvPr>
        </p:nvSpPr>
        <p:spPr>
          <a:xfrm>
            <a:off x="1143000" y="685800"/>
            <a:ext cx="4572000" cy="3429000"/>
          </a:xfrm>
          <a:prstGeom prst="rect">
            <a:avLst/>
          </a:prstGeom>
        </p:spPr>
        <p:txBody>
          <a:bodyPr/>
          <a:lstStyle/>
          <a:p>
            <a:pPr/>
          </a:p>
        </p:txBody>
      </p:sp>
      <p:sp>
        <p:nvSpPr>
          <p:cNvPr id="1270" name="Shape 127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1.tif"/></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1.tif"/></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tif"/></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tif"/></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Relationship Id="rId3" Type="http://schemas.openxmlformats.org/officeDocument/2006/relationships/image" Target="../media/image6.png"/><Relationship Id="rId4" Type="http://schemas.openxmlformats.org/officeDocument/2006/relationships/image" Target="../media/image1.tif"/></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tif"/></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tif"/></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tif"/><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tif"/><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8.png"/></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tif"/><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el">
    <p:spTree>
      <p:nvGrpSpPr>
        <p:cNvPr id="1" name=""/>
        <p:cNvGrpSpPr/>
        <p:nvPr/>
      </p:nvGrpSpPr>
      <p:grpSpPr>
        <a:xfrm>
          <a:off x="0" y="0"/>
          <a:ext cx="0" cy="0"/>
          <a:chOff x="0" y="0"/>
          <a:chExt cx="0" cy="0"/>
        </a:xfrm>
      </p:grpSpPr>
      <p:sp>
        <p:nvSpPr>
          <p:cNvPr id="11" name="Auteur en datum"/>
          <p:cNvSpPr txBox="1"/>
          <p:nvPr>
            <p:ph type="body" sz="quarter" idx="21" hasCustomPrompt="1"/>
          </p:nvPr>
        </p:nvSpPr>
        <p:spPr>
          <a:xfrm>
            <a:off x="1201340" y="11859862"/>
            <a:ext cx="21971003" cy="636979"/>
          </a:xfrm>
          <a:prstGeom prst="rect">
            <a:avLst/>
          </a:prstGeom>
        </p:spPr>
        <p:txBody>
          <a:bodyPr lIns="45719" tIns="45719" rIns="45719" bIns="45719"/>
          <a:lstStyle>
            <a:lvl1pPr>
              <a:defRPr sz="3600"/>
            </a:lvl1pPr>
          </a:lstStyle>
          <a:p>
            <a:pPr/>
            <a:r>
              <a:t>Auteur en datum</a:t>
            </a:r>
          </a:p>
        </p:txBody>
      </p:sp>
      <p:sp>
        <p:nvSpPr>
          <p:cNvPr id="12" name="Naam presentatie"/>
          <p:cNvSpPr txBox="1"/>
          <p:nvPr>
            <p:ph type="title" hasCustomPrompt="1"/>
          </p:nvPr>
        </p:nvSpPr>
        <p:spPr>
          <a:prstGeom prst="rect">
            <a:avLst/>
          </a:prstGeom>
        </p:spPr>
        <p:txBody>
          <a:bodyPr/>
          <a:lstStyle/>
          <a:p>
            <a:pPr/>
            <a:r>
              <a:t>Naam presentatie</a:t>
            </a:r>
          </a:p>
        </p:txBody>
      </p:sp>
      <p:sp>
        <p:nvSpPr>
          <p:cNvPr id="13" name="Hoofdtekst - niveau één…"/>
          <p:cNvSpPr txBox="1"/>
          <p:nvPr>
            <p:ph type="body" sz="quarter" idx="1" hasCustomPrompt="1"/>
          </p:nvPr>
        </p:nvSpPr>
        <p:spPr>
          <a:prstGeom prst="rect">
            <a:avLst/>
          </a:prstGeom>
        </p:spPr>
        <p:txBody>
          <a:bodyPr/>
          <a:lstStyle/>
          <a:p>
            <a:pPr/>
            <a:r>
              <a:t>Ondertitel presentatie</a:t>
            </a:r>
          </a:p>
          <a:p>
            <a:pPr lvl="1"/>
            <a:r>
              <a:t/>
            </a:r>
          </a:p>
          <a:p>
            <a:pPr lvl="2"/>
            <a:r>
              <a:t/>
            </a:r>
          </a:p>
          <a:p>
            <a:pPr lvl="3"/>
            <a:r>
              <a:t/>
            </a:r>
          </a:p>
          <a:p>
            <a:pPr lvl="4"/>
            <a:r>
              <a:t/>
            </a:r>
          </a:p>
        </p:txBody>
      </p:sp>
      <p:sp>
        <p:nvSpPr>
          <p:cNvPr id="1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g">
    <p:spTree>
      <p:nvGrpSpPr>
        <p:cNvPr id="1" name=""/>
        <p:cNvGrpSpPr/>
        <p:nvPr/>
      </p:nvGrpSpPr>
      <p:grpSpPr>
        <a:xfrm>
          <a:off x="0" y="0"/>
          <a:ext cx="0" cy="0"/>
          <a:chOff x="0" y="0"/>
          <a:chExt cx="0" cy="0"/>
        </a:xfrm>
      </p:grpSpPr>
      <p:sp>
        <p:nvSpPr>
          <p:cNvPr id="21"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8 (EN)">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pic>
        <p:nvPicPr>
          <p:cNvPr id="28" name="FC DEN BOSCH LOGO.png" descr="FC DEN BOSCH LOGO.png"/>
          <p:cNvPicPr>
            <a:picLocks noChangeAspect="1"/>
          </p:cNvPicPr>
          <p:nvPr/>
        </p:nvPicPr>
        <p:blipFill>
          <a:blip r:embed="rId2">
            <a:alphaModFix amt="4998"/>
            <a:extLst/>
          </a:blip>
          <a:srcRect l="0" t="0" r="0" b="0"/>
          <a:stretch>
            <a:fillRect/>
          </a:stretch>
        </p:blipFill>
        <p:spPr>
          <a:xfrm>
            <a:off x="5539581" y="245550"/>
            <a:ext cx="13304655" cy="13304658"/>
          </a:xfrm>
          <a:prstGeom prst="rect">
            <a:avLst/>
          </a:prstGeom>
          <a:ln w="12700">
            <a:miter lim="400000"/>
          </a:ln>
        </p:spPr>
      </p:pic>
      <p:pic>
        <p:nvPicPr>
          <p:cNvPr id="29" name="Afbeelding" descr="Afbeelding"/>
          <p:cNvPicPr>
            <a:picLocks noChangeAspect="1"/>
          </p:cNvPicPr>
          <p:nvPr/>
        </p:nvPicPr>
        <p:blipFill>
          <a:blip r:embed="rId3">
            <a:extLst/>
          </a:blip>
          <a:stretch>
            <a:fillRect/>
          </a:stretch>
        </p:blipFill>
        <p:spPr>
          <a:xfrm>
            <a:off x="18233634" y="12851404"/>
            <a:ext cx="5807787" cy="764061"/>
          </a:xfrm>
          <a:prstGeom prst="rect">
            <a:avLst/>
          </a:prstGeom>
          <a:ln w="12700">
            <a:miter lim="400000"/>
          </a:ln>
        </p:spPr>
      </p:pic>
      <p:pic>
        <p:nvPicPr>
          <p:cNvPr id="30" name="FC DEN BOSCH LOGO.png" descr="FC DEN BOSCH LOGO.png"/>
          <p:cNvPicPr>
            <a:picLocks noChangeAspect="1"/>
          </p:cNvPicPr>
          <p:nvPr/>
        </p:nvPicPr>
        <p:blipFill>
          <a:blip r:embed="rId2">
            <a:extLst/>
          </a:blip>
          <a:stretch>
            <a:fillRect/>
          </a:stretch>
        </p:blipFill>
        <p:spPr>
          <a:xfrm>
            <a:off x="351932" y="12320387"/>
            <a:ext cx="1075888" cy="1075888"/>
          </a:xfrm>
          <a:prstGeom prst="rect">
            <a:avLst/>
          </a:prstGeom>
          <a:ln w="12700">
            <a:miter lim="400000"/>
          </a:ln>
        </p:spPr>
      </p:pic>
      <p:sp>
        <p:nvSpPr>
          <p:cNvPr id="31" name="Freeform 7"/>
          <p:cNvSpPr/>
          <p:nvPr/>
        </p:nvSpPr>
        <p:spPr>
          <a:xfrm>
            <a:off x="18426999"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2" name="Freeform 7"/>
          <p:cNvSpPr/>
          <p:nvPr/>
        </p:nvSpPr>
        <p:spPr>
          <a:xfrm>
            <a:off x="18426205"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3" name="Freeform 7"/>
          <p:cNvSpPr/>
          <p:nvPr/>
        </p:nvSpPr>
        <p:spPr>
          <a:xfrm>
            <a:off x="18426999"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4" name="Freeform 7"/>
          <p:cNvSpPr/>
          <p:nvPr/>
        </p:nvSpPr>
        <p:spPr>
          <a:xfrm>
            <a:off x="18426999"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5" name="Freeform 7"/>
          <p:cNvSpPr/>
          <p:nvPr/>
        </p:nvSpPr>
        <p:spPr>
          <a:xfrm>
            <a:off x="6316762" y="9511862"/>
            <a:ext cx="5840227" cy="227409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6" name="Freeform 7"/>
          <p:cNvSpPr/>
          <p:nvPr/>
        </p:nvSpPr>
        <p:spPr>
          <a:xfrm>
            <a:off x="6315968" y="951186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7" name="Freeform 7"/>
          <p:cNvSpPr/>
          <p:nvPr/>
        </p:nvSpPr>
        <p:spPr>
          <a:xfrm>
            <a:off x="6316762" y="7687154"/>
            <a:ext cx="5840227"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8" name="Freeform 7"/>
          <p:cNvSpPr/>
          <p:nvPr/>
        </p:nvSpPr>
        <p:spPr>
          <a:xfrm>
            <a:off x="6316762" y="6652202"/>
            <a:ext cx="5840227"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9" name="Freeform 7"/>
          <p:cNvSpPr/>
          <p:nvPr/>
        </p:nvSpPr>
        <p:spPr>
          <a:xfrm>
            <a:off x="292186" y="9511862"/>
            <a:ext cx="5840228" cy="227409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0" name="Freeform 7"/>
          <p:cNvSpPr/>
          <p:nvPr/>
        </p:nvSpPr>
        <p:spPr>
          <a:xfrm>
            <a:off x="291392" y="951186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1" name="Freeform 7"/>
          <p:cNvSpPr/>
          <p:nvPr/>
        </p:nvSpPr>
        <p:spPr>
          <a:xfrm>
            <a:off x="292186" y="7687154"/>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2" name="Freeform 7"/>
          <p:cNvSpPr/>
          <p:nvPr/>
        </p:nvSpPr>
        <p:spPr>
          <a:xfrm>
            <a:off x="292186" y="6652202"/>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3" name="Freeform 7"/>
          <p:cNvSpPr/>
          <p:nvPr/>
        </p:nvSpPr>
        <p:spPr>
          <a:xfrm>
            <a:off x="18421443" y="9528665"/>
            <a:ext cx="5840227"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4" name="Freeform 7"/>
          <p:cNvSpPr/>
          <p:nvPr/>
        </p:nvSpPr>
        <p:spPr>
          <a:xfrm>
            <a:off x="18420649" y="9528665"/>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5" name="Freeform 7"/>
          <p:cNvSpPr/>
          <p:nvPr/>
        </p:nvSpPr>
        <p:spPr>
          <a:xfrm>
            <a:off x="18421443" y="7703958"/>
            <a:ext cx="5840227"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6" name="Freeform 7"/>
          <p:cNvSpPr/>
          <p:nvPr/>
        </p:nvSpPr>
        <p:spPr>
          <a:xfrm>
            <a:off x="18421443" y="6669006"/>
            <a:ext cx="5840227"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7" name="Freeform 7"/>
          <p:cNvSpPr/>
          <p:nvPr/>
        </p:nvSpPr>
        <p:spPr>
          <a:xfrm>
            <a:off x="12407185"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8" name="Freeform 7"/>
          <p:cNvSpPr/>
          <p:nvPr/>
        </p:nvSpPr>
        <p:spPr>
          <a:xfrm>
            <a:off x="124063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9" name="Freeform 7"/>
          <p:cNvSpPr/>
          <p:nvPr/>
        </p:nvSpPr>
        <p:spPr>
          <a:xfrm>
            <a:off x="12407185"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0" name="Freeform 7"/>
          <p:cNvSpPr/>
          <p:nvPr/>
        </p:nvSpPr>
        <p:spPr>
          <a:xfrm>
            <a:off x="12407185"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1" name="Freeform 7"/>
          <p:cNvSpPr/>
          <p:nvPr/>
        </p:nvSpPr>
        <p:spPr>
          <a:xfrm>
            <a:off x="6316762" y="3934511"/>
            <a:ext cx="5840227"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2" name="Freeform 7"/>
          <p:cNvSpPr/>
          <p:nvPr/>
        </p:nvSpPr>
        <p:spPr>
          <a:xfrm>
            <a:off x="6315968" y="3934511"/>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3" name="Freeform 7"/>
          <p:cNvSpPr/>
          <p:nvPr/>
        </p:nvSpPr>
        <p:spPr>
          <a:xfrm>
            <a:off x="6316762" y="2109803"/>
            <a:ext cx="5840227"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4" name="Freeform 7"/>
          <p:cNvSpPr/>
          <p:nvPr/>
        </p:nvSpPr>
        <p:spPr>
          <a:xfrm>
            <a:off x="6316762" y="1074851"/>
            <a:ext cx="5840227"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5" name="Freeform 7"/>
          <p:cNvSpPr/>
          <p:nvPr/>
        </p:nvSpPr>
        <p:spPr>
          <a:xfrm>
            <a:off x="12374642" y="9544207"/>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6" name="Freeform 7"/>
          <p:cNvSpPr/>
          <p:nvPr/>
        </p:nvSpPr>
        <p:spPr>
          <a:xfrm>
            <a:off x="12373848" y="9544207"/>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7" name="Freeform 7"/>
          <p:cNvSpPr/>
          <p:nvPr/>
        </p:nvSpPr>
        <p:spPr>
          <a:xfrm>
            <a:off x="12374642" y="7719499"/>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8" name="Freeform 7"/>
          <p:cNvSpPr/>
          <p:nvPr/>
        </p:nvSpPr>
        <p:spPr>
          <a:xfrm>
            <a:off x="12374642" y="6684547"/>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9" name="Freeform 7"/>
          <p:cNvSpPr/>
          <p:nvPr/>
        </p:nvSpPr>
        <p:spPr>
          <a:xfrm>
            <a:off x="272322"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0"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1"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2" name="Freeform 7"/>
          <p:cNvSpPr/>
          <p:nvPr/>
        </p:nvSpPr>
        <p:spPr>
          <a:xfrm>
            <a:off x="27232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3"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64" name="TextBox 20"/>
          <p:cNvSpPr txBox="1"/>
          <p:nvPr/>
        </p:nvSpPr>
        <p:spPr>
          <a:xfrm>
            <a:off x="6484927" y="4025503"/>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65" name="TextBox 20"/>
          <p:cNvSpPr txBox="1"/>
          <p:nvPr/>
        </p:nvSpPr>
        <p:spPr>
          <a:xfrm>
            <a:off x="12538970"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66" name="TextBox 20"/>
          <p:cNvSpPr txBox="1"/>
          <p:nvPr/>
        </p:nvSpPr>
        <p:spPr>
          <a:xfrm>
            <a:off x="1859301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67" name="TextBox 20"/>
          <p:cNvSpPr txBox="1"/>
          <p:nvPr/>
        </p:nvSpPr>
        <p:spPr>
          <a:xfrm>
            <a:off x="405483" y="9642721"/>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68" name="TextBox 20"/>
          <p:cNvSpPr txBox="1"/>
          <p:nvPr/>
        </p:nvSpPr>
        <p:spPr>
          <a:xfrm>
            <a:off x="6459526" y="9619658"/>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69" name="TextBox 20"/>
          <p:cNvSpPr txBox="1"/>
          <p:nvPr/>
        </p:nvSpPr>
        <p:spPr>
          <a:xfrm>
            <a:off x="12513570" y="9642721"/>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0" name="TextBox 20"/>
          <p:cNvSpPr txBox="1"/>
          <p:nvPr/>
        </p:nvSpPr>
        <p:spPr>
          <a:xfrm>
            <a:off x="18567613" y="9642721"/>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1"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EN)">
    <p:spTree>
      <p:nvGrpSpPr>
        <p:cNvPr id="1" name=""/>
        <p:cNvGrpSpPr/>
        <p:nvPr/>
      </p:nvGrpSpPr>
      <p:grpSpPr>
        <a:xfrm>
          <a:off x="0" y="0"/>
          <a:ext cx="0" cy="0"/>
          <a:chOff x="0" y="0"/>
          <a:chExt cx="0" cy="0"/>
        </a:xfrm>
      </p:grpSpPr>
      <p:pic>
        <p:nvPicPr>
          <p:cNvPr id="78" name="1a829d35-5178-35a6-9931-7ccc1d4b5528.jpg" descr="1a829d35-5178-35a6-9931-7ccc1d4b5528.jpg"/>
          <p:cNvPicPr>
            <a:picLocks noChangeAspect="0"/>
          </p:cNvPicPr>
          <p:nvPr/>
        </p:nvPicPr>
        <p:blipFill>
          <a:blip r:embed="rId2">
            <a:alphaModFix amt="18000"/>
            <a:extLst/>
          </a:blip>
          <a:srcRect l="0" t="20" r="0" b="20"/>
          <a:stretch>
            <a:fillRect/>
          </a:stretch>
        </p:blipFill>
        <p:spPr>
          <a:xfrm>
            <a:off x="-38085" y="-7597"/>
            <a:ext cx="24460170" cy="13731193"/>
          </a:xfrm>
          <a:prstGeom prst="rect">
            <a:avLst/>
          </a:prstGeom>
          <a:ln w="12700">
            <a:miter lim="400000"/>
          </a:ln>
        </p:spPr>
      </p:pic>
      <p:sp>
        <p:nvSpPr>
          <p:cNvPr id="79"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80"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81" name="Lijn"/>
          <p:cNvSpPr/>
          <p:nvPr/>
        </p:nvSpPr>
        <p:spPr>
          <a:xfrm>
            <a:off x="1209919" y="5089132"/>
            <a:ext cx="15569129" cy="1"/>
          </a:xfrm>
          <a:prstGeom prst="line">
            <a:avLst/>
          </a:prstGeom>
          <a:ln w="25400">
            <a:solidFill>
              <a:srgbClr val="173883"/>
            </a:solidFill>
            <a:miter lim="400000"/>
          </a:ln>
        </p:spPr>
        <p:txBody>
          <a:bodyPr lIns="50800" tIns="50800" rIns="50800" bIns="50800" anchor="ctr"/>
          <a:lstStyle/>
          <a:p>
            <a:pPr/>
          </a:p>
        </p:txBody>
      </p:sp>
      <p:pic>
        <p:nvPicPr>
          <p:cNvPr id="82" name="FC DEN BOSCH LOGO.png" descr="FC DEN BOSCH LOGO.png"/>
          <p:cNvPicPr>
            <a:picLocks noChangeAspect="1"/>
          </p:cNvPicPr>
          <p:nvPr/>
        </p:nvPicPr>
        <p:blipFill>
          <a:blip r:embed="rId3">
            <a:extLst/>
          </a:blip>
          <a:stretch>
            <a:fillRect/>
          </a:stretch>
        </p:blipFill>
        <p:spPr>
          <a:xfrm>
            <a:off x="351932" y="331010"/>
            <a:ext cx="1673364" cy="1673365"/>
          </a:xfrm>
          <a:prstGeom prst="rect">
            <a:avLst/>
          </a:prstGeom>
          <a:ln w="12700">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pic>
      <p:sp>
        <p:nvSpPr>
          <p:cNvPr id="83" name="Rechthoek"/>
          <p:cNvSpPr/>
          <p:nvPr/>
        </p:nvSpPr>
        <p:spPr>
          <a:xfrm>
            <a:off x="2628481" y="3340095"/>
            <a:ext cx="4425597" cy="1058449"/>
          </a:xfrm>
          <a:prstGeom prst="rect">
            <a:avLst/>
          </a:prstGeom>
          <a:solidFill>
            <a:srgbClr val="173883"/>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84" name="TextBox 8"/>
          <p:cNvSpPr txBox="1"/>
          <p:nvPr/>
        </p:nvSpPr>
        <p:spPr>
          <a:xfrm>
            <a:off x="2582140"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FOOTBALL</a:t>
            </a:r>
          </a:p>
        </p:txBody>
      </p:sp>
      <p:sp>
        <p:nvSpPr>
          <p:cNvPr id="85" name="Rechthoek"/>
          <p:cNvSpPr/>
          <p:nvPr/>
        </p:nvSpPr>
        <p:spPr>
          <a:xfrm>
            <a:off x="7481852" y="3340095"/>
            <a:ext cx="4425597" cy="1058449"/>
          </a:xfrm>
          <a:prstGeom prst="rect">
            <a:avLst/>
          </a:prstGeom>
          <a:solidFill>
            <a:srgbClr val="173883"/>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86" name="Rechthoek"/>
          <p:cNvSpPr/>
          <p:nvPr/>
        </p:nvSpPr>
        <p:spPr>
          <a:xfrm>
            <a:off x="12393712" y="3340095"/>
            <a:ext cx="4425597" cy="1058449"/>
          </a:xfrm>
          <a:prstGeom prst="rect">
            <a:avLst/>
          </a:prstGeom>
          <a:solidFill>
            <a:srgbClr val="173883"/>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grpSp>
        <p:nvGrpSpPr>
          <p:cNvPr id="89" name="Groepeer"/>
          <p:cNvGrpSpPr/>
          <p:nvPr/>
        </p:nvGrpSpPr>
        <p:grpSpPr>
          <a:xfrm>
            <a:off x="18382817" y="3832435"/>
            <a:ext cx="4746648" cy="7153728"/>
            <a:chOff x="0" y="0"/>
            <a:chExt cx="4746646" cy="7153726"/>
          </a:xfrm>
        </p:grpSpPr>
        <p:sp>
          <p:nvSpPr>
            <p:cNvPr id="87" name="Afgeronde rechthoek"/>
            <p:cNvSpPr/>
            <p:nvPr/>
          </p:nvSpPr>
          <p:spPr>
            <a:xfrm>
              <a:off x="0" y="0"/>
              <a:ext cx="4746647" cy="7153727"/>
            </a:xfrm>
            <a:prstGeom prst="roundRect">
              <a:avLst>
                <a:gd name="adj" fmla="val 10300"/>
              </a:avLst>
            </a:prstGeom>
            <a:solidFill>
              <a:srgbClr val="FFFFFE"/>
            </a:solidFill>
            <a:ln w="50800" cap="flat">
              <a:solidFill>
                <a:srgbClr val="173883"/>
              </a:solidFill>
              <a:prstDash val="solid"/>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txBody>
            <a:bodyPr wrap="square" lIns="71437" tIns="71437" rIns="71437" bIns="71437" numCol="1" anchor="ctr">
              <a:noAutofit/>
            </a:bodyPr>
            <a:lstStyle/>
            <a:p>
              <a:pPr algn="ctr" defTabSz="821531">
                <a:lnSpc>
                  <a:spcPct val="100000"/>
                </a:lnSpc>
                <a:spcBef>
                  <a:spcPts val="0"/>
                </a:spcBef>
                <a:defRPr sz="3600">
                  <a:solidFill>
                    <a:srgbClr val="FFFFFF"/>
                  </a:solidFill>
                  <a:latin typeface="Helvetica Light"/>
                  <a:ea typeface="Helvetica Light"/>
                  <a:cs typeface="Helvetica Light"/>
                  <a:sym typeface="Helvetica Light"/>
                </a:defRPr>
              </a:pPr>
            </a:p>
          </p:txBody>
        </p:sp>
        <p:pic>
          <p:nvPicPr>
            <p:cNvPr id="88" name="pasted-image.tiff" descr="pasted-image.tiff"/>
            <p:cNvPicPr>
              <a:picLocks noChangeAspect="1"/>
            </p:cNvPicPr>
            <p:nvPr/>
          </p:nvPicPr>
          <p:blipFill>
            <a:blip r:embed="rId4">
              <a:alphaModFix amt="79311"/>
              <a:extLst/>
            </a:blip>
            <a:srcRect l="5357" t="19455" r="3464" b="21340"/>
            <a:stretch>
              <a:fillRect/>
            </a:stretch>
          </p:blipFill>
          <p:spPr>
            <a:xfrm rot="16200000">
              <a:off x="-942040" y="1358955"/>
              <a:ext cx="6630195" cy="4464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lnTo>
                    <a:pt x="21600" y="0"/>
                  </a:lnTo>
                  <a:lnTo>
                    <a:pt x="0" y="0"/>
                  </a:lnTo>
                  <a:close/>
                </a:path>
              </a:pathLst>
            </a:custGeom>
            <a:ln w="12700" cap="flat">
              <a:noFill/>
              <a:miter lim="400000"/>
            </a:ln>
            <a:effectLst/>
          </p:spPr>
        </p:pic>
      </p:grpSp>
      <p:sp>
        <p:nvSpPr>
          <p:cNvPr id="90" name="Freeform 7"/>
          <p:cNvSpPr/>
          <p:nvPr/>
        </p:nvSpPr>
        <p:spPr>
          <a:xfrm>
            <a:off x="2664616" y="5925039"/>
            <a:ext cx="4443184" cy="880263"/>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1" name="Freeform 7"/>
          <p:cNvSpPr/>
          <p:nvPr/>
        </p:nvSpPr>
        <p:spPr>
          <a:xfrm>
            <a:off x="2664616" y="6988217"/>
            <a:ext cx="4443184" cy="880264"/>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2" name="Freeform 7"/>
          <p:cNvSpPr/>
          <p:nvPr/>
        </p:nvSpPr>
        <p:spPr>
          <a:xfrm>
            <a:off x="2664616" y="9724706"/>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3" name="Freeform 7"/>
          <p:cNvSpPr/>
          <p:nvPr/>
        </p:nvSpPr>
        <p:spPr>
          <a:xfrm>
            <a:off x="2664616" y="10787884"/>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4" name="Lijn"/>
          <p:cNvSpPr/>
          <p:nvPr/>
        </p:nvSpPr>
        <p:spPr>
          <a:xfrm>
            <a:off x="1254535" y="8809293"/>
            <a:ext cx="15569129" cy="1"/>
          </a:xfrm>
          <a:prstGeom prst="line">
            <a:avLst/>
          </a:prstGeom>
          <a:ln w="25400">
            <a:solidFill>
              <a:srgbClr val="173883"/>
            </a:solidFill>
            <a:miter lim="400000"/>
          </a:ln>
        </p:spPr>
        <p:txBody>
          <a:bodyPr lIns="50800" tIns="50800" rIns="50800" bIns="50800" anchor="ctr"/>
          <a:lstStyle/>
          <a:p>
            <a:pPr/>
          </a:p>
        </p:txBody>
      </p:sp>
      <p:sp>
        <p:nvSpPr>
          <p:cNvPr id="95" name="Freeform 7"/>
          <p:cNvSpPr/>
          <p:nvPr/>
        </p:nvSpPr>
        <p:spPr>
          <a:xfrm>
            <a:off x="7552721" y="5925039"/>
            <a:ext cx="4443184" cy="880263"/>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6" name="Freeform 7"/>
          <p:cNvSpPr/>
          <p:nvPr/>
        </p:nvSpPr>
        <p:spPr>
          <a:xfrm>
            <a:off x="7552721" y="6988217"/>
            <a:ext cx="4443184" cy="880264"/>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7" name="Freeform 7"/>
          <p:cNvSpPr/>
          <p:nvPr/>
        </p:nvSpPr>
        <p:spPr>
          <a:xfrm>
            <a:off x="7552721" y="9724706"/>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8" name="Freeform 7"/>
          <p:cNvSpPr/>
          <p:nvPr/>
        </p:nvSpPr>
        <p:spPr>
          <a:xfrm>
            <a:off x="7552721" y="10787884"/>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9" name="Freeform 7"/>
          <p:cNvSpPr/>
          <p:nvPr/>
        </p:nvSpPr>
        <p:spPr>
          <a:xfrm>
            <a:off x="12384918" y="5925039"/>
            <a:ext cx="4443184" cy="880263"/>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0" name="Freeform 7"/>
          <p:cNvSpPr/>
          <p:nvPr/>
        </p:nvSpPr>
        <p:spPr>
          <a:xfrm>
            <a:off x="12384918" y="6988217"/>
            <a:ext cx="4443184" cy="880264"/>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1" name="Freeform 7"/>
          <p:cNvSpPr/>
          <p:nvPr/>
        </p:nvSpPr>
        <p:spPr>
          <a:xfrm>
            <a:off x="12384918" y="9724706"/>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2" name="Freeform 7"/>
          <p:cNvSpPr/>
          <p:nvPr/>
        </p:nvSpPr>
        <p:spPr>
          <a:xfrm>
            <a:off x="12384918" y="10787884"/>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3" name="TextBox 8"/>
          <p:cNvSpPr txBox="1"/>
          <p:nvPr/>
        </p:nvSpPr>
        <p:spPr>
          <a:xfrm rot="16200000">
            <a:off x="-234167" y="6557020"/>
            <a:ext cx="3771901" cy="75294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4600">
                <a:solidFill>
                  <a:srgbClr val="173883"/>
                </a:solidFill>
                <a:uFill>
                  <a:solidFill>
                    <a:srgbClr val="525252"/>
                  </a:solidFill>
                </a:uFill>
                <a:latin typeface="Avenir Next Condensed Regular"/>
                <a:ea typeface="Avenir Next Condensed Regular"/>
                <a:cs typeface="Avenir Next Condensed Regular"/>
                <a:sym typeface="Avenir Next Condensed Regular"/>
              </a:defRPr>
            </a:lvl1pPr>
          </a:lstStyle>
          <a:p>
            <a:pPr/>
            <a:r>
              <a:t>NEEDS</a:t>
            </a:r>
          </a:p>
        </p:txBody>
      </p:sp>
      <p:sp>
        <p:nvSpPr>
          <p:cNvPr id="104" name="TextBox 8"/>
          <p:cNvSpPr txBox="1"/>
          <p:nvPr/>
        </p:nvSpPr>
        <p:spPr>
          <a:xfrm rot="16200000">
            <a:off x="-236774" y="10309569"/>
            <a:ext cx="3777115" cy="75294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4600">
                <a:solidFill>
                  <a:srgbClr val="173883"/>
                </a:solidFill>
                <a:uFill>
                  <a:solidFill>
                    <a:srgbClr val="525252"/>
                  </a:solidFill>
                </a:uFill>
                <a:latin typeface="Avenir Next Condensed Regular"/>
                <a:ea typeface="Avenir Next Condensed Regular"/>
                <a:cs typeface="Avenir Next Condensed Regular"/>
                <a:sym typeface="Avenir Next Condensed Regular"/>
              </a:defRPr>
            </a:lvl1pPr>
          </a:lstStyle>
          <a:p>
            <a:pPr/>
            <a:r>
              <a:t>PREFENCES</a:t>
            </a:r>
          </a:p>
        </p:txBody>
      </p:sp>
      <p:sp>
        <p:nvSpPr>
          <p:cNvPr id="105" name="TextBox 8"/>
          <p:cNvSpPr txBox="1"/>
          <p:nvPr/>
        </p:nvSpPr>
        <p:spPr>
          <a:xfrm>
            <a:off x="7488743"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physical</a:t>
            </a:r>
          </a:p>
        </p:txBody>
      </p:sp>
      <p:sp>
        <p:nvSpPr>
          <p:cNvPr id="106" name="TextBox 8"/>
          <p:cNvSpPr txBox="1"/>
          <p:nvPr/>
        </p:nvSpPr>
        <p:spPr>
          <a:xfrm>
            <a:off x="12391992"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PERSONALITY</a:t>
            </a:r>
          </a:p>
        </p:txBody>
      </p:sp>
      <p:sp>
        <p:nvSpPr>
          <p:cNvPr id="107" name="Lijn"/>
          <p:cNvSpPr/>
          <p:nvPr/>
        </p:nvSpPr>
        <p:spPr>
          <a:xfrm>
            <a:off x="1254535" y="12561895"/>
            <a:ext cx="15569129" cy="1"/>
          </a:xfrm>
          <a:prstGeom prst="line">
            <a:avLst/>
          </a:prstGeom>
          <a:ln w="25400">
            <a:solidFill>
              <a:srgbClr val="173883"/>
            </a:solidFill>
            <a:miter lim="400000"/>
          </a:ln>
        </p:spPr>
        <p:txBody>
          <a:bodyPr lIns="50800" tIns="50800" rIns="50800" bIns="50800" anchor="ctr"/>
          <a:lstStyle/>
          <a:p>
            <a:pPr/>
          </a:p>
        </p:txBody>
      </p:sp>
      <p:sp>
        <p:nvSpPr>
          <p:cNvPr id="108"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8 (NL)">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pic>
        <p:nvPicPr>
          <p:cNvPr id="115" name="FC DEN BOSCH LOGO.png" descr="FC DEN BOSCH LOGO.png"/>
          <p:cNvPicPr>
            <a:picLocks noChangeAspect="1"/>
          </p:cNvPicPr>
          <p:nvPr/>
        </p:nvPicPr>
        <p:blipFill>
          <a:blip r:embed="rId2">
            <a:alphaModFix amt="4998"/>
            <a:extLst/>
          </a:blip>
          <a:srcRect l="0" t="0" r="0" b="0"/>
          <a:stretch>
            <a:fillRect/>
          </a:stretch>
        </p:blipFill>
        <p:spPr>
          <a:xfrm>
            <a:off x="5539581" y="245550"/>
            <a:ext cx="13304655" cy="13304658"/>
          </a:xfrm>
          <a:prstGeom prst="rect">
            <a:avLst/>
          </a:prstGeom>
          <a:ln w="12700">
            <a:miter lim="400000"/>
          </a:ln>
        </p:spPr>
      </p:pic>
      <p:pic>
        <p:nvPicPr>
          <p:cNvPr id="116" name="Afbeelding" descr="Afbeelding"/>
          <p:cNvPicPr>
            <a:picLocks noChangeAspect="1"/>
          </p:cNvPicPr>
          <p:nvPr/>
        </p:nvPicPr>
        <p:blipFill>
          <a:blip r:embed="rId3">
            <a:extLst/>
          </a:blip>
          <a:stretch>
            <a:fillRect/>
          </a:stretch>
        </p:blipFill>
        <p:spPr>
          <a:xfrm>
            <a:off x="18233634" y="12851404"/>
            <a:ext cx="5807787" cy="764061"/>
          </a:xfrm>
          <a:prstGeom prst="rect">
            <a:avLst/>
          </a:prstGeom>
          <a:ln w="12700">
            <a:miter lim="400000"/>
          </a:ln>
        </p:spPr>
      </p:pic>
      <p:pic>
        <p:nvPicPr>
          <p:cNvPr id="117" name="FC DEN BOSCH LOGO.png" descr="FC DEN BOSCH LOGO.png"/>
          <p:cNvPicPr>
            <a:picLocks noChangeAspect="1"/>
          </p:cNvPicPr>
          <p:nvPr/>
        </p:nvPicPr>
        <p:blipFill>
          <a:blip r:embed="rId2">
            <a:extLst/>
          </a:blip>
          <a:stretch>
            <a:fillRect/>
          </a:stretch>
        </p:blipFill>
        <p:spPr>
          <a:xfrm>
            <a:off x="351932" y="12320387"/>
            <a:ext cx="1075888" cy="1075888"/>
          </a:xfrm>
          <a:prstGeom prst="rect">
            <a:avLst/>
          </a:prstGeom>
          <a:ln w="12700">
            <a:miter lim="400000"/>
          </a:ln>
        </p:spPr>
      </p:pic>
      <p:sp>
        <p:nvSpPr>
          <p:cNvPr id="118" name="Freeform 7"/>
          <p:cNvSpPr/>
          <p:nvPr/>
        </p:nvSpPr>
        <p:spPr>
          <a:xfrm>
            <a:off x="18426999"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9" name="Freeform 7"/>
          <p:cNvSpPr/>
          <p:nvPr/>
        </p:nvSpPr>
        <p:spPr>
          <a:xfrm>
            <a:off x="18426205"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20" name="Freeform 7"/>
          <p:cNvSpPr/>
          <p:nvPr/>
        </p:nvSpPr>
        <p:spPr>
          <a:xfrm>
            <a:off x="18426999"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21" name="Freeform 7"/>
          <p:cNvSpPr/>
          <p:nvPr/>
        </p:nvSpPr>
        <p:spPr>
          <a:xfrm>
            <a:off x="18426999"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22" name="TextBox 20"/>
          <p:cNvSpPr txBox="1"/>
          <p:nvPr/>
        </p:nvSpPr>
        <p:spPr>
          <a:xfrm>
            <a:off x="18585560"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123" name="Freeform 7"/>
          <p:cNvSpPr/>
          <p:nvPr/>
        </p:nvSpPr>
        <p:spPr>
          <a:xfrm>
            <a:off x="6316762" y="9511862"/>
            <a:ext cx="5840227" cy="227409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24" name="Freeform 7"/>
          <p:cNvSpPr/>
          <p:nvPr/>
        </p:nvSpPr>
        <p:spPr>
          <a:xfrm>
            <a:off x="6315968" y="951186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25" name="Freeform 7"/>
          <p:cNvSpPr/>
          <p:nvPr/>
        </p:nvSpPr>
        <p:spPr>
          <a:xfrm>
            <a:off x="6316762" y="7687154"/>
            <a:ext cx="5840227"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26" name="Freeform 7"/>
          <p:cNvSpPr/>
          <p:nvPr/>
        </p:nvSpPr>
        <p:spPr>
          <a:xfrm>
            <a:off x="6316762" y="6652202"/>
            <a:ext cx="5840227"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27" name="TextBox 20"/>
          <p:cNvSpPr txBox="1"/>
          <p:nvPr/>
        </p:nvSpPr>
        <p:spPr>
          <a:xfrm>
            <a:off x="6475322" y="9592431"/>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128" name="Freeform 7"/>
          <p:cNvSpPr/>
          <p:nvPr/>
        </p:nvSpPr>
        <p:spPr>
          <a:xfrm>
            <a:off x="292186" y="9511862"/>
            <a:ext cx="5840228" cy="227409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29" name="Freeform 7"/>
          <p:cNvSpPr/>
          <p:nvPr/>
        </p:nvSpPr>
        <p:spPr>
          <a:xfrm>
            <a:off x="291392" y="951186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30" name="Freeform 7"/>
          <p:cNvSpPr/>
          <p:nvPr/>
        </p:nvSpPr>
        <p:spPr>
          <a:xfrm>
            <a:off x="292186" y="7687154"/>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31" name="Freeform 7"/>
          <p:cNvSpPr/>
          <p:nvPr/>
        </p:nvSpPr>
        <p:spPr>
          <a:xfrm>
            <a:off x="292186" y="6652202"/>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32" name="TextBox 20"/>
          <p:cNvSpPr txBox="1"/>
          <p:nvPr/>
        </p:nvSpPr>
        <p:spPr>
          <a:xfrm>
            <a:off x="450747" y="9592431"/>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133" name="Freeform 7"/>
          <p:cNvSpPr/>
          <p:nvPr/>
        </p:nvSpPr>
        <p:spPr>
          <a:xfrm>
            <a:off x="18421443" y="9528665"/>
            <a:ext cx="5840227"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34" name="Freeform 7"/>
          <p:cNvSpPr/>
          <p:nvPr/>
        </p:nvSpPr>
        <p:spPr>
          <a:xfrm>
            <a:off x="18420649" y="9528665"/>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35" name="Freeform 7"/>
          <p:cNvSpPr/>
          <p:nvPr/>
        </p:nvSpPr>
        <p:spPr>
          <a:xfrm>
            <a:off x="18421443" y="7703958"/>
            <a:ext cx="5840227"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36" name="Freeform 7"/>
          <p:cNvSpPr/>
          <p:nvPr/>
        </p:nvSpPr>
        <p:spPr>
          <a:xfrm>
            <a:off x="18421443" y="6669006"/>
            <a:ext cx="5840227"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37" name="TextBox 20"/>
          <p:cNvSpPr txBox="1"/>
          <p:nvPr/>
        </p:nvSpPr>
        <p:spPr>
          <a:xfrm>
            <a:off x="18580003" y="9609234"/>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138" name="Freeform 7"/>
          <p:cNvSpPr/>
          <p:nvPr/>
        </p:nvSpPr>
        <p:spPr>
          <a:xfrm>
            <a:off x="12407185"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39" name="Freeform 7"/>
          <p:cNvSpPr/>
          <p:nvPr/>
        </p:nvSpPr>
        <p:spPr>
          <a:xfrm>
            <a:off x="124063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40" name="Freeform 7"/>
          <p:cNvSpPr/>
          <p:nvPr/>
        </p:nvSpPr>
        <p:spPr>
          <a:xfrm>
            <a:off x="12407185"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41" name="Freeform 7"/>
          <p:cNvSpPr/>
          <p:nvPr/>
        </p:nvSpPr>
        <p:spPr>
          <a:xfrm>
            <a:off x="12407185"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42" name="TextBox 20"/>
          <p:cNvSpPr txBox="1"/>
          <p:nvPr/>
        </p:nvSpPr>
        <p:spPr>
          <a:xfrm>
            <a:off x="12565746"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143" name="Freeform 7"/>
          <p:cNvSpPr/>
          <p:nvPr/>
        </p:nvSpPr>
        <p:spPr>
          <a:xfrm>
            <a:off x="6316762" y="3934511"/>
            <a:ext cx="5840227"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44" name="Freeform 7"/>
          <p:cNvSpPr/>
          <p:nvPr/>
        </p:nvSpPr>
        <p:spPr>
          <a:xfrm>
            <a:off x="6315968" y="3934511"/>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45" name="Freeform 7"/>
          <p:cNvSpPr/>
          <p:nvPr/>
        </p:nvSpPr>
        <p:spPr>
          <a:xfrm>
            <a:off x="6316762" y="2109803"/>
            <a:ext cx="5840227"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46" name="Freeform 7"/>
          <p:cNvSpPr/>
          <p:nvPr/>
        </p:nvSpPr>
        <p:spPr>
          <a:xfrm>
            <a:off x="6316762" y="1074851"/>
            <a:ext cx="5840227"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47" name="TextBox 20"/>
          <p:cNvSpPr txBox="1"/>
          <p:nvPr/>
        </p:nvSpPr>
        <p:spPr>
          <a:xfrm>
            <a:off x="6475322" y="4015079"/>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148" name="Freeform 7"/>
          <p:cNvSpPr/>
          <p:nvPr/>
        </p:nvSpPr>
        <p:spPr>
          <a:xfrm>
            <a:off x="12374642" y="9544207"/>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49" name="Freeform 7"/>
          <p:cNvSpPr/>
          <p:nvPr/>
        </p:nvSpPr>
        <p:spPr>
          <a:xfrm>
            <a:off x="12373848" y="9544207"/>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50" name="Freeform 7"/>
          <p:cNvSpPr/>
          <p:nvPr/>
        </p:nvSpPr>
        <p:spPr>
          <a:xfrm>
            <a:off x="12374642" y="7719499"/>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51" name="Freeform 7"/>
          <p:cNvSpPr/>
          <p:nvPr/>
        </p:nvSpPr>
        <p:spPr>
          <a:xfrm>
            <a:off x="12374642" y="6684547"/>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52" name="TextBox 20"/>
          <p:cNvSpPr txBox="1"/>
          <p:nvPr/>
        </p:nvSpPr>
        <p:spPr>
          <a:xfrm>
            <a:off x="12533203" y="9624776"/>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153" name="Freeform 7"/>
          <p:cNvSpPr/>
          <p:nvPr/>
        </p:nvSpPr>
        <p:spPr>
          <a:xfrm>
            <a:off x="272322"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54"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55"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56" name="Freeform 7"/>
          <p:cNvSpPr/>
          <p:nvPr/>
        </p:nvSpPr>
        <p:spPr>
          <a:xfrm>
            <a:off x="27232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57"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158"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NL)">
    <p:spTree>
      <p:nvGrpSpPr>
        <p:cNvPr id="1" name=""/>
        <p:cNvGrpSpPr/>
        <p:nvPr/>
      </p:nvGrpSpPr>
      <p:grpSpPr>
        <a:xfrm>
          <a:off x="0" y="0"/>
          <a:ext cx="0" cy="0"/>
          <a:chOff x="0" y="0"/>
          <a:chExt cx="0" cy="0"/>
        </a:xfrm>
      </p:grpSpPr>
      <p:pic>
        <p:nvPicPr>
          <p:cNvPr id="165" name="1a829d35-5178-35a6-9931-7ccc1d4b5528.jpg" descr="1a829d35-5178-35a6-9931-7ccc1d4b5528.jpg"/>
          <p:cNvPicPr>
            <a:picLocks noChangeAspect="0"/>
          </p:cNvPicPr>
          <p:nvPr/>
        </p:nvPicPr>
        <p:blipFill>
          <a:blip r:embed="rId2">
            <a:alphaModFix amt="18000"/>
            <a:extLst/>
          </a:blip>
          <a:srcRect l="0" t="20" r="0" b="20"/>
          <a:stretch>
            <a:fillRect/>
          </a:stretch>
        </p:blipFill>
        <p:spPr>
          <a:xfrm>
            <a:off x="-38085" y="-7597"/>
            <a:ext cx="24460170" cy="13731193"/>
          </a:xfrm>
          <a:prstGeom prst="rect">
            <a:avLst/>
          </a:prstGeom>
          <a:ln w="12700">
            <a:miter lim="400000"/>
          </a:ln>
        </p:spPr>
      </p:pic>
      <p:sp>
        <p:nvSpPr>
          <p:cNvPr id="166"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67"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168" name="Lijn"/>
          <p:cNvSpPr/>
          <p:nvPr/>
        </p:nvSpPr>
        <p:spPr>
          <a:xfrm>
            <a:off x="1209919" y="5089132"/>
            <a:ext cx="15569129" cy="1"/>
          </a:xfrm>
          <a:prstGeom prst="line">
            <a:avLst/>
          </a:prstGeom>
          <a:ln w="25400">
            <a:solidFill>
              <a:srgbClr val="173883"/>
            </a:solidFill>
            <a:miter lim="400000"/>
          </a:ln>
        </p:spPr>
        <p:txBody>
          <a:bodyPr lIns="50800" tIns="50800" rIns="50800" bIns="50800" anchor="ctr"/>
          <a:lstStyle/>
          <a:p>
            <a:pPr/>
          </a:p>
        </p:txBody>
      </p:sp>
      <p:pic>
        <p:nvPicPr>
          <p:cNvPr id="169" name="FC DEN BOSCH LOGO.png" descr="FC DEN BOSCH LOGO.png"/>
          <p:cNvPicPr>
            <a:picLocks noChangeAspect="1"/>
          </p:cNvPicPr>
          <p:nvPr/>
        </p:nvPicPr>
        <p:blipFill>
          <a:blip r:embed="rId3">
            <a:extLst/>
          </a:blip>
          <a:stretch>
            <a:fillRect/>
          </a:stretch>
        </p:blipFill>
        <p:spPr>
          <a:xfrm>
            <a:off x="351932" y="331010"/>
            <a:ext cx="1673364" cy="1673365"/>
          </a:xfrm>
          <a:prstGeom prst="rect">
            <a:avLst/>
          </a:prstGeom>
          <a:ln w="12700">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pic>
      <p:sp>
        <p:nvSpPr>
          <p:cNvPr id="170" name="Rechthoek"/>
          <p:cNvSpPr/>
          <p:nvPr/>
        </p:nvSpPr>
        <p:spPr>
          <a:xfrm>
            <a:off x="2628481" y="3340095"/>
            <a:ext cx="4425597" cy="1058449"/>
          </a:xfrm>
          <a:prstGeom prst="rect">
            <a:avLst/>
          </a:prstGeom>
          <a:solidFill>
            <a:srgbClr val="173883"/>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71" name="TextBox 8"/>
          <p:cNvSpPr txBox="1"/>
          <p:nvPr/>
        </p:nvSpPr>
        <p:spPr>
          <a:xfrm>
            <a:off x="2582140"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VOETBAL</a:t>
            </a:r>
          </a:p>
        </p:txBody>
      </p:sp>
      <p:sp>
        <p:nvSpPr>
          <p:cNvPr id="172" name="Rechthoek"/>
          <p:cNvSpPr/>
          <p:nvPr/>
        </p:nvSpPr>
        <p:spPr>
          <a:xfrm>
            <a:off x="7481852" y="3340095"/>
            <a:ext cx="4425597" cy="1058449"/>
          </a:xfrm>
          <a:prstGeom prst="rect">
            <a:avLst/>
          </a:prstGeom>
          <a:solidFill>
            <a:srgbClr val="173883"/>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73" name="Rechthoek"/>
          <p:cNvSpPr/>
          <p:nvPr/>
        </p:nvSpPr>
        <p:spPr>
          <a:xfrm>
            <a:off x="12393712" y="3340095"/>
            <a:ext cx="4425597" cy="1058449"/>
          </a:xfrm>
          <a:prstGeom prst="rect">
            <a:avLst/>
          </a:prstGeom>
          <a:solidFill>
            <a:srgbClr val="173883"/>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grpSp>
        <p:nvGrpSpPr>
          <p:cNvPr id="176" name="Groepeer"/>
          <p:cNvGrpSpPr/>
          <p:nvPr/>
        </p:nvGrpSpPr>
        <p:grpSpPr>
          <a:xfrm>
            <a:off x="18382817" y="3832435"/>
            <a:ext cx="4746648" cy="7153728"/>
            <a:chOff x="0" y="0"/>
            <a:chExt cx="4746646" cy="7153726"/>
          </a:xfrm>
        </p:grpSpPr>
        <p:sp>
          <p:nvSpPr>
            <p:cNvPr id="174" name="Afgeronde rechthoek"/>
            <p:cNvSpPr/>
            <p:nvPr/>
          </p:nvSpPr>
          <p:spPr>
            <a:xfrm>
              <a:off x="0" y="0"/>
              <a:ext cx="4746647" cy="7153727"/>
            </a:xfrm>
            <a:prstGeom prst="roundRect">
              <a:avLst>
                <a:gd name="adj" fmla="val 10300"/>
              </a:avLst>
            </a:prstGeom>
            <a:solidFill>
              <a:srgbClr val="FFFFFE"/>
            </a:solidFill>
            <a:ln w="50800" cap="flat">
              <a:solidFill>
                <a:srgbClr val="173883"/>
              </a:solidFill>
              <a:prstDash val="solid"/>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txBody>
            <a:bodyPr wrap="square" lIns="71437" tIns="71437" rIns="71437" bIns="71437" numCol="1" anchor="ctr">
              <a:noAutofit/>
            </a:bodyPr>
            <a:lstStyle/>
            <a:p>
              <a:pPr algn="ctr" defTabSz="821531">
                <a:lnSpc>
                  <a:spcPct val="100000"/>
                </a:lnSpc>
                <a:spcBef>
                  <a:spcPts val="0"/>
                </a:spcBef>
                <a:defRPr sz="3600">
                  <a:solidFill>
                    <a:srgbClr val="FFFFFF"/>
                  </a:solidFill>
                  <a:latin typeface="Helvetica Light"/>
                  <a:ea typeface="Helvetica Light"/>
                  <a:cs typeface="Helvetica Light"/>
                  <a:sym typeface="Helvetica Light"/>
                </a:defRPr>
              </a:pPr>
            </a:p>
          </p:txBody>
        </p:sp>
        <p:pic>
          <p:nvPicPr>
            <p:cNvPr id="175" name="pasted-image.tiff" descr="pasted-image.tiff"/>
            <p:cNvPicPr>
              <a:picLocks noChangeAspect="1"/>
            </p:cNvPicPr>
            <p:nvPr/>
          </p:nvPicPr>
          <p:blipFill>
            <a:blip r:embed="rId4">
              <a:alphaModFix amt="79311"/>
              <a:extLst/>
            </a:blip>
            <a:srcRect l="5357" t="19455" r="3464" b="21340"/>
            <a:stretch>
              <a:fillRect/>
            </a:stretch>
          </p:blipFill>
          <p:spPr>
            <a:xfrm rot="16200000">
              <a:off x="-942040" y="1358955"/>
              <a:ext cx="6630195" cy="4464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lnTo>
                    <a:pt x="21600" y="0"/>
                  </a:lnTo>
                  <a:lnTo>
                    <a:pt x="0" y="0"/>
                  </a:lnTo>
                  <a:close/>
                </a:path>
              </a:pathLst>
            </a:custGeom>
            <a:ln w="12700" cap="flat">
              <a:noFill/>
              <a:miter lim="400000"/>
            </a:ln>
            <a:effectLst/>
          </p:spPr>
        </p:pic>
      </p:grpSp>
      <p:sp>
        <p:nvSpPr>
          <p:cNvPr id="177" name="Freeform 7"/>
          <p:cNvSpPr/>
          <p:nvPr/>
        </p:nvSpPr>
        <p:spPr>
          <a:xfrm>
            <a:off x="2664616" y="5925039"/>
            <a:ext cx="4443184" cy="880263"/>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78" name="Freeform 7"/>
          <p:cNvSpPr/>
          <p:nvPr/>
        </p:nvSpPr>
        <p:spPr>
          <a:xfrm>
            <a:off x="2664616" y="6988217"/>
            <a:ext cx="4443184" cy="880264"/>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79" name="Freeform 7"/>
          <p:cNvSpPr/>
          <p:nvPr/>
        </p:nvSpPr>
        <p:spPr>
          <a:xfrm>
            <a:off x="2664616" y="9724706"/>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0" name="Freeform 7"/>
          <p:cNvSpPr/>
          <p:nvPr/>
        </p:nvSpPr>
        <p:spPr>
          <a:xfrm>
            <a:off x="2664616" y="10787884"/>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1" name="Lijn"/>
          <p:cNvSpPr/>
          <p:nvPr/>
        </p:nvSpPr>
        <p:spPr>
          <a:xfrm>
            <a:off x="1254535" y="8809293"/>
            <a:ext cx="15569129" cy="1"/>
          </a:xfrm>
          <a:prstGeom prst="line">
            <a:avLst/>
          </a:prstGeom>
          <a:ln w="25400">
            <a:solidFill>
              <a:srgbClr val="173883"/>
            </a:solidFill>
            <a:miter lim="400000"/>
          </a:ln>
        </p:spPr>
        <p:txBody>
          <a:bodyPr lIns="50800" tIns="50800" rIns="50800" bIns="50800" anchor="ctr"/>
          <a:lstStyle/>
          <a:p>
            <a:pPr/>
          </a:p>
        </p:txBody>
      </p:sp>
      <p:sp>
        <p:nvSpPr>
          <p:cNvPr id="182" name="Freeform 7"/>
          <p:cNvSpPr/>
          <p:nvPr/>
        </p:nvSpPr>
        <p:spPr>
          <a:xfrm>
            <a:off x="7552721" y="5925039"/>
            <a:ext cx="4443184" cy="880263"/>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3" name="Freeform 7"/>
          <p:cNvSpPr/>
          <p:nvPr/>
        </p:nvSpPr>
        <p:spPr>
          <a:xfrm>
            <a:off x="7552721" y="6988217"/>
            <a:ext cx="4443184" cy="880264"/>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4" name="Freeform 7"/>
          <p:cNvSpPr/>
          <p:nvPr/>
        </p:nvSpPr>
        <p:spPr>
          <a:xfrm>
            <a:off x="7552721" y="9724706"/>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5" name="Freeform 7"/>
          <p:cNvSpPr/>
          <p:nvPr/>
        </p:nvSpPr>
        <p:spPr>
          <a:xfrm>
            <a:off x="7552721" y="10787884"/>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6" name="Freeform 7"/>
          <p:cNvSpPr/>
          <p:nvPr/>
        </p:nvSpPr>
        <p:spPr>
          <a:xfrm>
            <a:off x="12384918" y="5925039"/>
            <a:ext cx="4443184" cy="880263"/>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7" name="Freeform 7"/>
          <p:cNvSpPr/>
          <p:nvPr/>
        </p:nvSpPr>
        <p:spPr>
          <a:xfrm>
            <a:off x="12384918" y="6988217"/>
            <a:ext cx="4443184" cy="880264"/>
          </a:xfrm>
          <a:prstGeom prst="rect">
            <a:avLst/>
          </a:prstGeom>
          <a:solidFill>
            <a:srgbClr val="173883"/>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8" name="Freeform 7"/>
          <p:cNvSpPr/>
          <p:nvPr/>
        </p:nvSpPr>
        <p:spPr>
          <a:xfrm>
            <a:off x="12384918" y="9724706"/>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89" name="Freeform 7"/>
          <p:cNvSpPr/>
          <p:nvPr/>
        </p:nvSpPr>
        <p:spPr>
          <a:xfrm>
            <a:off x="12384918" y="10787884"/>
            <a:ext cx="4443184" cy="880264"/>
          </a:xfrm>
          <a:prstGeom prst="rect">
            <a:avLst/>
          </a:prstGeom>
          <a:solidFill>
            <a:srgbClr val="1A72BA"/>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90" name="TextBox 8"/>
          <p:cNvSpPr txBox="1"/>
          <p:nvPr/>
        </p:nvSpPr>
        <p:spPr>
          <a:xfrm rot="16200000">
            <a:off x="-234167" y="6557020"/>
            <a:ext cx="3771901" cy="75294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4600">
                <a:solidFill>
                  <a:srgbClr val="173883"/>
                </a:solidFill>
                <a:uFill>
                  <a:solidFill>
                    <a:srgbClr val="525252"/>
                  </a:solidFill>
                </a:uFill>
                <a:latin typeface="Avenir Next Condensed Regular"/>
                <a:ea typeface="Avenir Next Condensed Regular"/>
                <a:cs typeface="Avenir Next Condensed Regular"/>
                <a:sym typeface="Avenir Next Condensed Regular"/>
              </a:defRPr>
            </a:lvl1pPr>
          </a:lstStyle>
          <a:p>
            <a:pPr/>
            <a:r>
              <a:t>BEHOEFTEN</a:t>
            </a:r>
          </a:p>
        </p:txBody>
      </p:sp>
      <p:sp>
        <p:nvSpPr>
          <p:cNvPr id="191" name="TextBox 8"/>
          <p:cNvSpPr txBox="1"/>
          <p:nvPr/>
        </p:nvSpPr>
        <p:spPr>
          <a:xfrm rot="16200000">
            <a:off x="-236774" y="10309569"/>
            <a:ext cx="3777115" cy="75294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4600">
                <a:solidFill>
                  <a:srgbClr val="173883"/>
                </a:solidFill>
                <a:uFill>
                  <a:solidFill>
                    <a:srgbClr val="525252"/>
                  </a:solidFill>
                </a:uFill>
                <a:latin typeface="Avenir Next Condensed Regular"/>
                <a:ea typeface="Avenir Next Condensed Regular"/>
                <a:cs typeface="Avenir Next Condensed Regular"/>
                <a:sym typeface="Avenir Next Condensed Regular"/>
              </a:defRPr>
            </a:lvl1pPr>
          </a:lstStyle>
          <a:p>
            <a:pPr/>
            <a:r>
              <a:t>VOORKEUR</a:t>
            </a:r>
          </a:p>
        </p:txBody>
      </p:sp>
      <p:sp>
        <p:nvSpPr>
          <p:cNvPr id="192" name="TextBox 8"/>
          <p:cNvSpPr txBox="1"/>
          <p:nvPr/>
        </p:nvSpPr>
        <p:spPr>
          <a:xfrm>
            <a:off x="7488743"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FYSIEK</a:t>
            </a:r>
          </a:p>
        </p:txBody>
      </p:sp>
      <p:sp>
        <p:nvSpPr>
          <p:cNvPr id="193" name="TextBox 8"/>
          <p:cNvSpPr txBox="1"/>
          <p:nvPr/>
        </p:nvSpPr>
        <p:spPr>
          <a:xfrm>
            <a:off x="12391992"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PERSOONLIJKHEID</a:t>
            </a:r>
          </a:p>
        </p:txBody>
      </p:sp>
      <p:sp>
        <p:nvSpPr>
          <p:cNvPr id="194" name="Lijn"/>
          <p:cNvSpPr/>
          <p:nvPr/>
        </p:nvSpPr>
        <p:spPr>
          <a:xfrm>
            <a:off x="1254535" y="12561895"/>
            <a:ext cx="15569129" cy="1"/>
          </a:xfrm>
          <a:prstGeom prst="line">
            <a:avLst/>
          </a:prstGeom>
          <a:ln w="25400">
            <a:solidFill>
              <a:srgbClr val="173883"/>
            </a:solidFill>
            <a:miter lim="400000"/>
          </a:ln>
        </p:spPr>
        <p:txBody>
          <a:bodyPr lIns="50800" tIns="50800" rIns="50800" bIns="50800" anchor="ctr"/>
          <a:lstStyle/>
          <a:p>
            <a:pPr/>
          </a:p>
        </p:txBody>
      </p:sp>
      <p:sp>
        <p:nvSpPr>
          <p:cNvPr id="195"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bg>
      <p:bgPr>
        <a:solidFill>
          <a:srgbClr val="000000"/>
        </a:solidFill>
      </p:bgPr>
    </p:bg>
    <p:spTree>
      <p:nvGrpSpPr>
        <p:cNvPr id="1" name=""/>
        <p:cNvGrpSpPr/>
        <p:nvPr/>
      </p:nvGrpSpPr>
      <p:grpSpPr>
        <a:xfrm>
          <a:off x="0" y="0"/>
          <a:ext cx="0" cy="0"/>
          <a:chOff x="0" y="0"/>
          <a:chExt cx="0" cy="0"/>
        </a:xfrm>
      </p:grpSpPr>
      <p:sp>
        <p:nvSpPr>
          <p:cNvPr id="202" name="Dianummer"/>
          <p:cNvSpPr txBox="1"/>
          <p:nvPr>
            <p:ph type="sldNum" sz="quarter" idx="2"/>
          </p:nvPr>
        </p:nvSpPr>
        <p:spPr>
          <a:xfrm>
            <a:off x="12051322" y="12344399"/>
            <a:ext cx="1969479" cy="736601"/>
          </a:xfrm>
          <a:prstGeom prst="rect">
            <a:avLst/>
          </a:prstGeom>
        </p:spPr>
        <p:txBody>
          <a:bodyPr lIns="12660" tIns="12660" rIns="12660" bIns="12660" anchor="ctr"/>
          <a:lstStyle>
            <a:lvl1pPr algn="r" defTabSz="126609">
              <a:defRPr sz="300">
                <a:solidFill>
                  <a:srgbClr val="FFFFFF"/>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g kopie 3">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sp>
        <p:nvSpPr>
          <p:cNvPr id="20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g kopie 4">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sp>
        <p:nvSpPr>
          <p:cNvPr id="216" name="Rechthoek"/>
          <p:cNvSpPr/>
          <p:nvPr/>
        </p:nvSpPr>
        <p:spPr>
          <a:xfrm>
            <a:off x="7815068" y="4444274"/>
            <a:ext cx="8290361" cy="8894627"/>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17" name="Rechthoek"/>
          <p:cNvSpPr/>
          <p:nvPr/>
        </p:nvSpPr>
        <p:spPr>
          <a:xfrm>
            <a:off x="16457759" y="4542439"/>
            <a:ext cx="7806637" cy="4722416"/>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18" name="Rechthoek"/>
          <p:cNvSpPr/>
          <p:nvPr/>
        </p:nvSpPr>
        <p:spPr>
          <a:xfrm>
            <a:off x="16452494" y="238399"/>
            <a:ext cx="7806637" cy="4035878"/>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19" name="Rechthoek"/>
          <p:cNvSpPr/>
          <p:nvPr/>
        </p:nvSpPr>
        <p:spPr>
          <a:xfrm>
            <a:off x="16426792" y="9533017"/>
            <a:ext cx="7806637" cy="3837643"/>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20" name="Rechthoek"/>
          <p:cNvSpPr/>
          <p:nvPr/>
        </p:nvSpPr>
        <p:spPr>
          <a:xfrm>
            <a:off x="7815068" y="238399"/>
            <a:ext cx="8290361" cy="4035878"/>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21" name="Rechthoek"/>
          <p:cNvSpPr/>
          <p:nvPr/>
        </p:nvSpPr>
        <p:spPr>
          <a:xfrm>
            <a:off x="236820" y="238399"/>
            <a:ext cx="7296901" cy="8630211"/>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22" name="Rechthoek"/>
          <p:cNvSpPr/>
          <p:nvPr/>
        </p:nvSpPr>
        <p:spPr>
          <a:xfrm>
            <a:off x="236820" y="9184885"/>
            <a:ext cx="7296901" cy="4159116"/>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pic>
        <p:nvPicPr>
          <p:cNvPr id="223" name="Afbeelding" descr="Afbeelding"/>
          <p:cNvPicPr>
            <a:picLocks noChangeAspect="1"/>
          </p:cNvPicPr>
          <p:nvPr/>
        </p:nvPicPr>
        <p:blipFill>
          <a:blip r:embed="rId2">
            <a:alphaModFix amt="70678"/>
            <a:extLst/>
          </a:blip>
          <a:stretch>
            <a:fillRect/>
          </a:stretch>
        </p:blipFill>
        <p:spPr>
          <a:xfrm>
            <a:off x="5242424" y="215842"/>
            <a:ext cx="13520184" cy="13621452"/>
          </a:xfrm>
          <a:prstGeom prst="rect">
            <a:avLst/>
          </a:prstGeom>
          <a:ln w="12700">
            <a:miter lim="400000"/>
          </a:ln>
        </p:spPr>
      </p:pic>
      <p:sp>
        <p:nvSpPr>
          <p:cNvPr id="224" name="TextBox 38"/>
          <p:cNvSpPr txBox="1"/>
          <p:nvPr/>
        </p:nvSpPr>
        <p:spPr>
          <a:xfrm>
            <a:off x="891013" y="2456481"/>
            <a:ext cx="2233183" cy="8024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Date of birth </a:t>
            </a:r>
          </a:p>
        </p:txBody>
      </p:sp>
      <p:sp>
        <p:nvSpPr>
          <p:cNvPr id="225" name="TextBox 38"/>
          <p:cNvSpPr txBox="1"/>
          <p:nvPr/>
        </p:nvSpPr>
        <p:spPr>
          <a:xfrm>
            <a:off x="891013" y="3178619"/>
            <a:ext cx="2233183" cy="8024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City of Birth </a:t>
            </a:r>
          </a:p>
        </p:txBody>
      </p:sp>
      <p:sp>
        <p:nvSpPr>
          <p:cNvPr id="226" name="TextBox 38"/>
          <p:cNvSpPr txBox="1"/>
          <p:nvPr/>
        </p:nvSpPr>
        <p:spPr>
          <a:xfrm>
            <a:off x="123369" y="3923686"/>
            <a:ext cx="3000827"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Nationality</a:t>
            </a:r>
          </a:p>
        </p:txBody>
      </p:sp>
      <p:sp>
        <p:nvSpPr>
          <p:cNvPr id="227" name="TextBox 38"/>
          <p:cNvSpPr txBox="1"/>
          <p:nvPr/>
        </p:nvSpPr>
        <p:spPr>
          <a:xfrm>
            <a:off x="891013" y="469052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Height</a:t>
            </a:r>
          </a:p>
        </p:txBody>
      </p:sp>
      <p:sp>
        <p:nvSpPr>
          <p:cNvPr id="228" name="TextBox 38"/>
          <p:cNvSpPr txBox="1"/>
          <p:nvPr/>
        </p:nvSpPr>
        <p:spPr>
          <a:xfrm>
            <a:off x="891013" y="539089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Preferred foot</a:t>
            </a:r>
          </a:p>
        </p:txBody>
      </p:sp>
      <p:sp>
        <p:nvSpPr>
          <p:cNvPr id="229" name="TextBox 38"/>
          <p:cNvSpPr txBox="1"/>
          <p:nvPr/>
        </p:nvSpPr>
        <p:spPr>
          <a:xfrm>
            <a:off x="891013" y="6180654"/>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Position</a:t>
            </a:r>
          </a:p>
        </p:txBody>
      </p:sp>
      <p:sp>
        <p:nvSpPr>
          <p:cNvPr id="230" name="TextBox 38"/>
          <p:cNvSpPr txBox="1"/>
          <p:nvPr/>
        </p:nvSpPr>
        <p:spPr>
          <a:xfrm>
            <a:off x="891013" y="692456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League</a:t>
            </a:r>
          </a:p>
        </p:txBody>
      </p:sp>
      <p:sp>
        <p:nvSpPr>
          <p:cNvPr id="231" name="TextBox 38"/>
          <p:cNvSpPr txBox="1"/>
          <p:nvPr/>
        </p:nvSpPr>
        <p:spPr>
          <a:xfrm>
            <a:off x="891013" y="7670787"/>
            <a:ext cx="2233183" cy="8024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Club</a:t>
            </a:r>
          </a:p>
        </p:txBody>
      </p:sp>
      <p:sp>
        <p:nvSpPr>
          <p:cNvPr id="232" name="Freeform 5"/>
          <p:cNvSpPr/>
          <p:nvPr/>
        </p:nvSpPr>
        <p:spPr>
          <a:xfrm>
            <a:off x="1391022" y="2443754"/>
            <a:ext cx="5347679" cy="25401"/>
          </a:xfrm>
          <a:prstGeom prst="rect">
            <a:avLst/>
          </a:prstGeom>
          <a:blipFill>
            <a:blip r:embed="rId3"/>
            <a:stretch>
              <a:fillRect/>
            </a:stretch>
          </a:blipFill>
          <a:ln w="12700">
            <a:miter lim="400000"/>
          </a:ln>
        </p:spPr>
        <p:txBody>
          <a:bodyPr lIns="60959" tIns="60959" rIns="60959" bIns="60959"/>
          <a:lstStyle/>
          <a:p>
            <a:pPr defTabSz="1219200">
              <a:lnSpc>
                <a:spcPct val="100000"/>
              </a:lnSpc>
              <a:spcBef>
                <a:spcPts val="0"/>
              </a:spcBef>
              <a:defRPr sz="2400">
                <a:latin typeface="Calibri"/>
                <a:ea typeface="Calibri"/>
                <a:cs typeface="Calibri"/>
                <a:sym typeface="Calibri"/>
              </a:defRPr>
            </a:pPr>
          </a:p>
        </p:txBody>
      </p:sp>
      <p:sp>
        <p:nvSpPr>
          <p:cNvPr id="233" name="Freeform 6"/>
          <p:cNvSpPr/>
          <p:nvPr/>
        </p:nvSpPr>
        <p:spPr>
          <a:xfrm>
            <a:off x="3354632" y="2618088"/>
            <a:ext cx="3849867" cy="6101372"/>
          </a:xfrm>
          <a:prstGeom prst="rect">
            <a:avLst/>
          </a:prstGeom>
          <a:blipFill>
            <a:blip r:embed="rId4"/>
            <a:stretch>
              <a:fillRect/>
            </a:stretch>
          </a:blipFill>
          <a:ln w="12700">
            <a:miter lim="400000"/>
          </a:ln>
        </p:spPr>
        <p:txBody>
          <a:bodyPr lIns="60959" tIns="60959" rIns="60959" bIns="60959"/>
          <a:lstStyle/>
          <a:p>
            <a:pPr defTabSz="1219200">
              <a:lnSpc>
                <a:spcPct val="100000"/>
              </a:lnSpc>
              <a:spcBef>
                <a:spcPts val="0"/>
              </a:spcBef>
              <a:defRPr sz="2400">
                <a:latin typeface="Calibri"/>
                <a:ea typeface="Calibri"/>
                <a:cs typeface="Calibri"/>
                <a:sym typeface="Calibri"/>
              </a:defRPr>
            </a:pPr>
          </a:p>
        </p:txBody>
      </p:sp>
      <p:sp>
        <p:nvSpPr>
          <p:cNvPr id="234" name="Rechthoek"/>
          <p:cNvSpPr/>
          <p:nvPr/>
        </p:nvSpPr>
        <p:spPr>
          <a:xfrm>
            <a:off x="11216502" y="979918"/>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35" name="Rechthoek"/>
          <p:cNvSpPr/>
          <p:nvPr/>
        </p:nvSpPr>
        <p:spPr>
          <a:xfrm>
            <a:off x="13606960" y="979918"/>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36" name="Rechthoek"/>
          <p:cNvSpPr/>
          <p:nvPr/>
        </p:nvSpPr>
        <p:spPr>
          <a:xfrm>
            <a:off x="11216502" y="1711934"/>
            <a:ext cx="2113565"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37" name="Rechthoek"/>
          <p:cNvSpPr/>
          <p:nvPr/>
        </p:nvSpPr>
        <p:spPr>
          <a:xfrm>
            <a:off x="13606960" y="1711934"/>
            <a:ext cx="2113564"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38" name="Rechthoek"/>
          <p:cNvSpPr/>
          <p:nvPr/>
        </p:nvSpPr>
        <p:spPr>
          <a:xfrm>
            <a:off x="11216502" y="2499905"/>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39" name="Rechthoek"/>
          <p:cNvSpPr/>
          <p:nvPr/>
        </p:nvSpPr>
        <p:spPr>
          <a:xfrm>
            <a:off x="13606960" y="2499905"/>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40" name="Rechthoek"/>
          <p:cNvSpPr/>
          <p:nvPr/>
        </p:nvSpPr>
        <p:spPr>
          <a:xfrm>
            <a:off x="11216502" y="3275850"/>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41" name="Rechthoek"/>
          <p:cNvSpPr/>
          <p:nvPr/>
        </p:nvSpPr>
        <p:spPr>
          <a:xfrm>
            <a:off x="13606960" y="3275850"/>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42" name="TextBox 40"/>
          <p:cNvSpPr txBox="1"/>
          <p:nvPr/>
        </p:nvSpPr>
        <p:spPr>
          <a:xfrm>
            <a:off x="7997574" y="131715"/>
            <a:ext cx="1806256" cy="357950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ts val="56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rPr b="1">
                <a:solidFill>
                  <a:srgbClr val="000000"/>
                </a:solidFill>
              </a:rPr>
              <a:t>Stats</a:t>
            </a:r>
            <a:r>
              <a:t> </a:t>
            </a:r>
          </a:p>
          <a:p>
            <a:pPr defTabSz="1219200">
              <a:lnSpc>
                <a:spcPts val="56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Matches</a:t>
            </a:r>
          </a:p>
          <a:p>
            <a:pPr defTabSz="1219200">
              <a:lnSpc>
                <a:spcPts val="61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Minutes</a:t>
            </a:r>
          </a:p>
          <a:p>
            <a:pPr defTabSz="1219200">
              <a:lnSpc>
                <a:spcPts val="50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Goals</a:t>
            </a:r>
          </a:p>
          <a:p>
            <a:pPr defTabSz="1219200">
              <a:lnSpc>
                <a:spcPts val="61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Assists</a:t>
            </a:r>
          </a:p>
        </p:txBody>
      </p:sp>
      <p:sp>
        <p:nvSpPr>
          <p:cNvPr id="243" name="TextBox 41"/>
          <p:cNvSpPr txBox="1"/>
          <p:nvPr/>
        </p:nvSpPr>
        <p:spPr>
          <a:xfrm>
            <a:off x="16747566" y="9751274"/>
            <a:ext cx="2755075" cy="4637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VIDEO &amp; LIVE</a:t>
            </a:r>
          </a:p>
        </p:txBody>
      </p:sp>
      <p:sp>
        <p:nvSpPr>
          <p:cNvPr id="244" name="TextBox 45"/>
          <p:cNvSpPr txBox="1"/>
          <p:nvPr/>
        </p:nvSpPr>
        <p:spPr>
          <a:xfrm>
            <a:off x="16630229" y="1300195"/>
            <a:ext cx="3041456" cy="24307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End of contract</a:t>
            </a:r>
          </a:p>
          <a:p>
            <a: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Agency</a:t>
            </a:r>
          </a:p>
          <a:p>
            <a: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Agent</a:t>
            </a:r>
          </a:p>
        </p:txBody>
      </p:sp>
      <p:sp>
        <p:nvSpPr>
          <p:cNvPr id="245" name="Rechthoek"/>
          <p:cNvSpPr/>
          <p:nvPr/>
        </p:nvSpPr>
        <p:spPr>
          <a:xfrm>
            <a:off x="19633159" y="1257722"/>
            <a:ext cx="3624259"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46" name="Rechthoek"/>
          <p:cNvSpPr/>
          <p:nvPr/>
        </p:nvSpPr>
        <p:spPr>
          <a:xfrm>
            <a:off x="19633159" y="2189245"/>
            <a:ext cx="3624259"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47" name="Rechthoek"/>
          <p:cNvSpPr/>
          <p:nvPr/>
        </p:nvSpPr>
        <p:spPr>
          <a:xfrm>
            <a:off x="19633159" y="3227717"/>
            <a:ext cx="3624259"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48" name="TextBox 46"/>
          <p:cNvSpPr txBox="1"/>
          <p:nvPr/>
        </p:nvSpPr>
        <p:spPr>
          <a:xfrm>
            <a:off x="16673594" y="5477978"/>
            <a:ext cx="2913549" cy="24307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ct val="240000"/>
              </a:lnSpc>
              <a:spcBef>
                <a:spcPts val="0"/>
              </a:spcBef>
              <a:defRPr sz="2400">
                <a:solidFill>
                  <a:srgbClr val="FFFFFF"/>
                </a:solidFill>
                <a:latin typeface="Cabin"/>
                <a:ea typeface="Cabin"/>
                <a:cs typeface="Cabin"/>
                <a:sym typeface="Cabin"/>
              </a:defRPr>
            </a:pPr>
            <a:r>
              <a:rPr>
                <a:latin typeface="Avenir Next Condensed Regular"/>
                <a:ea typeface="Avenir Next Condensed Regular"/>
                <a:cs typeface="Avenir Next Condensed Regular"/>
                <a:sym typeface="Avenir Next Condensed Regular"/>
              </a:rPr>
              <a:t>Prediction year 1</a:t>
            </a:r>
            <a:endParaRPr>
              <a:latin typeface="Avenir Next Condensed Regular"/>
              <a:ea typeface="Avenir Next Condensed Regular"/>
              <a:cs typeface="Avenir Next Condensed Regular"/>
              <a:sym typeface="Avenir Next Condensed Regular"/>
            </a:endParaRPr>
          </a:p>
          <a:p>
            <a: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Prediction year 2</a:t>
            </a:r>
          </a:p>
          <a:p>
            <a: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Next step</a:t>
            </a:r>
          </a:p>
        </p:txBody>
      </p:sp>
      <p:sp>
        <p:nvSpPr>
          <p:cNvPr id="249" name="Rechthoek"/>
          <p:cNvSpPr/>
          <p:nvPr/>
        </p:nvSpPr>
        <p:spPr>
          <a:xfrm>
            <a:off x="19626059" y="5362892"/>
            <a:ext cx="3648990" cy="606011"/>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50" name="Rechthoek"/>
          <p:cNvSpPr/>
          <p:nvPr/>
        </p:nvSpPr>
        <p:spPr>
          <a:xfrm>
            <a:off x="19626059" y="6397011"/>
            <a:ext cx="3648990" cy="606011"/>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51" name="Rechthoek"/>
          <p:cNvSpPr/>
          <p:nvPr/>
        </p:nvSpPr>
        <p:spPr>
          <a:xfrm>
            <a:off x="19626059" y="7396204"/>
            <a:ext cx="3648990" cy="606010"/>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52" name="Rechthoek"/>
          <p:cNvSpPr/>
          <p:nvPr/>
        </p:nvSpPr>
        <p:spPr>
          <a:xfrm>
            <a:off x="19352877" y="9763974"/>
            <a:ext cx="4161630" cy="337572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253" name="TextBox 43"/>
          <p:cNvSpPr txBox="1"/>
          <p:nvPr/>
        </p:nvSpPr>
        <p:spPr>
          <a:xfrm>
            <a:off x="11062703" y="334915"/>
            <a:ext cx="2460588"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Most recent season</a:t>
            </a:r>
          </a:p>
        </p:txBody>
      </p:sp>
      <p:sp>
        <p:nvSpPr>
          <p:cNvPr id="254" name="TextBox 44"/>
          <p:cNvSpPr txBox="1"/>
          <p:nvPr/>
        </p:nvSpPr>
        <p:spPr>
          <a:xfrm>
            <a:off x="14088420" y="334915"/>
            <a:ext cx="1150645"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Career</a:t>
            </a:r>
          </a:p>
        </p:txBody>
      </p:sp>
      <p:sp>
        <p:nvSpPr>
          <p:cNvPr id="255" name="TextBox 47"/>
          <p:cNvSpPr txBox="1"/>
          <p:nvPr/>
        </p:nvSpPr>
        <p:spPr>
          <a:xfrm>
            <a:off x="8001808" y="4562919"/>
            <a:ext cx="3000827"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ts val="3400"/>
              </a:lnSpc>
              <a:spcBef>
                <a:spcPts val="0"/>
              </a:spcBef>
              <a:defRPr sz="2400">
                <a:latin typeface="Avenir Next Condensed Regular"/>
                <a:ea typeface="Avenir Next Condensed Regular"/>
                <a:cs typeface="Avenir Next Condensed Regular"/>
                <a:sym typeface="Avenir Next Condensed Regular"/>
              </a:defRPr>
            </a:pPr>
            <a:r>
              <a:rPr b="1" cap="all"/>
              <a:t>Summary scouting</a:t>
            </a:r>
            <a:r>
              <a:rPr b="1"/>
              <a:t>:</a:t>
            </a:r>
          </a:p>
        </p:txBody>
      </p:sp>
      <p:pic>
        <p:nvPicPr>
          <p:cNvPr id="256" name="pasted-image.tiff" descr="pasted-image.tiff"/>
          <p:cNvPicPr>
            <a:picLocks noChangeAspect="1"/>
          </p:cNvPicPr>
          <p:nvPr/>
        </p:nvPicPr>
        <p:blipFill>
          <a:blip r:embed="rId5">
            <a:alphaModFix amt="85000"/>
            <a:extLst/>
          </a:blip>
          <a:srcRect l="4545" t="19455" r="2655" b="21337"/>
          <a:stretch>
            <a:fillRect/>
          </a:stretch>
        </p:blipFill>
        <p:spPr>
          <a:xfrm rot="16200000">
            <a:off x="3920726" y="10035712"/>
            <a:ext cx="3792538" cy="25090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742"/>
                </a:lnTo>
                <a:lnTo>
                  <a:pt x="0" y="21600"/>
                </a:lnTo>
                <a:lnTo>
                  <a:pt x="21600" y="21600"/>
                </a:lnTo>
                <a:lnTo>
                  <a:pt x="21600" y="0"/>
                </a:lnTo>
                <a:lnTo>
                  <a:pt x="0" y="0"/>
                </a:lnTo>
                <a:close/>
              </a:path>
            </a:pathLst>
          </a:custGeom>
          <a:ln w="12700">
            <a:miter lim="400000"/>
          </a:ln>
        </p:spPr>
      </p:pic>
      <p:sp>
        <p:nvSpPr>
          <p:cNvPr id="257" name="Rechthoek"/>
          <p:cNvSpPr/>
          <p:nvPr/>
        </p:nvSpPr>
        <p:spPr>
          <a:xfrm>
            <a:off x="4415474" y="9240539"/>
            <a:ext cx="2808750" cy="4047808"/>
          </a:xfrm>
          <a:prstGeom prst="rect">
            <a:avLst/>
          </a:prstGeom>
          <a:ln w="19050">
            <a:solidFill>
              <a:srgbClr val="FFFFFF"/>
            </a:solidFill>
            <a:miter/>
          </a:ln>
        </p:spPr>
        <p:txBody>
          <a:bodyPr lIns="45719" rIns="45719" anchor="ctr"/>
          <a:lstStyle/>
          <a:p>
            <a:pPr defTabSz="457200">
              <a:lnSpc>
                <a:spcPct val="100000"/>
              </a:lnSpc>
              <a:spcBef>
                <a:spcPts val="0"/>
              </a:spcBef>
              <a:defRPr sz="1800">
                <a:latin typeface="Aptos"/>
                <a:ea typeface="Aptos"/>
                <a:cs typeface="Aptos"/>
                <a:sym typeface="Aptos"/>
              </a:defRPr>
            </a:pPr>
          </a:p>
        </p:txBody>
      </p:sp>
      <p:sp>
        <p:nvSpPr>
          <p:cNvPr id="258" name="TextBox 41"/>
          <p:cNvSpPr txBox="1"/>
          <p:nvPr/>
        </p:nvSpPr>
        <p:spPr>
          <a:xfrm>
            <a:off x="415366" y="9395674"/>
            <a:ext cx="2755075" cy="4637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PLAYER PROFILE</a:t>
            </a:r>
          </a:p>
        </p:txBody>
      </p:sp>
      <p:sp>
        <p:nvSpPr>
          <p:cNvPr id="259" name="TextBox 47"/>
          <p:cNvSpPr txBox="1"/>
          <p:nvPr/>
        </p:nvSpPr>
        <p:spPr>
          <a:xfrm>
            <a:off x="16629955" y="4650592"/>
            <a:ext cx="3000827"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cap="all" sz="2400">
                <a:latin typeface="Avenir Next Condensed Regular"/>
                <a:ea typeface="Avenir Next Condensed Regular"/>
                <a:cs typeface="Avenir Next Condensed Regular"/>
                <a:sym typeface="Avenir Next Condensed Regular"/>
              </a:defRPr>
            </a:lvl1pPr>
          </a:lstStyle>
          <a:p>
            <a:pPr>
              <a:defRPr b="0" cap="none"/>
            </a:pPr>
            <a:r>
              <a:rPr b="1" cap="all"/>
              <a:t>Predictions</a:t>
            </a:r>
          </a:p>
        </p:txBody>
      </p:sp>
      <p:sp>
        <p:nvSpPr>
          <p:cNvPr id="260" name="TextBox 47"/>
          <p:cNvSpPr txBox="1"/>
          <p:nvPr/>
        </p:nvSpPr>
        <p:spPr>
          <a:xfrm>
            <a:off x="16650544" y="334915"/>
            <a:ext cx="3000827"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cap="all" sz="2400">
                <a:latin typeface="Avenir Next Condensed Regular"/>
                <a:ea typeface="Avenir Next Condensed Regular"/>
                <a:cs typeface="Avenir Next Condensed Regular"/>
                <a:sym typeface="Avenir Next Condensed Regular"/>
              </a:defRPr>
            </a:lvl1pPr>
          </a:lstStyle>
          <a:p>
            <a:pPr>
              <a:defRPr b="0" cap="none"/>
            </a:pPr>
            <a:r>
              <a:rPr b="1" cap="all"/>
              <a:t>Transfer details</a:t>
            </a:r>
          </a:p>
        </p:txBody>
      </p:sp>
      <p:sp>
        <p:nvSpPr>
          <p:cNvPr id="261"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rries">
    <p:spTree>
      <p:nvGrpSpPr>
        <p:cNvPr id="1" name=""/>
        <p:cNvGrpSpPr/>
        <p:nvPr/>
      </p:nvGrpSpPr>
      <p:grpSpPr>
        <a:xfrm>
          <a:off x="0" y="0"/>
          <a:ext cx="0" cy="0"/>
          <a:chOff x="0" y="0"/>
          <a:chExt cx="0" cy="0"/>
        </a:xfrm>
      </p:grpSpPr>
      <p:pic>
        <p:nvPicPr>
          <p:cNvPr id="268"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269" name="Rechthoek"/>
          <p:cNvSpPr/>
          <p:nvPr/>
        </p:nvSpPr>
        <p:spPr>
          <a:xfrm>
            <a:off x="15046191" y="1611452"/>
            <a:ext cx="9226948" cy="11848373"/>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70" name="Rechthoek"/>
          <p:cNvSpPr/>
          <p:nvPr/>
        </p:nvSpPr>
        <p:spPr>
          <a:xfrm>
            <a:off x="15148441" y="2254072"/>
            <a:ext cx="9000918" cy="11087107"/>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71"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72"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273" name="Carries"/>
          <p:cNvSpPr txBox="1"/>
          <p:nvPr/>
        </p:nvSpPr>
        <p:spPr>
          <a:xfrm>
            <a:off x="303013" y="49765"/>
            <a:ext cx="22098604"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900">
                <a:solidFill>
                  <a:srgbClr val="FFFFFF"/>
                </a:solidFill>
                <a:uFill>
                  <a:solidFill>
                    <a:srgbClr val="525252"/>
                  </a:solidFill>
                </a:uFill>
                <a:latin typeface="Century Gothic"/>
                <a:ea typeface="Century Gothic"/>
                <a:cs typeface="Century Gothic"/>
                <a:sym typeface="Century Gothic"/>
              </a:defRPr>
            </a:lvl1pPr>
          </a:lstStyle>
          <a:p>
            <a:pPr/>
            <a:r>
              <a:t>Carries</a:t>
            </a:r>
          </a:p>
        </p:txBody>
      </p:sp>
      <p:sp>
        <p:nvSpPr>
          <p:cNvPr id="274" name="TextBox 31"/>
          <p:cNvSpPr txBox="1"/>
          <p:nvPr/>
        </p:nvSpPr>
        <p:spPr>
          <a:xfrm>
            <a:off x="211893" y="11076137"/>
            <a:ext cx="8555719"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controle houden op snelheid </a:t>
            </a:r>
            <a:br/>
            <a:r>
              <a:t>met de bal aan de voet?</a:t>
            </a:r>
          </a:p>
        </p:txBody>
      </p:sp>
      <p:sp>
        <p:nvSpPr>
          <p:cNvPr id="275" name="TextBox 31"/>
          <p:cNvSpPr txBox="1"/>
          <p:nvPr/>
        </p:nvSpPr>
        <p:spPr>
          <a:xfrm>
            <a:off x="211893" y="11611296"/>
            <a:ext cx="8459056"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afstanden overbruggen en overzicht behouden </a:t>
            </a:r>
            <a:br/>
            <a:r>
              <a:t>met de bal aan de voet?</a:t>
            </a:r>
          </a:p>
        </p:txBody>
      </p:sp>
      <p:sp>
        <p:nvSpPr>
          <p:cNvPr id="276" name="TextBox 31"/>
          <p:cNvSpPr txBox="1"/>
          <p:nvPr/>
        </p:nvSpPr>
        <p:spPr>
          <a:xfrm>
            <a:off x="211893" y="12142596"/>
            <a:ext cx="8459055"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wenden, keren &amp; versnellen en daardoor vrij </a:t>
            </a:r>
            <a:br/>
            <a:r>
              <a:t>komen of wegdraaien bij zijn tegenstander?</a:t>
            </a:r>
          </a:p>
        </p:txBody>
      </p:sp>
      <p:sp>
        <p:nvSpPr>
          <p:cNvPr id="277" name="TextBox 31"/>
          <p:cNvSpPr txBox="1"/>
          <p:nvPr/>
        </p:nvSpPr>
        <p:spPr>
          <a:xfrm>
            <a:off x="211893" y="12709222"/>
            <a:ext cx="845905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Herkent de speler de open ruimtes en benut hij deze?</a:t>
            </a:r>
          </a:p>
        </p:txBody>
      </p:sp>
      <p:sp>
        <p:nvSpPr>
          <p:cNvPr id="278" name="TextBox 20"/>
          <p:cNvSpPr txBox="1"/>
          <p:nvPr/>
        </p:nvSpPr>
        <p:spPr>
          <a:xfrm>
            <a:off x="378837" y="10767371"/>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279" name="Lijn"/>
          <p:cNvSpPr/>
          <p:nvPr/>
        </p:nvSpPr>
        <p:spPr>
          <a:xfrm>
            <a:off x="399710" y="11082400"/>
            <a:ext cx="3084727" cy="1"/>
          </a:xfrm>
          <a:prstGeom prst="line">
            <a:avLst/>
          </a:prstGeom>
          <a:ln w="25400">
            <a:solidFill>
              <a:srgbClr val="000000"/>
            </a:solidFill>
            <a:miter lim="400000"/>
          </a:ln>
        </p:spPr>
        <p:txBody>
          <a:bodyPr lIns="50800" tIns="50800" rIns="50800" bIns="50800" anchor="ctr"/>
          <a:lstStyle/>
          <a:p>
            <a:pPr/>
          </a:p>
        </p:txBody>
      </p:sp>
      <p:sp>
        <p:nvSpPr>
          <p:cNvPr id="280"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281" name="TextBox 30"/>
          <p:cNvSpPr txBox="1"/>
          <p:nvPr/>
        </p:nvSpPr>
        <p:spPr>
          <a:xfrm>
            <a:off x="8013852" y="202165"/>
            <a:ext cx="6828488"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defTabSz="1285875">
              <a:lnSpc>
                <a:spcPct val="100000"/>
              </a:lnSpc>
              <a:spcBef>
                <a:spcPts val="0"/>
              </a:spcBef>
              <a:defRPr sz="2000">
                <a:solidFill>
                  <a:srgbClr val="173883"/>
                </a:solidFill>
                <a:uFill>
                  <a:solidFill>
                    <a:srgbClr val="525252"/>
                  </a:solidFill>
                </a:uFill>
                <a:latin typeface="Century Gothic"/>
                <a:ea typeface="Century Gothic"/>
                <a:cs typeface="Century Gothic"/>
                <a:sym typeface="Century Gothic"/>
              </a:defRPr>
            </a:pPr>
            <a:r>
              <a:t>'"Voorwaarts dribbelen met bal richting </a:t>
            </a:r>
          </a:p>
          <a:p>
            <a:pPr algn="ctr" defTabSz="1285875">
              <a:lnSpc>
                <a:spcPct val="100000"/>
              </a:lnSpc>
              <a:spcBef>
                <a:spcPts val="0"/>
              </a:spcBef>
              <a:defRPr sz="2000">
                <a:solidFill>
                  <a:srgbClr val="173883"/>
                </a:solidFill>
                <a:uFill>
                  <a:solidFill>
                    <a:srgbClr val="525252"/>
                  </a:solidFill>
                </a:uFill>
                <a:latin typeface="Century Gothic"/>
                <a:ea typeface="Century Gothic"/>
                <a:cs typeface="Century Gothic"/>
                <a:sym typeface="Century Gothic"/>
              </a:defRPr>
            </a:pPr>
            <a:r>
              <a:t>de open ruimtes”</a:t>
            </a:r>
          </a:p>
        </p:txBody>
      </p:sp>
      <p:sp>
        <p:nvSpPr>
          <p:cNvPr id="282" name="TextBox 31"/>
          <p:cNvSpPr txBox="1"/>
          <p:nvPr/>
        </p:nvSpPr>
        <p:spPr>
          <a:xfrm>
            <a:off x="211893" y="13062917"/>
            <a:ext cx="8459055"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Dribbelt de speler met beide benen? Of heeft hij een duidelijk voorkeursbeen?</a:t>
            </a:r>
          </a:p>
        </p:txBody>
      </p:sp>
      <p:sp>
        <p:nvSpPr>
          <p:cNvPr id="28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lair">
    <p:spTree>
      <p:nvGrpSpPr>
        <p:cNvPr id="1" name=""/>
        <p:cNvGrpSpPr/>
        <p:nvPr/>
      </p:nvGrpSpPr>
      <p:grpSpPr>
        <a:xfrm>
          <a:off x="0" y="0"/>
          <a:ext cx="0" cy="0"/>
          <a:chOff x="0" y="0"/>
          <a:chExt cx="0" cy="0"/>
        </a:xfrm>
      </p:grpSpPr>
      <p:pic>
        <p:nvPicPr>
          <p:cNvPr id="290"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291" name="Rechthoek"/>
          <p:cNvSpPr/>
          <p:nvPr/>
        </p:nvSpPr>
        <p:spPr>
          <a:xfrm>
            <a:off x="15046191" y="1611452"/>
            <a:ext cx="9226948" cy="11848373"/>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92" name="Rechthoek"/>
          <p:cNvSpPr/>
          <p:nvPr/>
        </p:nvSpPr>
        <p:spPr>
          <a:xfrm>
            <a:off x="15159206" y="2160202"/>
            <a:ext cx="9000918" cy="11087107"/>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93"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94"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295" name="Flair"/>
          <p:cNvSpPr txBox="1"/>
          <p:nvPr/>
        </p:nvSpPr>
        <p:spPr>
          <a:xfrm>
            <a:off x="303013" y="202165"/>
            <a:ext cx="22098604"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300">
                <a:solidFill>
                  <a:srgbClr val="FFFFFF"/>
                </a:solidFill>
                <a:uFill>
                  <a:solidFill>
                    <a:srgbClr val="525252"/>
                  </a:solidFill>
                </a:uFill>
                <a:latin typeface="Century Gothic"/>
                <a:ea typeface="Century Gothic"/>
                <a:cs typeface="Century Gothic"/>
                <a:sym typeface="Century Gothic"/>
              </a:defRPr>
            </a:lvl1pPr>
          </a:lstStyle>
          <a:p>
            <a:pPr/>
            <a:r>
              <a:t>Flair</a:t>
            </a:r>
          </a:p>
        </p:txBody>
      </p:sp>
      <p:sp>
        <p:nvSpPr>
          <p:cNvPr id="296" name="TextBox 20"/>
          <p:cNvSpPr txBox="1"/>
          <p:nvPr/>
        </p:nvSpPr>
        <p:spPr>
          <a:xfrm>
            <a:off x="378837" y="10843571"/>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297" name="Lijn"/>
          <p:cNvSpPr/>
          <p:nvPr/>
        </p:nvSpPr>
        <p:spPr>
          <a:xfrm>
            <a:off x="399710" y="11158600"/>
            <a:ext cx="3084727" cy="1"/>
          </a:xfrm>
          <a:prstGeom prst="line">
            <a:avLst/>
          </a:prstGeom>
          <a:ln w="25400">
            <a:solidFill>
              <a:srgbClr val="000000"/>
            </a:solidFill>
            <a:miter lim="400000"/>
          </a:ln>
        </p:spPr>
        <p:txBody>
          <a:bodyPr lIns="50800" tIns="50800" rIns="50800" bIns="50800" anchor="ctr"/>
          <a:lstStyle/>
          <a:p>
            <a:pPr/>
          </a:p>
        </p:txBody>
      </p:sp>
      <p:sp>
        <p:nvSpPr>
          <p:cNvPr id="298"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299" name="TextBox 30"/>
          <p:cNvSpPr txBox="1"/>
          <p:nvPr/>
        </p:nvSpPr>
        <p:spPr>
          <a:xfrm>
            <a:off x="8019243" y="217405"/>
            <a:ext cx="6817706" cy="5791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defTabSz="1285875">
              <a:spcBef>
                <a:spcPts val="0"/>
              </a:spcBef>
              <a:defRPr sz="2000">
                <a:solidFill>
                  <a:srgbClr val="173883"/>
                </a:solidFill>
                <a:uFill>
                  <a:solidFill>
                    <a:srgbClr val="525252"/>
                  </a:solidFill>
                </a:uFill>
                <a:latin typeface="Century Gothic"/>
                <a:ea typeface="Century Gothic"/>
                <a:cs typeface="Century Gothic"/>
                <a:sym typeface="Century Gothic"/>
              </a:defRPr>
            </a:pPr>
            <a:r>
              <a:t>“Straalt zelfvertrouwen en energie uit </a:t>
            </a:r>
          </a:p>
          <a:p>
            <a:pPr algn="ctr" defTabSz="1285875">
              <a:spcBef>
                <a:spcPts val="0"/>
              </a:spcBef>
              <a:defRPr sz="2000">
                <a:solidFill>
                  <a:srgbClr val="173883"/>
                </a:solidFill>
                <a:uFill>
                  <a:solidFill>
                    <a:srgbClr val="525252"/>
                  </a:solidFill>
                </a:uFill>
                <a:latin typeface="Century Gothic"/>
                <a:ea typeface="Century Gothic"/>
                <a:cs typeface="Century Gothic"/>
                <a:sym typeface="Century Gothic"/>
              </a:defRPr>
            </a:pPr>
            <a:r>
              <a:t>om resultaten te behalen”</a:t>
            </a:r>
          </a:p>
        </p:txBody>
      </p:sp>
      <p:sp>
        <p:nvSpPr>
          <p:cNvPr id="300" name="TextBox 31"/>
          <p:cNvSpPr txBox="1"/>
          <p:nvPr/>
        </p:nvSpPr>
        <p:spPr>
          <a:xfrm>
            <a:off x="211893" y="11190437"/>
            <a:ext cx="1446014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Straalt de speler zelfvertrouwen uit voor, tijdens en na de wedstrijd ongeacht de stand en ranglijst?</a:t>
            </a:r>
          </a:p>
        </p:txBody>
      </p:sp>
      <p:sp>
        <p:nvSpPr>
          <p:cNvPr id="301" name="TextBox 31"/>
          <p:cNvSpPr txBox="1"/>
          <p:nvPr/>
        </p:nvSpPr>
        <p:spPr>
          <a:xfrm>
            <a:off x="211893" y="11535223"/>
            <a:ext cx="1462576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Is de speler aanwezig tijdens wedstrijd en trainingen?</a:t>
            </a:r>
          </a:p>
        </p:txBody>
      </p:sp>
      <p:sp>
        <p:nvSpPr>
          <p:cNvPr id="302" name="TextBox 31"/>
          <p:cNvSpPr txBox="1"/>
          <p:nvPr/>
        </p:nvSpPr>
        <p:spPr>
          <a:xfrm>
            <a:off x="216126" y="11901063"/>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hij de aandacht / wedstrijd op een goede manier naar zich toe trekken om het team beter te maken?</a:t>
            </a:r>
          </a:p>
        </p:txBody>
      </p:sp>
      <p:sp>
        <p:nvSpPr>
          <p:cNvPr id="303" name="TextBox 31"/>
          <p:cNvSpPr txBox="1"/>
          <p:nvPr/>
        </p:nvSpPr>
        <p:spPr>
          <a:xfrm>
            <a:off x="216126" y="12266903"/>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Is de speler altijd “in control”? En daarbij gericht op de oplossing / doel?</a:t>
            </a:r>
          </a:p>
        </p:txBody>
      </p:sp>
      <p:sp>
        <p:nvSpPr>
          <p:cNvPr id="304" name="TextBox 31"/>
          <p:cNvSpPr txBox="1"/>
          <p:nvPr/>
        </p:nvSpPr>
        <p:spPr>
          <a:xfrm>
            <a:off x="216126" y="12632744"/>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Krijgt de speler een boost bij wedstrijden net spanning? Kan hij zijn emoties omzetten in extra kwaliteit? </a:t>
            </a:r>
          </a:p>
        </p:txBody>
      </p:sp>
      <p:sp>
        <p:nvSpPr>
          <p:cNvPr id="305"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ravery">
    <p:spTree>
      <p:nvGrpSpPr>
        <p:cNvPr id="1" name=""/>
        <p:cNvGrpSpPr/>
        <p:nvPr/>
      </p:nvGrpSpPr>
      <p:grpSpPr>
        <a:xfrm>
          <a:off x="0" y="0"/>
          <a:ext cx="0" cy="0"/>
          <a:chOff x="0" y="0"/>
          <a:chExt cx="0" cy="0"/>
        </a:xfrm>
      </p:grpSpPr>
      <p:pic>
        <p:nvPicPr>
          <p:cNvPr id="312"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313" name="Rechthoek"/>
          <p:cNvSpPr/>
          <p:nvPr/>
        </p:nvSpPr>
        <p:spPr>
          <a:xfrm>
            <a:off x="15046191" y="1611452"/>
            <a:ext cx="9226948" cy="11848373"/>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14" name="Rechthoek"/>
          <p:cNvSpPr/>
          <p:nvPr/>
        </p:nvSpPr>
        <p:spPr>
          <a:xfrm>
            <a:off x="15159206" y="2160202"/>
            <a:ext cx="9000918" cy="11087107"/>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15"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16"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317" name="Bravery"/>
          <p:cNvSpPr txBox="1"/>
          <p:nvPr/>
        </p:nvSpPr>
        <p:spPr>
          <a:xfrm>
            <a:off x="303013" y="202165"/>
            <a:ext cx="22098604"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300">
                <a:solidFill>
                  <a:srgbClr val="FFFFFF"/>
                </a:solidFill>
                <a:uFill>
                  <a:solidFill>
                    <a:srgbClr val="525252"/>
                  </a:solidFill>
                </a:uFill>
                <a:latin typeface="Century Gothic"/>
                <a:ea typeface="Century Gothic"/>
                <a:cs typeface="Century Gothic"/>
                <a:sym typeface="Century Gothic"/>
              </a:defRPr>
            </a:lvl1pPr>
          </a:lstStyle>
          <a:p>
            <a:pPr/>
            <a:r>
              <a:t>Bravery</a:t>
            </a:r>
          </a:p>
        </p:txBody>
      </p:sp>
      <p:sp>
        <p:nvSpPr>
          <p:cNvPr id="318" name="TextBox 20"/>
          <p:cNvSpPr txBox="1"/>
          <p:nvPr/>
        </p:nvSpPr>
        <p:spPr>
          <a:xfrm>
            <a:off x="378837" y="10843571"/>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319" name="Lijn"/>
          <p:cNvSpPr/>
          <p:nvPr/>
        </p:nvSpPr>
        <p:spPr>
          <a:xfrm>
            <a:off x="399710" y="11158600"/>
            <a:ext cx="3084727" cy="1"/>
          </a:xfrm>
          <a:prstGeom prst="line">
            <a:avLst/>
          </a:prstGeom>
          <a:ln w="25400">
            <a:solidFill>
              <a:srgbClr val="000000"/>
            </a:solidFill>
            <a:miter lim="400000"/>
          </a:ln>
        </p:spPr>
        <p:txBody>
          <a:bodyPr lIns="50800" tIns="50800" rIns="50800" bIns="50800" anchor="ctr"/>
          <a:lstStyle/>
          <a:p>
            <a:pPr/>
          </a:p>
        </p:txBody>
      </p:sp>
      <p:sp>
        <p:nvSpPr>
          <p:cNvPr id="320"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21" name="TextBox 30"/>
          <p:cNvSpPr txBox="1"/>
          <p:nvPr/>
        </p:nvSpPr>
        <p:spPr>
          <a:xfrm>
            <a:off x="8019243" y="217405"/>
            <a:ext cx="6817706" cy="5791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defTabSz="1285875">
              <a:spcBef>
                <a:spcPts val="0"/>
              </a:spcBef>
              <a:defRPr sz="2000">
                <a:solidFill>
                  <a:srgbClr val="173883"/>
                </a:solidFill>
                <a:uFill>
                  <a:solidFill>
                    <a:srgbClr val="525252"/>
                  </a:solidFill>
                </a:uFill>
                <a:latin typeface="Century Gothic"/>
                <a:ea typeface="Century Gothic"/>
                <a:cs typeface="Century Gothic"/>
                <a:sym typeface="Century Gothic"/>
              </a:defRPr>
            </a:pPr>
            <a:r>
              <a:t>“Heeft veel vertrouwen in eigen kwaliteiten </a:t>
            </a:r>
          </a:p>
          <a:p>
            <a:pPr algn="ctr" defTabSz="1285875">
              <a:spcBef>
                <a:spcPts val="0"/>
              </a:spcBef>
              <a:defRPr sz="2000">
                <a:solidFill>
                  <a:srgbClr val="173883"/>
                </a:solidFill>
                <a:uFill>
                  <a:solidFill>
                    <a:srgbClr val="525252"/>
                  </a:solidFill>
                </a:uFill>
                <a:latin typeface="Century Gothic"/>
                <a:ea typeface="Century Gothic"/>
                <a:cs typeface="Century Gothic"/>
                <a:sym typeface="Century Gothic"/>
              </a:defRPr>
            </a:pPr>
            <a:r>
              <a:t>(durf/moed)”</a:t>
            </a:r>
          </a:p>
        </p:txBody>
      </p:sp>
      <p:sp>
        <p:nvSpPr>
          <p:cNvPr id="322" name="TextBox 31"/>
          <p:cNvSpPr txBox="1"/>
          <p:nvPr/>
        </p:nvSpPr>
        <p:spPr>
          <a:xfrm>
            <a:off x="211893" y="11190437"/>
            <a:ext cx="1446014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Neemt de speler initiatief?</a:t>
            </a:r>
          </a:p>
        </p:txBody>
      </p:sp>
      <p:sp>
        <p:nvSpPr>
          <p:cNvPr id="323" name="TextBox 31"/>
          <p:cNvSpPr txBox="1"/>
          <p:nvPr/>
        </p:nvSpPr>
        <p:spPr>
          <a:xfrm>
            <a:off x="211893" y="11547216"/>
            <a:ext cx="1462576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Legt de speler risico in zijn spel?</a:t>
            </a:r>
          </a:p>
        </p:txBody>
      </p:sp>
      <p:sp>
        <p:nvSpPr>
          <p:cNvPr id="324" name="TextBox 31"/>
          <p:cNvSpPr txBox="1"/>
          <p:nvPr/>
        </p:nvSpPr>
        <p:spPr>
          <a:xfrm>
            <a:off x="211893" y="11880053"/>
            <a:ext cx="1462576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Durft de speler veel de bal op te eisen (in de voeten of in de diepte)?</a:t>
            </a:r>
          </a:p>
        </p:txBody>
      </p:sp>
      <p:sp>
        <p:nvSpPr>
          <p:cNvPr id="325" name="TextBox 31"/>
          <p:cNvSpPr txBox="1"/>
          <p:nvPr/>
        </p:nvSpPr>
        <p:spPr>
          <a:xfrm>
            <a:off x="216126" y="12245893"/>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Durft de speler veel acties te maken, of zijn tegenstander op te zoeken?</a:t>
            </a:r>
          </a:p>
        </p:txBody>
      </p:sp>
      <p:sp>
        <p:nvSpPr>
          <p:cNvPr id="326" name="TextBox 31"/>
          <p:cNvSpPr txBox="1"/>
          <p:nvPr/>
        </p:nvSpPr>
        <p:spPr>
          <a:xfrm>
            <a:off x="216126" y="12611734"/>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Durft de speler een bepaalde actie te ondernemen nadat het eens fout is gegaan?</a:t>
            </a:r>
          </a:p>
        </p:txBody>
      </p:sp>
      <p:sp>
        <p:nvSpPr>
          <p:cNvPr id="327" name="TextBox 31"/>
          <p:cNvSpPr txBox="1"/>
          <p:nvPr/>
        </p:nvSpPr>
        <p:spPr>
          <a:xfrm>
            <a:off x="216126" y="12977574"/>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tegenstanders verrassen met een bepaalde actie of pass?</a:t>
            </a:r>
          </a:p>
        </p:txBody>
      </p:sp>
      <p:sp>
        <p:nvSpPr>
          <p:cNvPr id="328" name="TextBox 31"/>
          <p:cNvSpPr txBox="1"/>
          <p:nvPr/>
        </p:nvSpPr>
        <p:spPr>
          <a:xfrm>
            <a:off x="216126" y="13339449"/>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Speelt de speler vrijuit? Krijgt hij in zijn huidige team veel vrijheid om creatieve oplossingen te bedenken / uit te voeren?</a:t>
            </a:r>
          </a:p>
        </p:txBody>
      </p:sp>
      <p:sp>
        <p:nvSpPr>
          <p:cNvPr id="32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mina">
    <p:spTree>
      <p:nvGrpSpPr>
        <p:cNvPr id="1" name=""/>
        <p:cNvGrpSpPr/>
        <p:nvPr/>
      </p:nvGrpSpPr>
      <p:grpSpPr>
        <a:xfrm>
          <a:off x="0" y="0"/>
          <a:ext cx="0" cy="0"/>
          <a:chOff x="0" y="0"/>
          <a:chExt cx="0" cy="0"/>
        </a:xfrm>
      </p:grpSpPr>
      <p:pic>
        <p:nvPicPr>
          <p:cNvPr id="336"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337" name="Rechthoek"/>
          <p:cNvSpPr/>
          <p:nvPr/>
        </p:nvSpPr>
        <p:spPr>
          <a:xfrm>
            <a:off x="15046191" y="1611452"/>
            <a:ext cx="9226948" cy="11848373"/>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38" name="Rechthoek"/>
          <p:cNvSpPr/>
          <p:nvPr/>
        </p:nvSpPr>
        <p:spPr>
          <a:xfrm>
            <a:off x="15148441" y="2254072"/>
            <a:ext cx="9000918" cy="11087107"/>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39"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40"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341" name="Uithoudingsvermogen"/>
          <p:cNvSpPr txBox="1"/>
          <p:nvPr/>
        </p:nvSpPr>
        <p:spPr>
          <a:xfrm>
            <a:off x="303013" y="49765"/>
            <a:ext cx="9226948"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900">
                <a:solidFill>
                  <a:srgbClr val="FFFFFF"/>
                </a:solidFill>
                <a:uFill>
                  <a:solidFill>
                    <a:srgbClr val="525252"/>
                  </a:solidFill>
                </a:uFill>
                <a:latin typeface="Century Gothic"/>
                <a:ea typeface="Century Gothic"/>
                <a:cs typeface="Century Gothic"/>
                <a:sym typeface="Century Gothic"/>
              </a:defRPr>
            </a:lvl1pPr>
          </a:lstStyle>
          <a:p>
            <a:pPr/>
            <a:r>
              <a:t>Uithoudingsvermogen</a:t>
            </a:r>
          </a:p>
        </p:txBody>
      </p:sp>
      <p:sp>
        <p:nvSpPr>
          <p:cNvPr id="342" name="TextBox 31"/>
          <p:cNvSpPr txBox="1"/>
          <p:nvPr/>
        </p:nvSpPr>
        <p:spPr>
          <a:xfrm>
            <a:off x="211893" y="11400227"/>
            <a:ext cx="9813217"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aan het eind van de wedstrijd minimaal hetzelfde opbrengen in intensiteit en acties (min 80-90) op ons niveau?</a:t>
            </a:r>
          </a:p>
        </p:txBody>
      </p:sp>
      <p:sp>
        <p:nvSpPr>
          <p:cNvPr id="343" name="TextBox 31"/>
          <p:cNvSpPr txBox="1"/>
          <p:nvPr/>
        </p:nvSpPr>
        <p:spPr>
          <a:xfrm>
            <a:off x="211893" y="12187954"/>
            <a:ext cx="8459056"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Aankaarten op welk niveau de speler het nu uitvoert.</a:t>
            </a:r>
          </a:p>
        </p:txBody>
      </p:sp>
      <p:sp>
        <p:nvSpPr>
          <p:cNvPr id="344" name="TextBox 20"/>
          <p:cNvSpPr txBox="1"/>
          <p:nvPr/>
        </p:nvSpPr>
        <p:spPr>
          <a:xfrm>
            <a:off x="378837" y="10843571"/>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345" name="Lijn"/>
          <p:cNvSpPr/>
          <p:nvPr/>
        </p:nvSpPr>
        <p:spPr>
          <a:xfrm>
            <a:off x="399710" y="11158600"/>
            <a:ext cx="3084727" cy="1"/>
          </a:xfrm>
          <a:prstGeom prst="line">
            <a:avLst/>
          </a:prstGeom>
          <a:ln w="25400">
            <a:solidFill>
              <a:srgbClr val="000000"/>
            </a:solidFill>
            <a:miter lim="400000"/>
          </a:ln>
        </p:spPr>
        <p:txBody>
          <a:bodyPr lIns="50800" tIns="50800" rIns="50800" bIns="50800" anchor="ctr"/>
          <a:lstStyle/>
          <a:p>
            <a:pPr/>
          </a:p>
        </p:txBody>
      </p:sp>
      <p:sp>
        <p:nvSpPr>
          <p:cNvPr id="346" name="Freeform 7"/>
          <p:cNvSpPr/>
          <p:nvPr/>
        </p:nvSpPr>
        <p:spPr>
          <a:xfrm>
            <a:off x="9699178" y="97569"/>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47" name="TextBox 30"/>
          <p:cNvSpPr txBox="1"/>
          <p:nvPr/>
        </p:nvSpPr>
        <p:spPr>
          <a:xfrm>
            <a:off x="9669664" y="354565"/>
            <a:ext cx="681886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000">
                <a:solidFill>
                  <a:srgbClr val="173883"/>
                </a:solidFill>
                <a:uFill>
                  <a:solidFill>
                    <a:srgbClr val="525252"/>
                  </a:solidFill>
                </a:uFill>
                <a:latin typeface="Century Gothic"/>
                <a:ea typeface="Century Gothic"/>
                <a:cs typeface="Century Gothic"/>
                <a:sym typeface="Century Gothic"/>
              </a:defRPr>
            </a:lvl1pPr>
          </a:lstStyle>
          <a:p>
            <a:pPr/>
            <a:r>
              <a:t>“Volhouden van de positie specifieke voetbalacties”</a:t>
            </a:r>
          </a:p>
        </p:txBody>
      </p:sp>
      <p:sp>
        <p:nvSpPr>
          <p:cNvPr id="348"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werplay">
    <p:spTree>
      <p:nvGrpSpPr>
        <p:cNvPr id="1" name=""/>
        <p:cNvGrpSpPr/>
        <p:nvPr/>
      </p:nvGrpSpPr>
      <p:grpSpPr>
        <a:xfrm>
          <a:off x="0" y="0"/>
          <a:ext cx="0" cy="0"/>
          <a:chOff x="0" y="0"/>
          <a:chExt cx="0" cy="0"/>
        </a:xfrm>
      </p:grpSpPr>
      <p:pic>
        <p:nvPicPr>
          <p:cNvPr id="355"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356" name="Rechthoek"/>
          <p:cNvSpPr/>
          <p:nvPr/>
        </p:nvSpPr>
        <p:spPr>
          <a:xfrm>
            <a:off x="15046191" y="1611452"/>
            <a:ext cx="9226948" cy="11848373"/>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57" name="Rechthoek"/>
          <p:cNvSpPr/>
          <p:nvPr/>
        </p:nvSpPr>
        <p:spPr>
          <a:xfrm>
            <a:off x="15148441" y="2254072"/>
            <a:ext cx="9000918" cy="11087107"/>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58"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59"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360" name="Duelkracht"/>
          <p:cNvSpPr txBox="1"/>
          <p:nvPr/>
        </p:nvSpPr>
        <p:spPr>
          <a:xfrm>
            <a:off x="303013" y="49765"/>
            <a:ext cx="22098604"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900">
                <a:solidFill>
                  <a:srgbClr val="FFFFFF"/>
                </a:solidFill>
                <a:uFill>
                  <a:solidFill>
                    <a:srgbClr val="525252"/>
                  </a:solidFill>
                </a:uFill>
                <a:latin typeface="Century Gothic"/>
                <a:ea typeface="Century Gothic"/>
                <a:cs typeface="Century Gothic"/>
                <a:sym typeface="Century Gothic"/>
              </a:defRPr>
            </a:lvl1pPr>
          </a:lstStyle>
          <a:p>
            <a:pPr/>
            <a:r>
              <a:t>Duelkracht</a:t>
            </a:r>
          </a:p>
        </p:txBody>
      </p:sp>
      <p:sp>
        <p:nvSpPr>
          <p:cNvPr id="361" name="TextBox 31"/>
          <p:cNvSpPr txBox="1"/>
          <p:nvPr/>
        </p:nvSpPr>
        <p:spPr>
          <a:xfrm>
            <a:off x="211893" y="11400227"/>
            <a:ext cx="9813217"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Op welke manier gebruikt de speler zijn lichaam, en hoe is zijn timing hierbij?</a:t>
            </a:r>
          </a:p>
        </p:txBody>
      </p:sp>
      <p:sp>
        <p:nvSpPr>
          <p:cNvPr id="362" name="TextBox 31"/>
          <p:cNvSpPr txBox="1"/>
          <p:nvPr/>
        </p:nvSpPr>
        <p:spPr>
          <a:xfrm>
            <a:off x="211893" y="11890643"/>
            <a:ext cx="8459056"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Is de speler op tijd in duel?</a:t>
            </a:r>
          </a:p>
        </p:txBody>
      </p:sp>
      <p:sp>
        <p:nvSpPr>
          <p:cNvPr id="363" name="TextBox 31"/>
          <p:cNvSpPr txBox="1"/>
          <p:nvPr/>
        </p:nvSpPr>
        <p:spPr>
          <a:xfrm>
            <a:off x="211893" y="12381061"/>
            <a:ext cx="845905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Wat is de uitkomst van een duel / meerdere duels?</a:t>
            </a:r>
          </a:p>
        </p:txBody>
      </p:sp>
      <p:sp>
        <p:nvSpPr>
          <p:cNvPr id="364" name="TextBox 31"/>
          <p:cNvSpPr txBox="1"/>
          <p:nvPr/>
        </p:nvSpPr>
        <p:spPr>
          <a:xfrm>
            <a:off x="211893" y="12941037"/>
            <a:ext cx="845905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Hoe vaak speelt de speler een duel?</a:t>
            </a:r>
          </a:p>
        </p:txBody>
      </p:sp>
      <p:sp>
        <p:nvSpPr>
          <p:cNvPr id="365" name="TextBox 20"/>
          <p:cNvSpPr txBox="1"/>
          <p:nvPr/>
        </p:nvSpPr>
        <p:spPr>
          <a:xfrm>
            <a:off x="378837" y="10843571"/>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366" name="Lijn"/>
          <p:cNvSpPr/>
          <p:nvPr/>
        </p:nvSpPr>
        <p:spPr>
          <a:xfrm>
            <a:off x="399710" y="11158600"/>
            <a:ext cx="3084727" cy="1"/>
          </a:xfrm>
          <a:prstGeom prst="line">
            <a:avLst/>
          </a:prstGeom>
          <a:ln w="25400">
            <a:solidFill>
              <a:srgbClr val="000000"/>
            </a:solidFill>
            <a:miter lim="400000"/>
          </a:ln>
        </p:spPr>
        <p:txBody>
          <a:bodyPr lIns="50800" tIns="50800" rIns="50800" bIns="50800" anchor="ctr"/>
          <a:lstStyle/>
          <a:p>
            <a:pPr/>
          </a:p>
        </p:txBody>
      </p:sp>
      <p:sp>
        <p:nvSpPr>
          <p:cNvPr id="367"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68" name="TextBox 30"/>
          <p:cNvSpPr txBox="1"/>
          <p:nvPr/>
        </p:nvSpPr>
        <p:spPr>
          <a:xfrm>
            <a:off x="8018664" y="202165"/>
            <a:ext cx="6818864"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000">
                <a:solidFill>
                  <a:srgbClr val="173883"/>
                </a:solidFill>
                <a:uFill>
                  <a:solidFill>
                    <a:srgbClr val="525252"/>
                  </a:solidFill>
                </a:uFill>
                <a:latin typeface="Century Gothic"/>
                <a:ea typeface="Century Gothic"/>
                <a:cs typeface="Century Gothic"/>
                <a:sym typeface="Century Gothic"/>
              </a:defRPr>
            </a:lvl1pPr>
          </a:lstStyle>
          <a:p>
            <a:pPr/>
            <a:r>
              <a:t>“Geslaagde pogingen om de bal te winnen / behouden in fysieke duels”</a:t>
            </a:r>
          </a:p>
        </p:txBody>
      </p:sp>
      <p:sp>
        <p:nvSpPr>
          <p:cNvPr id="36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peed">
    <p:spTree>
      <p:nvGrpSpPr>
        <p:cNvPr id="1" name=""/>
        <p:cNvGrpSpPr/>
        <p:nvPr/>
      </p:nvGrpSpPr>
      <p:grpSpPr>
        <a:xfrm>
          <a:off x="0" y="0"/>
          <a:ext cx="0" cy="0"/>
          <a:chOff x="0" y="0"/>
          <a:chExt cx="0" cy="0"/>
        </a:xfrm>
      </p:grpSpPr>
      <p:pic>
        <p:nvPicPr>
          <p:cNvPr id="376"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377" name="Rechthoek"/>
          <p:cNvSpPr/>
          <p:nvPr/>
        </p:nvSpPr>
        <p:spPr>
          <a:xfrm>
            <a:off x="15046191" y="1611452"/>
            <a:ext cx="9226948" cy="11848373"/>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78" name="Rechthoek"/>
          <p:cNvSpPr/>
          <p:nvPr/>
        </p:nvSpPr>
        <p:spPr>
          <a:xfrm>
            <a:off x="15148441" y="2254072"/>
            <a:ext cx="9000918" cy="11087107"/>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79"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80"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381" name="Snelheid"/>
          <p:cNvSpPr txBox="1"/>
          <p:nvPr/>
        </p:nvSpPr>
        <p:spPr>
          <a:xfrm>
            <a:off x="303013" y="49765"/>
            <a:ext cx="22098604"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900">
                <a:solidFill>
                  <a:srgbClr val="FFFFFF"/>
                </a:solidFill>
                <a:uFill>
                  <a:solidFill>
                    <a:srgbClr val="525252"/>
                  </a:solidFill>
                </a:uFill>
                <a:latin typeface="Century Gothic"/>
                <a:ea typeface="Century Gothic"/>
                <a:cs typeface="Century Gothic"/>
                <a:sym typeface="Century Gothic"/>
              </a:defRPr>
            </a:lvl1pPr>
          </a:lstStyle>
          <a:p>
            <a:pPr/>
            <a:r>
              <a:t>Snelheid</a:t>
            </a:r>
          </a:p>
        </p:txBody>
      </p:sp>
      <p:sp>
        <p:nvSpPr>
          <p:cNvPr id="382" name="TextBox 31"/>
          <p:cNvSpPr txBox="1"/>
          <p:nvPr/>
        </p:nvSpPr>
        <p:spPr>
          <a:xfrm>
            <a:off x="211893" y="11190437"/>
            <a:ext cx="8555719"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(weg)versnellen in een sprint? </a:t>
            </a:r>
          </a:p>
        </p:txBody>
      </p:sp>
      <p:sp>
        <p:nvSpPr>
          <p:cNvPr id="383" name="TextBox 31"/>
          <p:cNvSpPr txBox="1"/>
          <p:nvPr/>
        </p:nvSpPr>
        <p:spPr>
          <a:xfrm>
            <a:off x="211893" y="11611296"/>
            <a:ext cx="8459056"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Wat is de frequentie van passen en de paslengte? Hoge frequentie &amp; Hoge paslengte: goede snelheid.</a:t>
            </a:r>
          </a:p>
        </p:txBody>
      </p:sp>
      <p:sp>
        <p:nvSpPr>
          <p:cNvPr id="384" name="TextBox 31"/>
          <p:cNvSpPr txBox="1"/>
          <p:nvPr/>
        </p:nvSpPr>
        <p:spPr>
          <a:xfrm>
            <a:off x="211893" y="12272288"/>
            <a:ext cx="845905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het over grote en/of kleine afstanden?</a:t>
            </a:r>
          </a:p>
        </p:txBody>
      </p:sp>
      <p:sp>
        <p:nvSpPr>
          <p:cNvPr id="385" name="TextBox 31"/>
          <p:cNvSpPr txBox="1"/>
          <p:nvPr/>
        </p:nvSpPr>
        <p:spPr>
          <a:xfrm>
            <a:off x="211893" y="12731247"/>
            <a:ext cx="845905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Is de speler bewust van zijn snelheid?</a:t>
            </a:r>
          </a:p>
        </p:txBody>
      </p:sp>
      <p:sp>
        <p:nvSpPr>
          <p:cNvPr id="386" name="TextBox 20"/>
          <p:cNvSpPr txBox="1"/>
          <p:nvPr/>
        </p:nvSpPr>
        <p:spPr>
          <a:xfrm>
            <a:off x="378837" y="10843571"/>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387" name="Lijn"/>
          <p:cNvSpPr/>
          <p:nvPr/>
        </p:nvSpPr>
        <p:spPr>
          <a:xfrm>
            <a:off x="399710" y="11158600"/>
            <a:ext cx="3084727" cy="1"/>
          </a:xfrm>
          <a:prstGeom prst="line">
            <a:avLst/>
          </a:prstGeom>
          <a:ln w="25400">
            <a:solidFill>
              <a:srgbClr val="000000"/>
            </a:solidFill>
            <a:miter lim="400000"/>
          </a:ln>
        </p:spPr>
        <p:txBody>
          <a:bodyPr lIns="50800" tIns="50800" rIns="50800" bIns="50800" anchor="ctr"/>
          <a:lstStyle/>
          <a:p>
            <a:pPr/>
          </a:p>
        </p:txBody>
      </p:sp>
      <p:sp>
        <p:nvSpPr>
          <p:cNvPr id="388"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389" name="TextBox 30"/>
          <p:cNvSpPr txBox="1"/>
          <p:nvPr/>
        </p:nvSpPr>
        <p:spPr>
          <a:xfrm>
            <a:off x="8018664" y="202165"/>
            <a:ext cx="6818864"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000">
                <a:solidFill>
                  <a:srgbClr val="173883"/>
                </a:solidFill>
                <a:uFill>
                  <a:solidFill>
                    <a:srgbClr val="525252"/>
                  </a:solidFill>
                </a:uFill>
                <a:latin typeface="Century Gothic"/>
                <a:ea typeface="Century Gothic"/>
                <a:cs typeface="Century Gothic"/>
                <a:sym typeface="Century Gothic"/>
              </a:defRPr>
            </a:lvl1pPr>
          </a:lstStyle>
          <a:p>
            <a:pPr/>
            <a:r>
              <a:t>“Absolute snelheid zonder bal” “Snelheid in de acties met bal” “Startsnelheid”</a:t>
            </a:r>
          </a:p>
        </p:txBody>
      </p:sp>
      <p:sp>
        <p:nvSpPr>
          <p:cNvPr id="390"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ffensief positioning">
    <p:spTree>
      <p:nvGrpSpPr>
        <p:cNvPr id="1" name=""/>
        <p:cNvGrpSpPr/>
        <p:nvPr/>
      </p:nvGrpSpPr>
      <p:grpSpPr>
        <a:xfrm>
          <a:off x="0" y="0"/>
          <a:ext cx="0" cy="0"/>
          <a:chOff x="0" y="0"/>
          <a:chExt cx="0" cy="0"/>
        </a:xfrm>
      </p:grpSpPr>
      <p:pic>
        <p:nvPicPr>
          <p:cNvPr id="397"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398" name="Rechthoek"/>
          <p:cNvSpPr/>
          <p:nvPr/>
        </p:nvSpPr>
        <p:spPr>
          <a:xfrm>
            <a:off x="15046191" y="1611452"/>
            <a:ext cx="9226948" cy="11848373"/>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399" name="Rechthoek"/>
          <p:cNvSpPr/>
          <p:nvPr/>
        </p:nvSpPr>
        <p:spPr>
          <a:xfrm>
            <a:off x="15159206" y="2160202"/>
            <a:ext cx="9000918" cy="11087107"/>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00"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01"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402" name="Positie kiezen (A)"/>
          <p:cNvSpPr txBox="1"/>
          <p:nvPr/>
        </p:nvSpPr>
        <p:spPr>
          <a:xfrm>
            <a:off x="303013" y="138665"/>
            <a:ext cx="22098604" cy="774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000">
                <a:solidFill>
                  <a:srgbClr val="FFFFFF"/>
                </a:solidFill>
                <a:uFill>
                  <a:solidFill>
                    <a:srgbClr val="525252"/>
                  </a:solidFill>
                </a:uFill>
                <a:latin typeface="Century Gothic"/>
                <a:ea typeface="Century Gothic"/>
                <a:cs typeface="Century Gothic"/>
                <a:sym typeface="Century Gothic"/>
              </a:defRPr>
            </a:lvl1pPr>
          </a:lstStyle>
          <a:p>
            <a:pPr/>
            <a:r>
              <a:t>Positie kiezen (A)</a:t>
            </a:r>
          </a:p>
        </p:txBody>
      </p:sp>
      <p:sp>
        <p:nvSpPr>
          <p:cNvPr id="403" name="TextBox 20"/>
          <p:cNvSpPr txBox="1"/>
          <p:nvPr/>
        </p:nvSpPr>
        <p:spPr>
          <a:xfrm>
            <a:off x="378837" y="10843571"/>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404" name="Lijn"/>
          <p:cNvSpPr/>
          <p:nvPr/>
        </p:nvSpPr>
        <p:spPr>
          <a:xfrm>
            <a:off x="399710" y="11158600"/>
            <a:ext cx="3084727" cy="1"/>
          </a:xfrm>
          <a:prstGeom prst="line">
            <a:avLst/>
          </a:prstGeom>
          <a:ln w="25400">
            <a:solidFill>
              <a:srgbClr val="000000"/>
            </a:solidFill>
            <a:miter lim="400000"/>
          </a:ln>
        </p:spPr>
        <p:txBody>
          <a:bodyPr lIns="50800" tIns="50800" rIns="50800" bIns="50800" anchor="ctr"/>
          <a:lstStyle/>
          <a:p>
            <a:pPr/>
          </a:p>
        </p:txBody>
      </p:sp>
      <p:sp>
        <p:nvSpPr>
          <p:cNvPr id="405"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06" name="TextBox 30"/>
          <p:cNvSpPr txBox="1"/>
          <p:nvPr/>
        </p:nvSpPr>
        <p:spPr>
          <a:xfrm>
            <a:off x="8019243" y="214865"/>
            <a:ext cx="6817706"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1900">
                <a:solidFill>
                  <a:srgbClr val="173883"/>
                </a:solidFill>
                <a:uFill>
                  <a:solidFill>
                    <a:srgbClr val="525252"/>
                  </a:solidFill>
                </a:uFill>
                <a:latin typeface="Century Gothic"/>
                <a:ea typeface="Century Gothic"/>
                <a:cs typeface="Century Gothic"/>
                <a:sym typeface="Century Gothic"/>
              </a:defRPr>
            </a:lvl1pPr>
          </a:lstStyle>
          <a:p>
            <a:pPr/>
            <a:r>
              <a:t>“Passes ontvangen of geslaagde vrijloopacties voor teamgenoten in de halfspaces en/of final third</a:t>
            </a:r>
          </a:p>
        </p:txBody>
      </p:sp>
      <p:sp>
        <p:nvSpPr>
          <p:cNvPr id="407" name="TextBox 31"/>
          <p:cNvSpPr txBox="1"/>
          <p:nvPr/>
        </p:nvSpPr>
        <p:spPr>
          <a:xfrm>
            <a:off x="211893" y="11190437"/>
            <a:ext cx="1446014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Herkent / ziet de speler ruimtes om vrij te komen? Scant de speler?</a:t>
            </a:r>
          </a:p>
        </p:txBody>
      </p:sp>
      <p:sp>
        <p:nvSpPr>
          <p:cNvPr id="408" name="TextBox 31"/>
          <p:cNvSpPr txBox="1"/>
          <p:nvPr/>
        </p:nvSpPr>
        <p:spPr>
          <a:xfrm>
            <a:off x="211893" y="11459023"/>
            <a:ext cx="1462576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Ageert of reageert de speler op ruimtes die vallen?</a:t>
            </a:r>
          </a:p>
        </p:txBody>
      </p:sp>
      <p:sp>
        <p:nvSpPr>
          <p:cNvPr id="409" name="TextBox 31"/>
          <p:cNvSpPr txBox="1"/>
          <p:nvPr/>
        </p:nvSpPr>
        <p:spPr>
          <a:xfrm>
            <a:off x="211893" y="11753411"/>
            <a:ext cx="14625765"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Is de speler aanspeelbaar? Kan de speler weglopen van zijn tegenstander of staat hij in het gezichtsveld? Staat hij in een “driehoek of vierkant” van spelers waardoor hij geen directe mandekking heeft?</a:t>
            </a:r>
          </a:p>
        </p:txBody>
      </p:sp>
      <p:sp>
        <p:nvSpPr>
          <p:cNvPr id="410" name="TextBox 31"/>
          <p:cNvSpPr txBox="1"/>
          <p:nvPr/>
        </p:nvSpPr>
        <p:spPr>
          <a:xfrm>
            <a:off x="216126" y="12327199"/>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Herkent de speler waar hij een overload kan maken? Of herkent hij waar hij de “3e man” kan zijn?</a:t>
            </a:r>
          </a:p>
        </p:txBody>
      </p:sp>
      <p:sp>
        <p:nvSpPr>
          <p:cNvPr id="411" name="TextBox 31"/>
          <p:cNvSpPr txBox="1"/>
          <p:nvPr/>
        </p:nvSpPr>
        <p:spPr>
          <a:xfrm>
            <a:off x="211893" y="12635425"/>
            <a:ext cx="14726986"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roteren met medespelers op andere posities?</a:t>
            </a:r>
          </a:p>
        </p:txBody>
      </p:sp>
      <p:sp>
        <p:nvSpPr>
          <p:cNvPr id="412" name="TextBox 31"/>
          <p:cNvSpPr txBox="1"/>
          <p:nvPr/>
        </p:nvSpPr>
        <p:spPr>
          <a:xfrm>
            <a:off x="211893" y="12998067"/>
            <a:ext cx="14726986"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In rapporten: Tekenen van het gezichtsveld van een speler: waar kijkt hij naar?</a:t>
            </a:r>
          </a:p>
        </p:txBody>
      </p:sp>
      <p:sp>
        <p:nvSpPr>
          <p:cNvPr id="41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ribbling past opponents">
    <p:spTree>
      <p:nvGrpSpPr>
        <p:cNvPr id="1" name=""/>
        <p:cNvGrpSpPr/>
        <p:nvPr/>
      </p:nvGrpSpPr>
      <p:grpSpPr>
        <a:xfrm>
          <a:off x="0" y="0"/>
          <a:ext cx="0" cy="0"/>
          <a:chOff x="0" y="0"/>
          <a:chExt cx="0" cy="0"/>
        </a:xfrm>
      </p:grpSpPr>
      <p:pic>
        <p:nvPicPr>
          <p:cNvPr id="420"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15" y="-7597"/>
            <a:ext cx="24460170" cy="13731193"/>
          </a:xfrm>
          <a:prstGeom prst="rect">
            <a:avLst/>
          </a:prstGeom>
          <a:ln w="12700">
            <a:miter lim="400000"/>
          </a:ln>
        </p:spPr>
      </p:pic>
      <p:sp>
        <p:nvSpPr>
          <p:cNvPr id="421" name="Rechthoek"/>
          <p:cNvSpPr/>
          <p:nvPr/>
        </p:nvSpPr>
        <p:spPr>
          <a:xfrm>
            <a:off x="15046191" y="1611452"/>
            <a:ext cx="9226948" cy="11848373"/>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22" name="Rechthoek"/>
          <p:cNvSpPr/>
          <p:nvPr/>
        </p:nvSpPr>
        <p:spPr>
          <a:xfrm>
            <a:off x="15159206" y="2160202"/>
            <a:ext cx="9000918" cy="11087107"/>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23" name="Rechthoek"/>
          <p:cNvSpPr/>
          <p:nvPr/>
        </p:nvSpPr>
        <p:spPr>
          <a:xfrm>
            <a:off x="-381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24"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425" name="Voorbijspelen tegenstander"/>
          <p:cNvSpPr txBox="1"/>
          <p:nvPr/>
        </p:nvSpPr>
        <p:spPr>
          <a:xfrm>
            <a:off x="303013" y="202165"/>
            <a:ext cx="8631643"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300">
                <a:solidFill>
                  <a:srgbClr val="FFFFFF"/>
                </a:solidFill>
                <a:uFill>
                  <a:solidFill>
                    <a:srgbClr val="525252"/>
                  </a:solidFill>
                </a:uFill>
                <a:latin typeface="Century Gothic"/>
                <a:ea typeface="Century Gothic"/>
                <a:cs typeface="Century Gothic"/>
                <a:sym typeface="Century Gothic"/>
              </a:defRPr>
            </a:lvl1pPr>
          </a:lstStyle>
          <a:p>
            <a:pPr/>
            <a:r>
              <a:t>Voorbijspelen tegenstander</a:t>
            </a:r>
          </a:p>
        </p:txBody>
      </p:sp>
      <p:sp>
        <p:nvSpPr>
          <p:cNvPr id="426" name="TextBox 20"/>
          <p:cNvSpPr txBox="1"/>
          <p:nvPr/>
        </p:nvSpPr>
        <p:spPr>
          <a:xfrm>
            <a:off x="378837" y="10843571"/>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427" name="Lijn"/>
          <p:cNvSpPr/>
          <p:nvPr/>
        </p:nvSpPr>
        <p:spPr>
          <a:xfrm>
            <a:off x="399710" y="11158600"/>
            <a:ext cx="3084727" cy="1"/>
          </a:xfrm>
          <a:prstGeom prst="line">
            <a:avLst/>
          </a:prstGeom>
          <a:ln w="25400">
            <a:solidFill>
              <a:srgbClr val="000000"/>
            </a:solidFill>
            <a:miter lim="400000"/>
          </a:ln>
        </p:spPr>
        <p:txBody>
          <a:bodyPr lIns="50800" tIns="50800" rIns="50800" bIns="50800" anchor="ctr"/>
          <a:lstStyle/>
          <a:p>
            <a:pPr/>
          </a:p>
        </p:txBody>
      </p:sp>
      <p:sp>
        <p:nvSpPr>
          <p:cNvPr id="428" name="Freeform 7"/>
          <p:cNvSpPr/>
          <p:nvPr/>
        </p:nvSpPr>
        <p:spPr>
          <a:xfrm>
            <a:off x="8850197" y="122969"/>
            <a:ext cx="6759837"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29" name="TextBox 30"/>
          <p:cNvSpPr txBox="1"/>
          <p:nvPr/>
        </p:nvSpPr>
        <p:spPr>
          <a:xfrm>
            <a:off x="8783147" y="242805"/>
            <a:ext cx="6817706" cy="5791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spcBef>
                <a:spcPts val="0"/>
              </a:spcBef>
              <a:defRPr sz="2000">
                <a:solidFill>
                  <a:srgbClr val="173883"/>
                </a:solidFill>
                <a:uFill>
                  <a:solidFill>
                    <a:srgbClr val="525252"/>
                  </a:solidFill>
                </a:uFill>
                <a:latin typeface="Century Gothic"/>
                <a:ea typeface="Century Gothic"/>
                <a:cs typeface="Century Gothic"/>
                <a:sym typeface="Century Gothic"/>
              </a:defRPr>
            </a:lvl1pPr>
          </a:lstStyle>
          <a:p>
            <a:pPr/>
            <a:r>
              <a:t>“Pogingen om tegenstanders voorbij te spelen met een passeeractie of een 1-2 combinatie”</a:t>
            </a:r>
          </a:p>
        </p:txBody>
      </p:sp>
      <p:sp>
        <p:nvSpPr>
          <p:cNvPr id="430" name="TextBox 31"/>
          <p:cNvSpPr txBox="1"/>
          <p:nvPr/>
        </p:nvSpPr>
        <p:spPr>
          <a:xfrm>
            <a:off x="211893" y="11190437"/>
            <a:ext cx="1446014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Kan de speler een tegenstander voorbij spelen door zijn wendbaarheid of schijnbewegingen? </a:t>
            </a:r>
          </a:p>
        </p:txBody>
      </p:sp>
      <p:sp>
        <p:nvSpPr>
          <p:cNvPr id="431" name="TextBox 31"/>
          <p:cNvSpPr txBox="1"/>
          <p:nvPr/>
        </p:nvSpPr>
        <p:spPr>
          <a:xfrm>
            <a:off x="211893" y="11547216"/>
            <a:ext cx="1462576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Zet de speler de beweging op het juiste moment in?</a:t>
            </a:r>
          </a:p>
        </p:txBody>
      </p:sp>
      <p:sp>
        <p:nvSpPr>
          <p:cNvPr id="432" name="TextBox 31"/>
          <p:cNvSpPr txBox="1"/>
          <p:nvPr/>
        </p:nvSpPr>
        <p:spPr>
          <a:xfrm>
            <a:off x="211893" y="11880053"/>
            <a:ext cx="1462576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Of kan de speler in de combinatie vrij komen na een kaats?</a:t>
            </a:r>
          </a:p>
        </p:txBody>
      </p:sp>
      <p:sp>
        <p:nvSpPr>
          <p:cNvPr id="433" name="TextBox 31"/>
          <p:cNvSpPr txBox="1"/>
          <p:nvPr/>
        </p:nvSpPr>
        <p:spPr>
          <a:xfrm>
            <a:off x="216126" y="12245893"/>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Passeert de speler graag buitenom of binnendoor? Of heeft speler beide mogelijkheden?</a:t>
            </a:r>
          </a:p>
        </p:txBody>
      </p:sp>
      <p:sp>
        <p:nvSpPr>
          <p:cNvPr id="434" name="TextBox 31"/>
          <p:cNvSpPr txBox="1"/>
          <p:nvPr/>
        </p:nvSpPr>
        <p:spPr>
          <a:xfrm>
            <a:off x="216126" y="12611734"/>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Kwantiteit, durft de speler ook zijn tegenstander op te zoeken? Hoe vaker hoe beter.</a:t>
            </a:r>
          </a:p>
        </p:txBody>
      </p:sp>
      <p:sp>
        <p:nvSpPr>
          <p:cNvPr id="435" name="TextBox 31"/>
          <p:cNvSpPr txBox="1"/>
          <p:nvPr/>
        </p:nvSpPr>
        <p:spPr>
          <a:xfrm>
            <a:off x="216126" y="12977574"/>
            <a:ext cx="1422049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419100" indent="-228600" defTabSz="1285875">
              <a:lnSpc>
                <a:spcPct val="100000"/>
              </a:lnSpc>
              <a:spcBef>
                <a:spcPts val="0"/>
              </a:spcBef>
              <a:buSzPct val="100000"/>
              <a:buFont typeface="Arial"/>
              <a:buChar char="•"/>
              <a:defRPr sz="1800">
                <a:uFill>
                  <a:solidFill>
                    <a:srgbClr val="525252"/>
                  </a:solidFill>
                </a:uFill>
                <a:latin typeface="Century Gothic"/>
                <a:ea typeface="Century Gothic"/>
                <a:cs typeface="Century Gothic"/>
                <a:sym typeface="Century Gothic"/>
              </a:defRPr>
            </a:pPr>
            <a:r>
              <a:t>De speler beoordelen op de uitkomst (komt hij tot een voorzet, schot, steekpass na zijn actie).</a:t>
            </a:r>
          </a:p>
        </p:txBody>
      </p:sp>
      <p:sp>
        <p:nvSpPr>
          <p:cNvPr id="436"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ensief positioning">
    <p:spTree>
      <p:nvGrpSpPr>
        <p:cNvPr id="1" name=""/>
        <p:cNvGrpSpPr/>
        <p:nvPr/>
      </p:nvGrpSpPr>
      <p:grpSpPr>
        <a:xfrm>
          <a:off x="0" y="0"/>
          <a:ext cx="0" cy="0"/>
          <a:chOff x="0" y="0"/>
          <a:chExt cx="0" cy="0"/>
        </a:xfrm>
      </p:grpSpPr>
      <p:pic>
        <p:nvPicPr>
          <p:cNvPr id="443"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444"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45"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446" name="Positie kiezen (V)"/>
          <p:cNvSpPr txBox="1"/>
          <p:nvPr/>
        </p:nvSpPr>
        <p:spPr>
          <a:xfrm>
            <a:off x="303013" y="138665"/>
            <a:ext cx="22098604" cy="774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000">
                <a:solidFill>
                  <a:srgbClr val="FFFFFF"/>
                </a:solidFill>
                <a:uFill>
                  <a:solidFill>
                    <a:srgbClr val="525252"/>
                  </a:solidFill>
                </a:uFill>
                <a:latin typeface="Century Gothic"/>
                <a:ea typeface="Century Gothic"/>
                <a:cs typeface="Century Gothic"/>
                <a:sym typeface="Century Gothic"/>
              </a:defRPr>
            </a:lvl1pPr>
          </a:lstStyle>
          <a:p>
            <a:pPr/>
            <a:r>
              <a:t>Positie kiezen (V)</a:t>
            </a:r>
          </a:p>
        </p:txBody>
      </p:sp>
      <p:sp>
        <p:nvSpPr>
          <p:cNvPr id="447" name="TextBox 20"/>
          <p:cNvSpPr txBox="1"/>
          <p:nvPr/>
        </p:nvSpPr>
        <p:spPr>
          <a:xfrm>
            <a:off x="18614235" y="1632357"/>
            <a:ext cx="539020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448" name="Lijn"/>
          <p:cNvSpPr/>
          <p:nvPr/>
        </p:nvSpPr>
        <p:spPr>
          <a:xfrm>
            <a:off x="18635107" y="1947386"/>
            <a:ext cx="3084727" cy="1"/>
          </a:xfrm>
          <a:prstGeom prst="line">
            <a:avLst/>
          </a:prstGeom>
          <a:ln w="25400">
            <a:solidFill>
              <a:srgbClr val="000000"/>
            </a:solidFill>
            <a:miter lim="400000"/>
          </a:ln>
        </p:spPr>
        <p:txBody>
          <a:bodyPr lIns="50800" tIns="50800" rIns="50800" bIns="50800" anchor="ctr"/>
          <a:lstStyle/>
          <a:p>
            <a:pPr/>
          </a:p>
        </p:txBody>
      </p:sp>
      <p:sp>
        <p:nvSpPr>
          <p:cNvPr id="449"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50" name="TextBox 30"/>
          <p:cNvSpPr txBox="1"/>
          <p:nvPr/>
        </p:nvSpPr>
        <p:spPr>
          <a:xfrm>
            <a:off x="8019243" y="115805"/>
            <a:ext cx="6817706" cy="782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spcBef>
                <a:spcPts val="0"/>
              </a:spcBef>
              <a:defRPr sz="1800">
                <a:solidFill>
                  <a:srgbClr val="173883"/>
                </a:solidFill>
                <a:uFill>
                  <a:solidFill>
                    <a:srgbClr val="525252"/>
                  </a:solidFill>
                </a:uFill>
                <a:latin typeface="Century Gothic"/>
                <a:ea typeface="Century Gothic"/>
                <a:cs typeface="Century Gothic"/>
                <a:sym typeface="Century Gothic"/>
              </a:defRPr>
            </a:lvl1pPr>
          </a:lstStyle>
          <a:p>
            <a:pPr/>
            <a:r>
              <a:t>“Voorkomen van doelpogingen of potentieel gevaar (voorzet, dribbel, pass of schot) van de tegenstander d.m.v. de positiekeuze”</a:t>
            </a:r>
          </a:p>
        </p:txBody>
      </p:sp>
      <p:sp>
        <p:nvSpPr>
          <p:cNvPr id="451" name="Rechthoek"/>
          <p:cNvSpPr/>
          <p:nvPr/>
        </p:nvSpPr>
        <p:spPr>
          <a:xfrm>
            <a:off x="18499946" y="5188395"/>
            <a:ext cx="5796572" cy="8334712"/>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52" name="."/>
          <p:cNvSpPr/>
          <p:nvPr/>
        </p:nvSpPr>
        <p:spPr>
          <a:xfrm>
            <a:off x="18612961" y="5810412"/>
            <a:ext cx="5570542" cy="7560818"/>
          </a:xfrm>
          <a:prstGeom prst="rect">
            <a:avLst/>
          </a:prstGeom>
          <a:solidFill>
            <a:srgbClr val="D5D5D5"/>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lvl1pPr>
          </a:lstStyle>
          <a:p>
            <a:pPr/>
            <a:r>
              <a:t>.</a:t>
            </a:r>
          </a:p>
        </p:txBody>
      </p:sp>
      <p:sp>
        <p:nvSpPr>
          <p:cNvPr id="453" name="Man &amp; bal?…"/>
          <p:cNvSpPr txBox="1"/>
          <p:nvPr/>
        </p:nvSpPr>
        <p:spPr>
          <a:xfrm>
            <a:off x="18756351" y="2290079"/>
            <a:ext cx="3631159" cy="2540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457200" indent="-317500" defTabSz="457200">
              <a:lnSpc>
                <a:spcPct val="100000"/>
              </a:lnSpc>
              <a:spcBef>
                <a:spcPts val="0"/>
              </a:spcBef>
              <a:buClr>
                <a:srgbClr val="FFFFFF"/>
              </a:buClr>
              <a:buSzPct val="100000"/>
              <a:buFont typeface="Times Roman"/>
              <a:buChar char="•"/>
              <a:defRPr sz="2000">
                <a:latin typeface="Century Gothic"/>
                <a:ea typeface="Century Gothic"/>
                <a:cs typeface="Century Gothic"/>
                <a:sym typeface="Century Gothic"/>
              </a:defRPr>
            </a:pPr>
            <a:r>
              <a:t>Man &amp; bal?</a:t>
            </a:r>
          </a:p>
          <a:p>
            <a:pPr marL="457200" indent="-317500" defTabSz="457200">
              <a:lnSpc>
                <a:spcPct val="100000"/>
              </a:lnSpc>
              <a:spcBef>
                <a:spcPts val="0"/>
              </a:spcBef>
              <a:buClr>
                <a:srgbClr val="FFFFFF"/>
              </a:buClr>
              <a:buSzPct val="100000"/>
              <a:buFont typeface="Times Roman"/>
              <a:buChar char="•"/>
              <a:defRPr sz="2000">
                <a:latin typeface="Century Gothic"/>
                <a:ea typeface="Century Gothic"/>
                <a:cs typeface="Century Gothic"/>
                <a:sym typeface="Century Gothic"/>
              </a:defRPr>
            </a:pPr>
            <a:r>
              <a:t>Lichaamspositie</a:t>
            </a:r>
          </a:p>
          <a:p>
            <a:pPr marL="457200" indent="-317500" defTabSz="457200">
              <a:lnSpc>
                <a:spcPct val="100000"/>
              </a:lnSpc>
              <a:spcBef>
                <a:spcPts val="0"/>
              </a:spcBef>
              <a:buClr>
                <a:srgbClr val="FFFFFF"/>
              </a:buClr>
              <a:buSzPct val="100000"/>
              <a:buFont typeface="Times Roman"/>
              <a:buChar char="•"/>
              <a:defRPr sz="2000">
                <a:latin typeface="Century Gothic"/>
                <a:ea typeface="Century Gothic"/>
                <a:cs typeface="Century Gothic"/>
                <a:sym typeface="Century Gothic"/>
              </a:defRPr>
            </a:pPr>
            <a:r>
              <a:t>Hoge of lage lijn?</a:t>
            </a:r>
          </a:p>
          <a:p>
            <a:pPr marL="457200" indent="-317500" defTabSz="457200">
              <a:lnSpc>
                <a:spcPct val="100000"/>
              </a:lnSpc>
              <a:spcBef>
                <a:spcPts val="0"/>
              </a:spcBef>
              <a:buClr>
                <a:srgbClr val="FFFFFF"/>
              </a:buClr>
              <a:buSzPct val="100000"/>
              <a:buFont typeface="Times Roman"/>
              <a:buChar char="•"/>
              <a:defRPr sz="2000">
                <a:latin typeface="Century Gothic"/>
                <a:ea typeface="Century Gothic"/>
                <a:cs typeface="Century Gothic"/>
                <a:sym typeface="Century Gothic"/>
              </a:defRPr>
            </a:pPr>
            <a:r>
              <a:t>Gevaarherkenning</a:t>
            </a:r>
          </a:p>
          <a:p>
            <a:pPr marL="457200" indent="-317500" defTabSz="457200">
              <a:lnSpc>
                <a:spcPct val="100000"/>
              </a:lnSpc>
              <a:spcBef>
                <a:spcPts val="0"/>
              </a:spcBef>
              <a:buClr>
                <a:srgbClr val="FFFFFF"/>
              </a:buClr>
              <a:buSzPct val="100000"/>
              <a:buFont typeface="Times Roman"/>
              <a:buChar char="•"/>
              <a:defRPr sz="2000">
                <a:latin typeface="Century Gothic"/>
                <a:ea typeface="Century Gothic"/>
                <a:cs typeface="Century Gothic"/>
                <a:sym typeface="Century Gothic"/>
              </a:defRPr>
            </a:pPr>
            <a:r>
              <a:t>Afstanden linies</a:t>
            </a:r>
          </a:p>
          <a:p>
            <a:pPr marL="457200" indent="-317500" defTabSz="457200">
              <a:lnSpc>
                <a:spcPct val="100000"/>
              </a:lnSpc>
              <a:spcBef>
                <a:spcPts val="0"/>
              </a:spcBef>
              <a:buClr>
                <a:srgbClr val="FFFFFF"/>
              </a:buClr>
              <a:buSzPct val="100000"/>
              <a:buFont typeface="Times Roman"/>
              <a:buChar char="•"/>
              <a:defRPr sz="2000">
                <a:solidFill>
                  <a:srgbClr val="FFFFFF"/>
                </a:solidFill>
                <a:latin typeface="Century Gothic"/>
                <a:ea typeface="Century Gothic"/>
                <a:cs typeface="Century Gothic"/>
                <a:sym typeface="Century Gothic"/>
              </a:defRPr>
            </a:pPr>
            <a:r>
              <a:rPr>
                <a:solidFill>
                  <a:srgbClr val="000000"/>
                </a:solidFill>
              </a:rPr>
              <a:t>Drukzetten / doordekken</a:t>
            </a:r>
            <a:endParaRPr>
              <a:solidFill>
                <a:srgbClr val="000000"/>
              </a:solidFill>
            </a:endParaRPr>
          </a:p>
          <a:p>
            <a:pPr marL="457200" indent="-317500" defTabSz="457200">
              <a:lnSpc>
                <a:spcPct val="100000"/>
              </a:lnSpc>
              <a:spcBef>
                <a:spcPts val="0"/>
              </a:spcBef>
              <a:buClr>
                <a:srgbClr val="FFFFFF"/>
              </a:buClr>
              <a:buSzPct val="100000"/>
              <a:buFont typeface="Times Roman"/>
              <a:buChar char="•"/>
              <a:defRPr sz="2000">
                <a:latin typeface="Century Gothic"/>
                <a:ea typeface="Century Gothic"/>
                <a:cs typeface="Century Gothic"/>
                <a:sym typeface="Century Gothic"/>
              </a:defRPr>
            </a:pPr>
            <a:r>
              <a:t>Lijnen dichtzetten</a:t>
            </a:r>
          </a:p>
          <a:p>
            <a:pPr marL="457200" indent="-317500" defTabSz="457200">
              <a:lnSpc>
                <a:spcPct val="100000"/>
              </a:lnSpc>
              <a:spcBef>
                <a:spcPts val="0"/>
              </a:spcBef>
              <a:buClr>
                <a:srgbClr val="FFFFFF"/>
              </a:buClr>
              <a:buSzPct val="100000"/>
              <a:buFont typeface="Times Roman"/>
              <a:buChar char="•"/>
              <a:defRPr sz="2000">
                <a:solidFill>
                  <a:srgbClr val="FFFFFF"/>
                </a:solidFill>
                <a:latin typeface="Century Gothic"/>
                <a:ea typeface="Century Gothic"/>
                <a:cs typeface="Century Gothic"/>
                <a:sym typeface="Century Gothic"/>
              </a:defRPr>
            </a:pPr>
            <a:r>
              <a:rPr>
                <a:solidFill>
                  <a:srgbClr val="000000"/>
                </a:solidFill>
              </a:rPr>
              <a:t>?</a:t>
            </a:r>
          </a:p>
        </p:txBody>
      </p:sp>
      <p:sp>
        <p:nvSpPr>
          <p:cNvPr id="45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assing">
    <p:spTree>
      <p:nvGrpSpPr>
        <p:cNvPr id="1" name=""/>
        <p:cNvGrpSpPr/>
        <p:nvPr/>
      </p:nvGrpSpPr>
      <p:grpSpPr>
        <a:xfrm>
          <a:off x="0" y="0"/>
          <a:ext cx="0" cy="0"/>
          <a:chOff x="0" y="0"/>
          <a:chExt cx="0" cy="0"/>
        </a:xfrm>
      </p:grpSpPr>
      <p:pic>
        <p:nvPicPr>
          <p:cNvPr id="461"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462" name="Rechthoek"/>
          <p:cNvSpPr/>
          <p:nvPr/>
        </p:nvSpPr>
        <p:spPr>
          <a:xfrm>
            <a:off x="18499946" y="5188395"/>
            <a:ext cx="5796572" cy="8334712"/>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63" name="."/>
          <p:cNvSpPr/>
          <p:nvPr/>
        </p:nvSpPr>
        <p:spPr>
          <a:xfrm>
            <a:off x="18612961" y="5810412"/>
            <a:ext cx="5570542" cy="7560818"/>
          </a:xfrm>
          <a:prstGeom prst="rect">
            <a:avLst/>
          </a:prstGeom>
          <a:solidFill>
            <a:srgbClr val="D5D5D5"/>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lvl1pPr>
          </a:lstStyle>
          <a:p>
            <a:pPr/>
            <a:r>
              <a:t>.</a:t>
            </a:r>
          </a:p>
        </p:txBody>
      </p:sp>
      <p:sp>
        <p:nvSpPr>
          <p:cNvPr id="464"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65"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466" name="Passing"/>
          <p:cNvSpPr txBox="1"/>
          <p:nvPr/>
        </p:nvSpPr>
        <p:spPr>
          <a:xfrm>
            <a:off x="303013" y="202165"/>
            <a:ext cx="22098604"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300">
                <a:solidFill>
                  <a:srgbClr val="FFFFFF"/>
                </a:solidFill>
                <a:uFill>
                  <a:solidFill>
                    <a:srgbClr val="525252"/>
                  </a:solidFill>
                </a:uFill>
                <a:latin typeface="Century Gothic"/>
                <a:ea typeface="Century Gothic"/>
                <a:cs typeface="Century Gothic"/>
                <a:sym typeface="Century Gothic"/>
              </a:defRPr>
            </a:lvl1pPr>
          </a:lstStyle>
          <a:p>
            <a:pPr/>
            <a:r>
              <a:t>Passing</a:t>
            </a:r>
          </a:p>
        </p:txBody>
      </p:sp>
      <p:sp>
        <p:nvSpPr>
          <p:cNvPr id="467" name="TextBox 20"/>
          <p:cNvSpPr txBox="1"/>
          <p:nvPr/>
        </p:nvSpPr>
        <p:spPr>
          <a:xfrm>
            <a:off x="18857202" y="1656969"/>
            <a:ext cx="334771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468" name="Lijn"/>
          <p:cNvSpPr/>
          <p:nvPr/>
        </p:nvSpPr>
        <p:spPr>
          <a:xfrm>
            <a:off x="18878075" y="2047391"/>
            <a:ext cx="3084727" cy="1"/>
          </a:xfrm>
          <a:prstGeom prst="line">
            <a:avLst/>
          </a:prstGeom>
          <a:ln w="25400">
            <a:solidFill>
              <a:srgbClr val="000000"/>
            </a:solidFill>
            <a:miter lim="400000"/>
          </a:ln>
        </p:spPr>
        <p:txBody>
          <a:bodyPr lIns="50800" tIns="50800" rIns="50800" bIns="50800" anchor="ctr"/>
          <a:lstStyle/>
          <a:p>
            <a:pPr/>
          </a:p>
        </p:txBody>
      </p:sp>
      <p:sp>
        <p:nvSpPr>
          <p:cNvPr id="469" name="Freeform 7"/>
          <p:cNvSpPr/>
          <p:nvPr/>
        </p:nvSpPr>
        <p:spPr>
          <a:xfrm>
            <a:off x="30443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70" name="TextBox 30"/>
          <p:cNvSpPr txBox="1"/>
          <p:nvPr/>
        </p:nvSpPr>
        <p:spPr>
          <a:xfrm>
            <a:off x="3015443" y="181210"/>
            <a:ext cx="6817706" cy="6515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defTabSz="1285875">
              <a:spcBef>
                <a:spcPts val="0"/>
              </a:spcBef>
              <a:defRPr sz="2200">
                <a:solidFill>
                  <a:srgbClr val="173883"/>
                </a:solidFill>
                <a:uFill>
                  <a:solidFill>
                    <a:srgbClr val="525252"/>
                  </a:solidFill>
                </a:uFill>
                <a:latin typeface="Century Gothic"/>
                <a:ea typeface="Century Gothic"/>
                <a:cs typeface="Century Gothic"/>
                <a:sym typeface="Century Gothic"/>
              </a:defRPr>
            </a:pPr>
            <a:r>
              <a:t>SHORT - “Passing korter dan 10-15m </a:t>
            </a:r>
          </a:p>
          <a:p>
            <a:pPr algn="ctr" defTabSz="1285875">
              <a:spcBef>
                <a:spcPts val="0"/>
              </a:spcBef>
              <a:defRPr sz="2200">
                <a:solidFill>
                  <a:srgbClr val="173883"/>
                </a:solidFill>
                <a:uFill>
                  <a:solidFill>
                    <a:srgbClr val="525252"/>
                  </a:solidFill>
                </a:uFill>
                <a:latin typeface="Century Gothic"/>
                <a:ea typeface="Century Gothic"/>
                <a:cs typeface="Century Gothic"/>
                <a:sym typeface="Century Gothic"/>
              </a:defRPr>
            </a:pPr>
            <a:r>
              <a:t>(onder druk tussen de linies)”</a:t>
            </a:r>
          </a:p>
        </p:txBody>
      </p:sp>
      <p:sp>
        <p:nvSpPr>
          <p:cNvPr id="471" name="Freeform 7"/>
          <p:cNvSpPr/>
          <p:nvPr/>
        </p:nvSpPr>
        <p:spPr>
          <a:xfrm>
            <a:off x="10071711" y="126324"/>
            <a:ext cx="6759837"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72" name="TextBox 30"/>
          <p:cNvSpPr txBox="1"/>
          <p:nvPr/>
        </p:nvSpPr>
        <p:spPr>
          <a:xfrm>
            <a:off x="10042776" y="335515"/>
            <a:ext cx="6817706"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spcBef>
                <a:spcPts val="0"/>
              </a:spcBef>
              <a:defRPr sz="2200">
                <a:solidFill>
                  <a:srgbClr val="173883"/>
                </a:solidFill>
                <a:uFill>
                  <a:solidFill>
                    <a:srgbClr val="525252"/>
                  </a:solidFill>
                </a:uFill>
                <a:latin typeface="Century Gothic"/>
                <a:ea typeface="Century Gothic"/>
                <a:cs typeface="Century Gothic"/>
                <a:sym typeface="Century Gothic"/>
              </a:defRPr>
            </a:lvl1pPr>
          </a:lstStyle>
          <a:p>
            <a:pPr/>
            <a:r>
              <a:t>LONG - “Passing langer dan 30m”</a:t>
            </a:r>
          </a:p>
        </p:txBody>
      </p:sp>
      <p:sp>
        <p:nvSpPr>
          <p:cNvPr id="473" name="Freeform 7"/>
          <p:cNvSpPr/>
          <p:nvPr/>
        </p:nvSpPr>
        <p:spPr>
          <a:xfrm>
            <a:off x="17100717"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74" name="TextBox 30"/>
          <p:cNvSpPr txBox="1"/>
          <p:nvPr/>
        </p:nvSpPr>
        <p:spPr>
          <a:xfrm>
            <a:off x="17071782" y="181210"/>
            <a:ext cx="6817706" cy="6515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defTabSz="1285875">
              <a:spcBef>
                <a:spcPts val="0"/>
              </a:spcBef>
              <a:defRPr sz="2200">
                <a:solidFill>
                  <a:srgbClr val="173883"/>
                </a:solidFill>
                <a:uFill>
                  <a:solidFill>
                    <a:srgbClr val="525252"/>
                  </a:solidFill>
                </a:uFill>
                <a:latin typeface="Century Gothic"/>
                <a:ea typeface="Century Gothic"/>
                <a:cs typeface="Century Gothic"/>
                <a:sym typeface="Century Gothic"/>
              </a:defRPr>
            </a:pPr>
            <a:r>
              <a:rPr cap="all"/>
              <a:t>Through</a:t>
            </a:r>
            <a:r>
              <a:t> - “Potentiële assist of voorassist </a:t>
            </a:r>
          </a:p>
          <a:p>
            <a:pPr algn="ctr" defTabSz="1285875">
              <a:spcBef>
                <a:spcPts val="0"/>
              </a:spcBef>
              <a:defRPr sz="2200">
                <a:solidFill>
                  <a:srgbClr val="173883"/>
                </a:solidFill>
                <a:uFill>
                  <a:solidFill>
                    <a:srgbClr val="525252"/>
                  </a:solidFill>
                </a:uFill>
                <a:latin typeface="Century Gothic"/>
                <a:ea typeface="Century Gothic"/>
                <a:cs typeface="Century Gothic"/>
                <a:sym typeface="Century Gothic"/>
              </a:defRPr>
            </a:pPr>
            <a:r>
              <a:t>vanuit de final third”</a:t>
            </a:r>
          </a:p>
        </p:txBody>
      </p:sp>
      <p:sp>
        <p:nvSpPr>
          <p:cNvPr id="475" name="Snelheid van acties…"/>
          <p:cNvSpPr txBox="1"/>
          <p:nvPr/>
        </p:nvSpPr>
        <p:spPr>
          <a:xfrm>
            <a:off x="18756351" y="2290079"/>
            <a:ext cx="2695228" cy="2540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Snelheid van acties</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Type passes</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Beide benen</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Richting &amp; timing</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Snelheid &amp; hoogte</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Voorbereiding</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Frequentie</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Eindresultaat</a:t>
            </a:r>
          </a:p>
        </p:txBody>
      </p:sp>
      <p:sp>
        <p:nvSpPr>
          <p:cNvPr id="476"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g kopie 7">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pic>
        <p:nvPicPr>
          <p:cNvPr id="483" name="Afbeelding" descr="Afbeelding"/>
          <p:cNvPicPr>
            <a:picLocks noChangeAspect="1"/>
          </p:cNvPicPr>
          <p:nvPr/>
        </p:nvPicPr>
        <p:blipFill>
          <a:blip r:embed="rId2">
            <a:alphaModFix amt="70678"/>
            <a:extLst/>
          </a:blip>
          <a:stretch>
            <a:fillRect/>
          </a:stretch>
        </p:blipFill>
        <p:spPr>
          <a:xfrm>
            <a:off x="5242424" y="215842"/>
            <a:ext cx="13520184" cy="13621452"/>
          </a:xfrm>
          <a:prstGeom prst="rect">
            <a:avLst/>
          </a:prstGeom>
          <a:ln w="12700">
            <a:miter lim="400000"/>
          </a:ln>
        </p:spPr>
      </p:pic>
      <p:sp>
        <p:nvSpPr>
          <p:cNvPr id="48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ensief koppen">
    <p:spTree>
      <p:nvGrpSpPr>
        <p:cNvPr id="1" name=""/>
        <p:cNvGrpSpPr/>
        <p:nvPr/>
      </p:nvGrpSpPr>
      <p:grpSpPr>
        <a:xfrm>
          <a:off x="0" y="0"/>
          <a:ext cx="0" cy="0"/>
          <a:chOff x="0" y="0"/>
          <a:chExt cx="0" cy="0"/>
        </a:xfrm>
      </p:grpSpPr>
      <p:pic>
        <p:nvPicPr>
          <p:cNvPr id="491" name="1a829d35-5178-35a6-9931-7ccc1d4b5528.jpg" descr="1a829d35-5178-35a6-9931-7ccc1d4b5528.jpg"/>
          <p:cNvPicPr>
            <a:picLocks noChangeAspect="0"/>
          </p:cNvPicPr>
          <p:nvPr/>
        </p:nvPicPr>
        <p:blipFill>
          <a:blip r:embed="rId2">
            <a:alphaModFix amt="16276"/>
            <a:extLst/>
          </a:blip>
          <a:srcRect l="0" t="20" r="0" b="20"/>
          <a:stretch>
            <a:fillRect/>
          </a:stretch>
        </p:blipFill>
        <p:spPr>
          <a:xfrm>
            <a:off x="-38085" y="-7597"/>
            <a:ext cx="24460170" cy="13731193"/>
          </a:xfrm>
          <a:prstGeom prst="rect">
            <a:avLst/>
          </a:prstGeom>
          <a:ln w="12700">
            <a:miter lim="400000"/>
          </a:ln>
        </p:spPr>
      </p:pic>
      <p:sp>
        <p:nvSpPr>
          <p:cNvPr id="492"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93"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94" name="Rechthoek"/>
          <p:cNvSpPr/>
          <p:nvPr/>
        </p:nvSpPr>
        <p:spPr>
          <a:xfrm>
            <a:off x="19449020" y="217668"/>
            <a:ext cx="4846080" cy="3247447"/>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95" name="Lijn"/>
          <p:cNvSpPr/>
          <p:nvPr/>
        </p:nvSpPr>
        <p:spPr>
          <a:xfrm>
            <a:off x="19512520" y="1782799"/>
            <a:ext cx="4719080" cy="1"/>
          </a:xfrm>
          <a:prstGeom prst="line">
            <a:avLst/>
          </a:prstGeom>
          <a:ln w="101600">
            <a:solidFill>
              <a:srgbClr val="173883"/>
            </a:solidFill>
            <a:miter lim="400000"/>
          </a:ln>
        </p:spPr>
        <p:txBody>
          <a:bodyPr lIns="50800" tIns="50800" rIns="50800" bIns="50800" anchor="ctr"/>
          <a:lstStyle/>
          <a:p>
            <a:pPr/>
          </a:p>
        </p:txBody>
      </p:sp>
      <p:sp>
        <p:nvSpPr>
          <p:cNvPr id="496"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497"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rgbClr val="18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498" name="Lijn"/>
          <p:cNvSpPr/>
          <p:nvPr/>
        </p:nvSpPr>
        <p:spPr>
          <a:xfrm>
            <a:off x="19559358" y="3876752"/>
            <a:ext cx="3084727" cy="1"/>
          </a:xfrm>
          <a:prstGeom prst="line">
            <a:avLst/>
          </a:prstGeom>
          <a:ln w="25400">
            <a:solidFill>
              <a:srgbClr val="183883"/>
            </a:solidFill>
            <a:miter lim="400000"/>
          </a:ln>
        </p:spPr>
        <p:txBody>
          <a:bodyPr lIns="50800" tIns="50800" rIns="50800" bIns="50800" anchor="ctr"/>
          <a:lstStyle/>
          <a:p>
            <a:pPr/>
          </a:p>
        </p:txBody>
      </p:sp>
      <p:sp>
        <p:nvSpPr>
          <p:cNvPr id="49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ensief koppen kopie">
    <p:spTree>
      <p:nvGrpSpPr>
        <p:cNvPr id="1" name=""/>
        <p:cNvGrpSpPr/>
        <p:nvPr/>
      </p:nvGrpSpPr>
      <p:grpSpPr>
        <a:xfrm>
          <a:off x="0" y="0"/>
          <a:ext cx="0" cy="0"/>
          <a:chOff x="0" y="0"/>
          <a:chExt cx="0" cy="0"/>
        </a:xfrm>
      </p:grpSpPr>
      <p:pic>
        <p:nvPicPr>
          <p:cNvPr id="506" name="1a829d35-5178-35a6-9931-7ccc1d4b5528.jpg" descr="1a829d35-5178-35a6-9931-7ccc1d4b5528.jpg"/>
          <p:cNvPicPr>
            <a:picLocks noChangeAspect="0"/>
          </p:cNvPicPr>
          <p:nvPr/>
        </p:nvPicPr>
        <p:blipFill>
          <a:blip r:embed="rId2">
            <a:alphaModFix amt="16276"/>
            <a:extLst/>
          </a:blip>
          <a:srcRect l="0" t="20" r="0" b="20"/>
          <a:stretch>
            <a:fillRect/>
          </a:stretch>
        </p:blipFill>
        <p:spPr>
          <a:xfrm>
            <a:off x="-38085" y="-7597"/>
            <a:ext cx="24460170" cy="13731193"/>
          </a:xfrm>
          <a:prstGeom prst="rect">
            <a:avLst/>
          </a:prstGeom>
          <a:ln w="12700">
            <a:miter lim="400000"/>
          </a:ln>
        </p:spPr>
      </p:pic>
      <p:sp>
        <p:nvSpPr>
          <p:cNvPr id="507"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08"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09" name="Rechthoek"/>
          <p:cNvSpPr/>
          <p:nvPr/>
        </p:nvSpPr>
        <p:spPr>
          <a:xfrm>
            <a:off x="19449020" y="217668"/>
            <a:ext cx="4846080" cy="3247447"/>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10" name="Lijn"/>
          <p:cNvSpPr/>
          <p:nvPr/>
        </p:nvSpPr>
        <p:spPr>
          <a:xfrm>
            <a:off x="19512520" y="1782799"/>
            <a:ext cx="4719080" cy="1"/>
          </a:xfrm>
          <a:prstGeom prst="line">
            <a:avLst/>
          </a:prstGeom>
          <a:ln w="101600">
            <a:solidFill>
              <a:srgbClr val="173883"/>
            </a:solidFill>
            <a:miter lim="400000"/>
          </a:ln>
        </p:spPr>
        <p:txBody>
          <a:bodyPr lIns="50800" tIns="50800" rIns="50800" bIns="50800" anchor="ctr"/>
          <a:lstStyle/>
          <a:p>
            <a:pPr/>
          </a:p>
        </p:txBody>
      </p:sp>
      <p:sp>
        <p:nvSpPr>
          <p:cNvPr id="511"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12"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rgbClr val="18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513" name="Lijn"/>
          <p:cNvSpPr/>
          <p:nvPr/>
        </p:nvSpPr>
        <p:spPr>
          <a:xfrm>
            <a:off x="19559358" y="3876752"/>
            <a:ext cx="3084727" cy="1"/>
          </a:xfrm>
          <a:prstGeom prst="line">
            <a:avLst/>
          </a:prstGeom>
          <a:ln w="25400">
            <a:solidFill>
              <a:srgbClr val="183883"/>
            </a:solidFill>
            <a:miter lim="400000"/>
          </a:ln>
        </p:spPr>
        <p:txBody>
          <a:bodyPr lIns="50800" tIns="50800" rIns="50800" bIns="50800" anchor="ctr"/>
          <a:lstStyle/>
          <a:p>
            <a:pPr/>
          </a:p>
        </p:txBody>
      </p:sp>
      <p:sp>
        <p:nvSpPr>
          <p:cNvPr id="51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werplay">
    <p:spTree>
      <p:nvGrpSpPr>
        <p:cNvPr id="1" name=""/>
        <p:cNvGrpSpPr/>
        <p:nvPr/>
      </p:nvGrpSpPr>
      <p:grpSpPr>
        <a:xfrm>
          <a:off x="0" y="0"/>
          <a:ext cx="0" cy="0"/>
          <a:chOff x="0" y="0"/>
          <a:chExt cx="0" cy="0"/>
        </a:xfrm>
      </p:grpSpPr>
      <p:pic>
        <p:nvPicPr>
          <p:cNvPr id="521"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522"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23"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524" name="Duelkracht"/>
          <p:cNvSpPr txBox="1"/>
          <p:nvPr/>
        </p:nvSpPr>
        <p:spPr>
          <a:xfrm>
            <a:off x="303013" y="49765"/>
            <a:ext cx="22098604"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900">
                <a:solidFill>
                  <a:srgbClr val="FFFFFF"/>
                </a:solidFill>
                <a:uFill>
                  <a:solidFill>
                    <a:srgbClr val="525252"/>
                  </a:solidFill>
                </a:uFill>
                <a:latin typeface="Century Gothic"/>
                <a:ea typeface="Century Gothic"/>
                <a:cs typeface="Century Gothic"/>
                <a:sym typeface="Century Gothic"/>
              </a:defRPr>
            </a:lvl1pPr>
          </a:lstStyle>
          <a:p>
            <a:pPr/>
            <a:r>
              <a:t>Duelkracht</a:t>
            </a:r>
          </a:p>
        </p:txBody>
      </p:sp>
      <p:sp>
        <p:nvSpPr>
          <p:cNvPr id="525"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26" name="TextBox 30"/>
          <p:cNvSpPr txBox="1"/>
          <p:nvPr/>
        </p:nvSpPr>
        <p:spPr>
          <a:xfrm>
            <a:off x="8018664" y="202165"/>
            <a:ext cx="6818864"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000">
                <a:solidFill>
                  <a:srgbClr val="173883"/>
                </a:solidFill>
                <a:uFill>
                  <a:solidFill>
                    <a:srgbClr val="525252"/>
                  </a:solidFill>
                </a:uFill>
                <a:latin typeface="Century Gothic"/>
                <a:ea typeface="Century Gothic"/>
                <a:cs typeface="Century Gothic"/>
                <a:sym typeface="Century Gothic"/>
              </a:defRPr>
            </a:lvl1pPr>
          </a:lstStyle>
          <a:p>
            <a:pPr/>
            <a:r>
              <a:t>“Geslaagde pogingen om de bal te winnen / behouden in fysieke duels”</a:t>
            </a:r>
          </a:p>
        </p:txBody>
      </p:sp>
      <p:sp>
        <p:nvSpPr>
          <p:cNvPr id="527" name="Rechthoek"/>
          <p:cNvSpPr/>
          <p:nvPr/>
        </p:nvSpPr>
        <p:spPr>
          <a:xfrm>
            <a:off x="18499946" y="5188395"/>
            <a:ext cx="5796572" cy="8334712"/>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28" name="."/>
          <p:cNvSpPr/>
          <p:nvPr/>
        </p:nvSpPr>
        <p:spPr>
          <a:xfrm>
            <a:off x="18612961" y="5810412"/>
            <a:ext cx="5570542" cy="7560818"/>
          </a:xfrm>
          <a:prstGeom prst="rect">
            <a:avLst/>
          </a:prstGeom>
          <a:solidFill>
            <a:srgbClr val="D5D5D5"/>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lvl1pPr>
          </a:lstStyle>
          <a:p>
            <a:pPr/>
            <a:r>
              <a:t>.</a:t>
            </a:r>
          </a:p>
        </p:txBody>
      </p:sp>
      <p:sp>
        <p:nvSpPr>
          <p:cNvPr id="529" name="TextBox 20"/>
          <p:cNvSpPr txBox="1"/>
          <p:nvPr/>
        </p:nvSpPr>
        <p:spPr>
          <a:xfrm>
            <a:off x="18857202" y="1656969"/>
            <a:ext cx="334771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530" name="Lijn"/>
          <p:cNvSpPr/>
          <p:nvPr/>
        </p:nvSpPr>
        <p:spPr>
          <a:xfrm>
            <a:off x="18878075" y="2047391"/>
            <a:ext cx="3084727" cy="1"/>
          </a:xfrm>
          <a:prstGeom prst="line">
            <a:avLst/>
          </a:prstGeom>
          <a:ln w="25400">
            <a:solidFill>
              <a:srgbClr val="000000"/>
            </a:solidFill>
            <a:miter lim="400000"/>
          </a:ln>
        </p:spPr>
        <p:txBody>
          <a:bodyPr lIns="50800" tIns="50800" rIns="50800" bIns="50800" anchor="ctr"/>
          <a:lstStyle/>
          <a:p>
            <a:pPr/>
          </a:p>
        </p:txBody>
      </p:sp>
      <p:sp>
        <p:nvSpPr>
          <p:cNvPr id="531" name="Lichaamsdeel…"/>
          <p:cNvSpPr txBox="1"/>
          <p:nvPr/>
        </p:nvSpPr>
        <p:spPr>
          <a:xfrm>
            <a:off x="18756351" y="2290079"/>
            <a:ext cx="2046834" cy="2540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Lichaamsdeel</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Grondduels</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Luchtduels</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Timing</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Voorbereiding</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Frequentie</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Eindresultaat</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a:t>
            </a:r>
          </a:p>
        </p:txBody>
      </p:sp>
      <p:sp>
        <p:nvSpPr>
          <p:cNvPr id="532"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mina">
    <p:spTree>
      <p:nvGrpSpPr>
        <p:cNvPr id="1" name=""/>
        <p:cNvGrpSpPr/>
        <p:nvPr/>
      </p:nvGrpSpPr>
      <p:grpSpPr>
        <a:xfrm>
          <a:off x="0" y="0"/>
          <a:ext cx="0" cy="0"/>
          <a:chOff x="0" y="0"/>
          <a:chExt cx="0" cy="0"/>
        </a:xfrm>
      </p:grpSpPr>
      <p:pic>
        <p:nvPicPr>
          <p:cNvPr id="539"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540"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41"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542" name="Uithoudingsvermogen"/>
          <p:cNvSpPr txBox="1"/>
          <p:nvPr/>
        </p:nvSpPr>
        <p:spPr>
          <a:xfrm>
            <a:off x="303013" y="49765"/>
            <a:ext cx="9226948"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900">
                <a:solidFill>
                  <a:srgbClr val="FFFFFF"/>
                </a:solidFill>
                <a:uFill>
                  <a:solidFill>
                    <a:srgbClr val="525252"/>
                  </a:solidFill>
                </a:uFill>
                <a:latin typeface="Century Gothic"/>
                <a:ea typeface="Century Gothic"/>
                <a:cs typeface="Century Gothic"/>
                <a:sym typeface="Century Gothic"/>
              </a:defRPr>
            </a:lvl1pPr>
          </a:lstStyle>
          <a:p>
            <a:pPr/>
            <a:r>
              <a:t>Uithoudingsvermogen</a:t>
            </a:r>
          </a:p>
        </p:txBody>
      </p:sp>
      <p:sp>
        <p:nvSpPr>
          <p:cNvPr id="543" name="Freeform 7"/>
          <p:cNvSpPr/>
          <p:nvPr/>
        </p:nvSpPr>
        <p:spPr>
          <a:xfrm>
            <a:off x="9699178" y="97569"/>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44" name="TextBox 30"/>
          <p:cNvSpPr txBox="1"/>
          <p:nvPr/>
        </p:nvSpPr>
        <p:spPr>
          <a:xfrm>
            <a:off x="9669664" y="354565"/>
            <a:ext cx="681886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000">
                <a:solidFill>
                  <a:srgbClr val="173883"/>
                </a:solidFill>
                <a:uFill>
                  <a:solidFill>
                    <a:srgbClr val="525252"/>
                  </a:solidFill>
                </a:uFill>
                <a:latin typeface="Century Gothic"/>
                <a:ea typeface="Century Gothic"/>
                <a:cs typeface="Century Gothic"/>
                <a:sym typeface="Century Gothic"/>
              </a:defRPr>
            </a:lvl1pPr>
          </a:lstStyle>
          <a:p>
            <a:pPr/>
            <a:r>
              <a:t>“Volhouden van de positie specifieke voetbalacties”</a:t>
            </a:r>
          </a:p>
        </p:txBody>
      </p:sp>
      <p:sp>
        <p:nvSpPr>
          <p:cNvPr id="545" name="Rechthoek"/>
          <p:cNvSpPr/>
          <p:nvPr/>
        </p:nvSpPr>
        <p:spPr>
          <a:xfrm>
            <a:off x="18499946" y="5188395"/>
            <a:ext cx="5796572" cy="8334712"/>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46" name="."/>
          <p:cNvSpPr/>
          <p:nvPr/>
        </p:nvSpPr>
        <p:spPr>
          <a:xfrm>
            <a:off x="18612961" y="5810412"/>
            <a:ext cx="5570542" cy="7560818"/>
          </a:xfrm>
          <a:prstGeom prst="rect">
            <a:avLst/>
          </a:prstGeom>
          <a:solidFill>
            <a:srgbClr val="D5D5D5"/>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lvl1pPr>
          </a:lstStyle>
          <a:p>
            <a:pPr/>
            <a:r>
              <a:t>.</a:t>
            </a:r>
          </a:p>
        </p:txBody>
      </p:sp>
      <p:sp>
        <p:nvSpPr>
          <p:cNvPr id="547" name="TextBox 20"/>
          <p:cNvSpPr txBox="1"/>
          <p:nvPr/>
        </p:nvSpPr>
        <p:spPr>
          <a:xfrm>
            <a:off x="18857202" y="1656969"/>
            <a:ext cx="334771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548" name="Lijn"/>
          <p:cNvSpPr/>
          <p:nvPr/>
        </p:nvSpPr>
        <p:spPr>
          <a:xfrm>
            <a:off x="18878075" y="2047391"/>
            <a:ext cx="3084727" cy="1"/>
          </a:xfrm>
          <a:prstGeom prst="line">
            <a:avLst/>
          </a:prstGeom>
          <a:ln w="25400">
            <a:solidFill>
              <a:srgbClr val="000000"/>
            </a:solidFill>
            <a:miter lim="400000"/>
          </a:ln>
        </p:spPr>
        <p:txBody>
          <a:bodyPr lIns="50800" tIns="50800" rIns="50800" bIns="50800" anchor="ctr"/>
          <a:lstStyle/>
          <a:p>
            <a:pPr/>
          </a:p>
        </p:txBody>
      </p:sp>
      <p:sp>
        <p:nvSpPr>
          <p:cNvPr id="549" name="Intensiteit…"/>
          <p:cNvSpPr txBox="1"/>
          <p:nvPr/>
        </p:nvSpPr>
        <p:spPr>
          <a:xfrm>
            <a:off x="18756351" y="2442479"/>
            <a:ext cx="2498527" cy="223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Intensiteit</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Total distance</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HI-runs</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Sprints</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90 min volhouden</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Gemiddelde p/w</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a:t>
            </a:r>
          </a:p>
        </p:txBody>
      </p:sp>
      <p:sp>
        <p:nvSpPr>
          <p:cNvPr id="550"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peed">
    <p:spTree>
      <p:nvGrpSpPr>
        <p:cNvPr id="1" name=""/>
        <p:cNvGrpSpPr/>
        <p:nvPr/>
      </p:nvGrpSpPr>
      <p:grpSpPr>
        <a:xfrm>
          <a:off x="0" y="0"/>
          <a:ext cx="0" cy="0"/>
          <a:chOff x="0" y="0"/>
          <a:chExt cx="0" cy="0"/>
        </a:xfrm>
      </p:grpSpPr>
      <p:pic>
        <p:nvPicPr>
          <p:cNvPr id="557" name="1a829d35-5178-35a6-9931-7ccc1d4b5528.jpg" descr="1a829d35-5178-35a6-9931-7ccc1d4b5528.jpg"/>
          <p:cNvPicPr>
            <a:picLocks noChangeAspect="0"/>
          </p:cNvPicPr>
          <p:nvPr/>
        </p:nvPicPr>
        <p:blipFill>
          <a:blip r:embed="rId2">
            <a:alphaModFix amt="29893"/>
            <a:extLst/>
          </a:blip>
          <a:srcRect l="0" t="20" r="0" b="20"/>
          <a:stretch>
            <a:fillRect/>
          </a:stretch>
        </p:blipFill>
        <p:spPr>
          <a:xfrm>
            <a:off x="-38085" y="-7597"/>
            <a:ext cx="24460170" cy="13731193"/>
          </a:xfrm>
          <a:prstGeom prst="rect">
            <a:avLst/>
          </a:prstGeom>
          <a:ln w="12700">
            <a:miter lim="400000"/>
          </a:ln>
        </p:spPr>
      </p:pic>
      <p:sp>
        <p:nvSpPr>
          <p:cNvPr id="558" name="Rechthoek"/>
          <p:cNvSpPr/>
          <p:nvPr/>
        </p:nvSpPr>
        <p:spPr>
          <a:xfrm>
            <a:off x="-76200" y="-134625"/>
            <a:ext cx="24536400" cy="1283180"/>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59" name="Lijn"/>
          <p:cNvSpPr/>
          <p:nvPr/>
        </p:nvSpPr>
        <p:spPr>
          <a:xfrm>
            <a:off x="-257710" y="1167692"/>
            <a:ext cx="24899421" cy="1"/>
          </a:xfrm>
          <a:prstGeom prst="line">
            <a:avLst/>
          </a:prstGeom>
          <a:ln w="101600">
            <a:solidFill>
              <a:srgbClr val="173883"/>
            </a:solidFill>
            <a:miter lim="400000"/>
          </a:ln>
        </p:spPr>
        <p:txBody>
          <a:bodyPr lIns="50800" tIns="50800" rIns="50800" bIns="50800" anchor="ctr"/>
          <a:lstStyle/>
          <a:p>
            <a:pPr/>
          </a:p>
        </p:txBody>
      </p:sp>
      <p:sp>
        <p:nvSpPr>
          <p:cNvPr id="560" name="Snelheid"/>
          <p:cNvSpPr txBox="1"/>
          <p:nvPr/>
        </p:nvSpPr>
        <p:spPr>
          <a:xfrm>
            <a:off x="303013" y="49765"/>
            <a:ext cx="22098604"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5900">
                <a:solidFill>
                  <a:srgbClr val="FFFFFF"/>
                </a:solidFill>
                <a:uFill>
                  <a:solidFill>
                    <a:srgbClr val="525252"/>
                  </a:solidFill>
                </a:uFill>
                <a:latin typeface="Century Gothic"/>
                <a:ea typeface="Century Gothic"/>
                <a:cs typeface="Century Gothic"/>
                <a:sym typeface="Century Gothic"/>
              </a:defRPr>
            </a:lvl1pPr>
          </a:lstStyle>
          <a:p>
            <a:pPr/>
            <a:r>
              <a:t>Snelheid</a:t>
            </a:r>
          </a:p>
        </p:txBody>
      </p:sp>
      <p:sp>
        <p:nvSpPr>
          <p:cNvPr id="561" name="Freeform 7"/>
          <p:cNvSpPr/>
          <p:nvPr/>
        </p:nvSpPr>
        <p:spPr>
          <a:xfrm>
            <a:off x="8048178" y="126324"/>
            <a:ext cx="6759836" cy="818792"/>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562" name="TextBox 30"/>
          <p:cNvSpPr txBox="1"/>
          <p:nvPr/>
        </p:nvSpPr>
        <p:spPr>
          <a:xfrm>
            <a:off x="8018664" y="202165"/>
            <a:ext cx="6818864"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000">
                <a:solidFill>
                  <a:srgbClr val="173883"/>
                </a:solidFill>
                <a:uFill>
                  <a:solidFill>
                    <a:srgbClr val="525252"/>
                  </a:solidFill>
                </a:uFill>
                <a:latin typeface="Century Gothic"/>
                <a:ea typeface="Century Gothic"/>
                <a:cs typeface="Century Gothic"/>
                <a:sym typeface="Century Gothic"/>
              </a:defRPr>
            </a:lvl1pPr>
          </a:lstStyle>
          <a:p>
            <a:pPr/>
            <a:r>
              <a:t>“Absolute snelheid zonder bal” “Snelheid in de acties met bal” “Startsnelheid”</a:t>
            </a:r>
          </a:p>
        </p:txBody>
      </p:sp>
      <p:sp>
        <p:nvSpPr>
          <p:cNvPr id="563" name="Rechthoek"/>
          <p:cNvSpPr/>
          <p:nvPr/>
        </p:nvSpPr>
        <p:spPr>
          <a:xfrm>
            <a:off x="18499946" y="5188395"/>
            <a:ext cx="5796572" cy="8334712"/>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564" name="."/>
          <p:cNvSpPr/>
          <p:nvPr/>
        </p:nvSpPr>
        <p:spPr>
          <a:xfrm>
            <a:off x="18612961" y="5810412"/>
            <a:ext cx="5570542" cy="7560818"/>
          </a:xfrm>
          <a:prstGeom prst="rect">
            <a:avLst/>
          </a:prstGeom>
          <a:solidFill>
            <a:srgbClr val="D5D5D5"/>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lvl1pPr>
          </a:lstStyle>
          <a:p>
            <a:pPr/>
            <a:r>
              <a:t>.</a:t>
            </a:r>
          </a:p>
        </p:txBody>
      </p:sp>
      <p:sp>
        <p:nvSpPr>
          <p:cNvPr id="565" name="TextBox 20"/>
          <p:cNvSpPr txBox="1"/>
          <p:nvPr/>
        </p:nvSpPr>
        <p:spPr>
          <a:xfrm>
            <a:off x="18857202" y="1656969"/>
            <a:ext cx="334771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uFill>
                  <a:solidFill>
                    <a:srgbClr val="525252"/>
                  </a:solidFill>
                </a:uFill>
                <a:latin typeface="Century Gothic"/>
                <a:ea typeface="Century Gothic"/>
                <a:cs typeface="Century Gothic"/>
                <a:sym typeface="Century Gothic"/>
              </a:defRPr>
            </a:lvl1pPr>
          </a:lstStyle>
          <a:p>
            <a:pPr/>
            <a:r>
              <a:t>Hoe beoordelen we dit?</a:t>
            </a:r>
          </a:p>
        </p:txBody>
      </p:sp>
      <p:sp>
        <p:nvSpPr>
          <p:cNvPr id="566" name="Lijn"/>
          <p:cNvSpPr/>
          <p:nvPr/>
        </p:nvSpPr>
        <p:spPr>
          <a:xfrm>
            <a:off x="18878075" y="2047391"/>
            <a:ext cx="3084727" cy="1"/>
          </a:xfrm>
          <a:prstGeom prst="line">
            <a:avLst/>
          </a:prstGeom>
          <a:ln w="25400">
            <a:solidFill>
              <a:srgbClr val="000000"/>
            </a:solidFill>
            <a:miter lim="400000"/>
          </a:ln>
        </p:spPr>
        <p:txBody>
          <a:bodyPr lIns="50800" tIns="50800" rIns="50800" bIns="50800" anchor="ctr"/>
          <a:lstStyle/>
          <a:p>
            <a:pPr/>
          </a:p>
        </p:txBody>
      </p:sp>
      <p:sp>
        <p:nvSpPr>
          <p:cNvPr id="567" name="Topsnelheid…"/>
          <p:cNvSpPr txBox="1"/>
          <p:nvPr/>
        </p:nvSpPr>
        <p:spPr>
          <a:xfrm>
            <a:off x="18756351" y="2442479"/>
            <a:ext cx="3315718" cy="223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Topsnelheid</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Acceleratie</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Paslengte</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Grote / kleine afstanden</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1e meters</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Eindresultaat</a:t>
            </a:r>
          </a:p>
          <a:p>
            <a:pPr lvl="1" marL="190500" indent="-190500" defTabSz="1285875">
              <a:lnSpc>
                <a:spcPct val="100000"/>
              </a:lnSpc>
              <a:spcBef>
                <a:spcPts val="0"/>
              </a:spcBef>
              <a:buSzPct val="100000"/>
              <a:buFont typeface="Arial"/>
              <a:buChar char="•"/>
              <a:defRPr sz="2000">
                <a:uFill>
                  <a:solidFill>
                    <a:srgbClr val="525252"/>
                  </a:solidFill>
                </a:uFill>
                <a:latin typeface="Century Gothic"/>
                <a:ea typeface="Century Gothic"/>
                <a:cs typeface="Century Gothic"/>
                <a:sym typeface="Century Gothic"/>
              </a:defRPr>
            </a:pPr>
            <a:r>
              <a:t>?</a:t>
            </a:r>
          </a:p>
        </p:txBody>
      </p:sp>
      <p:sp>
        <p:nvSpPr>
          <p:cNvPr id="568"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g kopie 4">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sp>
        <p:nvSpPr>
          <p:cNvPr id="575" name="Rechthoek"/>
          <p:cNvSpPr/>
          <p:nvPr/>
        </p:nvSpPr>
        <p:spPr>
          <a:xfrm>
            <a:off x="228588" y="9285347"/>
            <a:ext cx="7296900" cy="4159117"/>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76" name="Rechthoek"/>
          <p:cNvSpPr/>
          <p:nvPr/>
        </p:nvSpPr>
        <p:spPr>
          <a:xfrm>
            <a:off x="16452494" y="4482161"/>
            <a:ext cx="7806637" cy="3843630"/>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77" name="Rechthoek"/>
          <p:cNvSpPr/>
          <p:nvPr/>
        </p:nvSpPr>
        <p:spPr>
          <a:xfrm>
            <a:off x="7857335" y="8533674"/>
            <a:ext cx="8290361" cy="4920667"/>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78" name="Rechthoek"/>
          <p:cNvSpPr/>
          <p:nvPr/>
        </p:nvSpPr>
        <p:spPr>
          <a:xfrm>
            <a:off x="16452494" y="8534379"/>
            <a:ext cx="7806637" cy="4919257"/>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79" name="Rechthoek"/>
          <p:cNvSpPr/>
          <p:nvPr/>
        </p:nvSpPr>
        <p:spPr>
          <a:xfrm>
            <a:off x="16452494" y="238399"/>
            <a:ext cx="7806637" cy="4035878"/>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80" name="Rechthoek"/>
          <p:cNvSpPr/>
          <p:nvPr/>
        </p:nvSpPr>
        <p:spPr>
          <a:xfrm>
            <a:off x="7815068" y="4485154"/>
            <a:ext cx="3971648" cy="3837643"/>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81" name="Rechthoek"/>
          <p:cNvSpPr/>
          <p:nvPr/>
        </p:nvSpPr>
        <p:spPr>
          <a:xfrm>
            <a:off x="7815068" y="238399"/>
            <a:ext cx="8290361" cy="4035878"/>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82" name="Rechthoek"/>
          <p:cNvSpPr/>
          <p:nvPr/>
        </p:nvSpPr>
        <p:spPr>
          <a:xfrm>
            <a:off x="236820" y="238399"/>
            <a:ext cx="7296901" cy="8630211"/>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83" name="TextBox 38"/>
          <p:cNvSpPr txBox="1"/>
          <p:nvPr/>
        </p:nvSpPr>
        <p:spPr>
          <a:xfrm>
            <a:off x="891013" y="1796081"/>
            <a:ext cx="2233183" cy="8024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Date of birth</a:t>
            </a:r>
          </a:p>
        </p:txBody>
      </p:sp>
      <p:sp>
        <p:nvSpPr>
          <p:cNvPr id="584" name="TextBox 38"/>
          <p:cNvSpPr txBox="1"/>
          <p:nvPr/>
        </p:nvSpPr>
        <p:spPr>
          <a:xfrm>
            <a:off x="891013" y="2556319"/>
            <a:ext cx="2233183" cy="8024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City of Birth </a:t>
            </a:r>
          </a:p>
        </p:txBody>
      </p:sp>
      <p:sp>
        <p:nvSpPr>
          <p:cNvPr id="585" name="TextBox 38"/>
          <p:cNvSpPr txBox="1"/>
          <p:nvPr/>
        </p:nvSpPr>
        <p:spPr>
          <a:xfrm>
            <a:off x="123369" y="3288686"/>
            <a:ext cx="3000827"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Nationality</a:t>
            </a:r>
          </a:p>
        </p:txBody>
      </p:sp>
      <p:sp>
        <p:nvSpPr>
          <p:cNvPr id="586" name="TextBox 38"/>
          <p:cNvSpPr txBox="1"/>
          <p:nvPr/>
        </p:nvSpPr>
        <p:spPr>
          <a:xfrm>
            <a:off x="891013" y="408092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Height</a:t>
            </a:r>
          </a:p>
        </p:txBody>
      </p:sp>
      <p:sp>
        <p:nvSpPr>
          <p:cNvPr id="587" name="TextBox 38"/>
          <p:cNvSpPr txBox="1"/>
          <p:nvPr/>
        </p:nvSpPr>
        <p:spPr>
          <a:xfrm>
            <a:off x="891013" y="480669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Preferred foot</a:t>
            </a:r>
          </a:p>
        </p:txBody>
      </p:sp>
      <p:sp>
        <p:nvSpPr>
          <p:cNvPr id="588" name="TextBox 38"/>
          <p:cNvSpPr txBox="1"/>
          <p:nvPr/>
        </p:nvSpPr>
        <p:spPr>
          <a:xfrm>
            <a:off x="891013" y="5571054"/>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Club</a:t>
            </a:r>
          </a:p>
        </p:txBody>
      </p:sp>
      <p:sp>
        <p:nvSpPr>
          <p:cNvPr id="589" name="TextBox 38"/>
          <p:cNvSpPr txBox="1"/>
          <p:nvPr/>
        </p:nvSpPr>
        <p:spPr>
          <a:xfrm>
            <a:off x="891013" y="626416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League</a:t>
            </a:r>
          </a:p>
        </p:txBody>
      </p:sp>
      <p:sp>
        <p:nvSpPr>
          <p:cNvPr id="590" name="Freeform 5"/>
          <p:cNvSpPr/>
          <p:nvPr/>
        </p:nvSpPr>
        <p:spPr>
          <a:xfrm>
            <a:off x="1391022" y="1783354"/>
            <a:ext cx="5347679" cy="25401"/>
          </a:xfrm>
          <a:prstGeom prst="rect">
            <a:avLst/>
          </a:prstGeom>
          <a:blipFill>
            <a:blip r:embed="rId2"/>
            <a:stretch>
              <a:fillRect/>
            </a:stretch>
          </a:blipFill>
          <a:ln w="12700">
            <a:miter lim="400000"/>
          </a:ln>
        </p:spPr>
        <p:txBody>
          <a:bodyPr lIns="60959" tIns="60959" rIns="60959" bIns="60959"/>
          <a:lstStyle/>
          <a:p>
            <a:pPr defTabSz="1219200">
              <a:lnSpc>
                <a:spcPct val="100000"/>
              </a:lnSpc>
              <a:spcBef>
                <a:spcPts val="0"/>
              </a:spcBef>
              <a:defRPr sz="2400">
                <a:latin typeface="Calibri"/>
                <a:ea typeface="Calibri"/>
                <a:cs typeface="Calibri"/>
                <a:sym typeface="Calibri"/>
              </a:defRPr>
            </a:pPr>
          </a:p>
        </p:txBody>
      </p:sp>
      <p:sp>
        <p:nvSpPr>
          <p:cNvPr id="591" name="Rechthoek"/>
          <p:cNvSpPr/>
          <p:nvPr/>
        </p:nvSpPr>
        <p:spPr>
          <a:xfrm>
            <a:off x="11216502" y="979918"/>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92" name="Rechthoek"/>
          <p:cNvSpPr/>
          <p:nvPr/>
        </p:nvSpPr>
        <p:spPr>
          <a:xfrm>
            <a:off x="13606960" y="979918"/>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93" name="Rechthoek"/>
          <p:cNvSpPr/>
          <p:nvPr/>
        </p:nvSpPr>
        <p:spPr>
          <a:xfrm>
            <a:off x="11216502" y="1711934"/>
            <a:ext cx="2113565"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94" name="Rechthoek"/>
          <p:cNvSpPr/>
          <p:nvPr/>
        </p:nvSpPr>
        <p:spPr>
          <a:xfrm>
            <a:off x="13606960" y="1711934"/>
            <a:ext cx="2113564"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95" name="Rechthoek"/>
          <p:cNvSpPr/>
          <p:nvPr/>
        </p:nvSpPr>
        <p:spPr>
          <a:xfrm>
            <a:off x="11216502" y="2499905"/>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96" name="Rechthoek"/>
          <p:cNvSpPr/>
          <p:nvPr/>
        </p:nvSpPr>
        <p:spPr>
          <a:xfrm>
            <a:off x="13606960" y="2499905"/>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97" name="Rechthoek"/>
          <p:cNvSpPr/>
          <p:nvPr/>
        </p:nvSpPr>
        <p:spPr>
          <a:xfrm>
            <a:off x="11216502" y="3275850"/>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98" name="Rechthoek"/>
          <p:cNvSpPr/>
          <p:nvPr/>
        </p:nvSpPr>
        <p:spPr>
          <a:xfrm>
            <a:off x="13606960" y="3275850"/>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599" name="TextBox 40"/>
          <p:cNvSpPr txBox="1"/>
          <p:nvPr/>
        </p:nvSpPr>
        <p:spPr>
          <a:xfrm>
            <a:off x="7997574" y="131715"/>
            <a:ext cx="1806256" cy="357950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ts val="56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rPr b="1">
                <a:solidFill>
                  <a:srgbClr val="000000"/>
                </a:solidFill>
              </a:rPr>
              <a:t>STATS</a:t>
            </a:r>
          </a:p>
          <a:p>
            <a:pPr defTabSz="1219200">
              <a:lnSpc>
                <a:spcPts val="56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Matches</a:t>
            </a:r>
          </a:p>
          <a:p>
            <a:pPr defTabSz="1219200">
              <a:lnSpc>
                <a:spcPts val="61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Minutes</a:t>
            </a:r>
          </a:p>
          <a:p>
            <a:pPr defTabSz="1219200">
              <a:lnSpc>
                <a:spcPts val="50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Goals</a:t>
            </a:r>
          </a:p>
          <a:p>
            <a:pPr defTabSz="1219200">
              <a:lnSpc>
                <a:spcPts val="61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Assists</a:t>
            </a:r>
          </a:p>
        </p:txBody>
      </p:sp>
      <p:sp>
        <p:nvSpPr>
          <p:cNvPr id="600" name="TextBox 41"/>
          <p:cNvSpPr txBox="1"/>
          <p:nvPr/>
        </p:nvSpPr>
        <p:spPr>
          <a:xfrm>
            <a:off x="7997574" y="4521379"/>
            <a:ext cx="2755075" cy="4637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PLAYER RATING</a:t>
            </a:r>
          </a:p>
        </p:txBody>
      </p:sp>
      <p:sp>
        <p:nvSpPr>
          <p:cNvPr id="601" name="TextBox 46"/>
          <p:cNvSpPr txBox="1"/>
          <p:nvPr/>
        </p:nvSpPr>
        <p:spPr>
          <a:xfrm>
            <a:off x="16850858" y="10361248"/>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Transfer value</a:t>
            </a:r>
          </a:p>
        </p:txBody>
      </p:sp>
      <p:sp>
        <p:nvSpPr>
          <p:cNvPr id="602" name="Rechthoek"/>
          <p:cNvSpPr/>
          <p:nvPr/>
        </p:nvSpPr>
        <p:spPr>
          <a:xfrm>
            <a:off x="19705480" y="11071458"/>
            <a:ext cx="3648991" cy="606010"/>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03" name="Rechthoek"/>
          <p:cNvSpPr/>
          <p:nvPr/>
        </p:nvSpPr>
        <p:spPr>
          <a:xfrm>
            <a:off x="19705480" y="11818374"/>
            <a:ext cx="3648991" cy="606011"/>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04" name="Rechthoek"/>
          <p:cNvSpPr/>
          <p:nvPr/>
        </p:nvSpPr>
        <p:spPr>
          <a:xfrm>
            <a:off x="19705480" y="12548075"/>
            <a:ext cx="3648991" cy="606010"/>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05" name="Rechthoek"/>
          <p:cNvSpPr/>
          <p:nvPr/>
        </p:nvSpPr>
        <p:spPr>
          <a:xfrm>
            <a:off x="18197104" y="397811"/>
            <a:ext cx="5799755" cy="3717054"/>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06" name="TextBox 43"/>
          <p:cNvSpPr txBox="1"/>
          <p:nvPr/>
        </p:nvSpPr>
        <p:spPr>
          <a:xfrm>
            <a:off x="11203802" y="334915"/>
            <a:ext cx="2138965"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CURRENT SEASON</a:t>
            </a:r>
          </a:p>
        </p:txBody>
      </p:sp>
      <p:sp>
        <p:nvSpPr>
          <p:cNvPr id="607" name="TextBox 44"/>
          <p:cNvSpPr txBox="1"/>
          <p:nvPr/>
        </p:nvSpPr>
        <p:spPr>
          <a:xfrm>
            <a:off x="14088420" y="334915"/>
            <a:ext cx="1150645"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CAREER</a:t>
            </a:r>
          </a:p>
        </p:txBody>
      </p:sp>
      <p:sp>
        <p:nvSpPr>
          <p:cNvPr id="608" name="TextBox 46"/>
          <p:cNvSpPr txBox="1"/>
          <p:nvPr/>
        </p:nvSpPr>
        <p:spPr>
          <a:xfrm>
            <a:off x="16766170" y="8728014"/>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50000"/>
              </a:lnSpc>
              <a:spcBef>
                <a:spcPts val="0"/>
              </a:spcBef>
              <a:defRPr b="1" cap="all" sz="2400">
                <a:latin typeface="Avenir Next Condensed Regular"/>
                <a:ea typeface="Avenir Next Condensed Regular"/>
                <a:cs typeface="Avenir Next Condensed Regular"/>
                <a:sym typeface="Avenir Next Condensed Regular"/>
              </a:defRPr>
            </a:lvl1pPr>
          </a:lstStyle>
          <a:p>
            <a:pPr>
              <a:defRPr cap="none">
                <a:latin typeface="Cabin"/>
                <a:ea typeface="Cabin"/>
                <a:cs typeface="Cabin"/>
                <a:sym typeface="Cabin"/>
              </a:defRPr>
            </a:pPr>
            <a:r>
              <a:rPr cap="all">
                <a:latin typeface="Avenir Next Condensed Regular"/>
                <a:ea typeface="Avenir Next Condensed Regular"/>
                <a:cs typeface="Avenir Next Condensed Regular"/>
                <a:sym typeface="Avenir Next Condensed Regular"/>
              </a:rPr>
              <a:t>Transfer details</a:t>
            </a:r>
          </a:p>
        </p:txBody>
      </p:sp>
      <p:sp>
        <p:nvSpPr>
          <p:cNvPr id="609" name="TextBox 45"/>
          <p:cNvSpPr txBox="1"/>
          <p:nvPr/>
        </p:nvSpPr>
        <p:spPr>
          <a:xfrm>
            <a:off x="16681484" y="388073"/>
            <a:ext cx="174382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100000"/>
              </a:lnSpc>
              <a:spcBef>
                <a:spcPts val="0"/>
              </a:spcBef>
              <a:defRPr b="1" cap="all" sz="2400">
                <a:latin typeface="Avenir Next Condensed Regular"/>
                <a:ea typeface="Avenir Next Condensed Regular"/>
                <a:cs typeface="Avenir Next Condensed Regular"/>
                <a:sym typeface="Avenir Next Condensed Regular"/>
              </a:defRPr>
            </a:lvl1pPr>
          </a:lstStyle>
          <a:p>
            <a:pPr>
              <a:defRPr b="0" cap="none"/>
            </a:pPr>
            <a:r>
              <a:rPr b="1" cap="all"/>
              <a:t>Scouting</a:t>
            </a:r>
          </a:p>
        </p:txBody>
      </p:sp>
      <p:sp>
        <p:nvSpPr>
          <p:cNvPr id="610" name="TextBox 47"/>
          <p:cNvSpPr txBox="1"/>
          <p:nvPr/>
        </p:nvSpPr>
        <p:spPr>
          <a:xfrm>
            <a:off x="8044076" y="8652319"/>
            <a:ext cx="3000827"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ts val="3400"/>
              </a:lnSpc>
              <a:spcBef>
                <a:spcPts val="0"/>
              </a:spcBef>
              <a:defRPr sz="2400">
                <a:latin typeface="Avenir Next Condensed Regular"/>
                <a:ea typeface="Avenir Next Condensed Regular"/>
                <a:cs typeface="Avenir Next Condensed Regular"/>
                <a:sym typeface="Avenir Next Condensed Regular"/>
              </a:defRPr>
            </a:pPr>
            <a:r>
              <a:rPr b="1" cap="all"/>
              <a:t>Summary scouting</a:t>
            </a:r>
            <a:r>
              <a:rPr b="1"/>
              <a:t>:</a:t>
            </a:r>
          </a:p>
        </p:txBody>
      </p:sp>
      <p:sp>
        <p:nvSpPr>
          <p:cNvPr id="611" name="Rechthoek"/>
          <p:cNvSpPr/>
          <p:nvPr/>
        </p:nvSpPr>
        <p:spPr>
          <a:xfrm>
            <a:off x="3602054" y="2095922"/>
            <a:ext cx="3624260"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12" name="Rechthoek"/>
          <p:cNvSpPr/>
          <p:nvPr/>
        </p:nvSpPr>
        <p:spPr>
          <a:xfrm>
            <a:off x="3602054" y="2849645"/>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13" name="Rechthoek"/>
          <p:cNvSpPr/>
          <p:nvPr/>
        </p:nvSpPr>
        <p:spPr>
          <a:xfrm>
            <a:off x="3602054" y="3607060"/>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14" name="Rechthoek"/>
          <p:cNvSpPr/>
          <p:nvPr/>
        </p:nvSpPr>
        <p:spPr>
          <a:xfrm>
            <a:off x="3602054" y="4364475"/>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15" name="Rechthoek"/>
          <p:cNvSpPr/>
          <p:nvPr/>
        </p:nvSpPr>
        <p:spPr>
          <a:xfrm>
            <a:off x="3602054" y="5118199"/>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16" name="Rechthoek"/>
          <p:cNvSpPr/>
          <p:nvPr/>
        </p:nvSpPr>
        <p:spPr>
          <a:xfrm>
            <a:off x="3602054" y="5861842"/>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17" name="Rechthoek"/>
          <p:cNvSpPr/>
          <p:nvPr/>
        </p:nvSpPr>
        <p:spPr>
          <a:xfrm>
            <a:off x="3602054" y="6609877"/>
            <a:ext cx="3624260"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18" name="TextBox 38"/>
          <p:cNvSpPr txBox="1"/>
          <p:nvPr/>
        </p:nvSpPr>
        <p:spPr>
          <a:xfrm>
            <a:off x="890861" y="6999515"/>
            <a:ext cx="2233182"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Agency</a:t>
            </a:r>
          </a:p>
        </p:txBody>
      </p:sp>
      <p:sp>
        <p:nvSpPr>
          <p:cNvPr id="619" name="Rechthoek"/>
          <p:cNvSpPr/>
          <p:nvPr/>
        </p:nvSpPr>
        <p:spPr>
          <a:xfrm>
            <a:off x="3601902" y="7345231"/>
            <a:ext cx="3624259"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20" name="TextBox 38"/>
          <p:cNvSpPr txBox="1"/>
          <p:nvPr/>
        </p:nvSpPr>
        <p:spPr>
          <a:xfrm>
            <a:off x="890861" y="7733610"/>
            <a:ext cx="2233182"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Agent</a:t>
            </a:r>
          </a:p>
        </p:txBody>
      </p:sp>
      <p:sp>
        <p:nvSpPr>
          <p:cNvPr id="621" name="Rechthoek"/>
          <p:cNvSpPr/>
          <p:nvPr/>
        </p:nvSpPr>
        <p:spPr>
          <a:xfrm>
            <a:off x="3601902" y="8079326"/>
            <a:ext cx="3624259"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22" name="Rechthoek"/>
          <p:cNvSpPr/>
          <p:nvPr/>
        </p:nvSpPr>
        <p:spPr>
          <a:xfrm>
            <a:off x="19705480" y="10315740"/>
            <a:ext cx="3648991" cy="606011"/>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23" name="Rechthoek"/>
          <p:cNvSpPr/>
          <p:nvPr/>
        </p:nvSpPr>
        <p:spPr>
          <a:xfrm>
            <a:off x="19717846" y="9560023"/>
            <a:ext cx="3648990" cy="606010"/>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24" name="TextBox 46"/>
          <p:cNvSpPr txBox="1"/>
          <p:nvPr/>
        </p:nvSpPr>
        <p:spPr>
          <a:xfrm>
            <a:off x="16850858" y="12641529"/>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Next step</a:t>
            </a:r>
          </a:p>
        </p:txBody>
      </p:sp>
      <p:sp>
        <p:nvSpPr>
          <p:cNvPr id="625" name="TextBox 46"/>
          <p:cNvSpPr txBox="1"/>
          <p:nvPr/>
        </p:nvSpPr>
        <p:spPr>
          <a:xfrm>
            <a:off x="16850858" y="11884115"/>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Prediction year 2</a:t>
            </a:r>
          </a:p>
        </p:txBody>
      </p:sp>
      <p:sp>
        <p:nvSpPr>
          <p:cNvPr id="626" name="TextBox 46"/>
          <p:cNvSpPr txBox="1"/>
          <p:nvPr/>
        </p:nvSpPr>
        <p:spPr>
          <a:xfrm>
            <a:off x="16850858" y="11101413"/>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Prediction year 1</a:t>
            </a:r>
          </a:p>
        </p:txBody>
      </p:sp>
      <p:sp>
        <p:nvSpPr>
          <p:cNvPr id="627" name="TextBox 46"/>
          <p:cNvSpPr txBox="1"/>
          <p:nvPr/>
        </p:nvSpPr>
        <p:spPr>
          <a:xfrm>
            <a:off x="16850858" y="9615068"/>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End of contract</a:t>
            </a:r>
          </a:p>
        </p:txBody>
      </p:sp>
      <p:sp>
        <p:nvSpPr>
          <p:cNvPr id="628" name="Rechthoek"/>
          <p:cNvSpPr/>
          <p:nvPr/>
        </p:nvSpPr>
        <p:spPr>
          <a:xfrm>
            <a:off x="12133781" y="4485154"/>
            <a:ext cx="3980337" cy="3837643"/>
          </a:xfrm>
          <a:prstGeom prst="rect">
            <a:avLst/>
          </a:prstGeom>
          <a:solidFill>
            <a:srgbClr val="1A72BA"/>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629" name="TextBox 41"/>
          <p:cNvSpPr txBox="1"/>
          <p:nvPr/>
        </p:nvSpPr>
        <p:spPr>
          <a:xfrm>
            <a:off x="12316287" y="4521379"/>
            <a:ext cx="2755075" cy="4637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PLAYER AVAILABILITY</a:t>
            </a:r>
          </a:p>
        </p:txBody>
      </p:sp>
      <p:pic>
        <p:nvPicPr>
          <p:cNvPr id="630" name="pasted-image.tiff" descr="pasted-image.tiff"/>
          <p:cNvPicPr>
            <a:picLocks noChangeAspect="1"/>
          </p:cNvPicPr>
          <p:nvPr/>
        </p:nvPicPr>
        <p:blipFill>
          <a:blip r:embed="rId3">
            <a:alphaModFix amt="85000"/>
            <a:extLst/>
          </a:blip>
          <a:srcRect l="4545" t="19455" r="2655" b="21337"/>
          <a:stretch>
            <a:fillRect/>
          </a:stretch>
        </p:blipFill>
        <p:spPr>
          <a:xfrm rot="16200000">
            <a:off x="3912493" y="10136175"/>
            <a:ext cx="3792539" cy="25090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742"/>
                </a:lnTo>
                <a:lnTo>
                  <a:pt x="0" y="21600"/>
                </a:lnTo>
                <a:lnTo>
                  <a:pt x="21600" y="21600"/>
                </a:lnTo>
                <a:lnTo>
                  <a:pt x="21600" y="0"/>
                </a:lnTo>
                <a:lnTo>
                  <a:pt x="0" y="0"/>
                </a:lnTo>
                <a:close/>
              </a:path>
            </a:pathLst>
          </a:custGeom>
          <a:ln w="12700">
            <a:miter lim="400000"/>
          </a:ln>
        </p:spPr>
      </p:pic>
      <p:sp>
        <p:nvSpPr>
          <p:cNvPr id="631" name="Rechthoek"/>
          <p:cNvSpPr/>
          <p:nvPr/>
        </p:nvSpPr>
        <p:spPr>
          <a:xfrm>
            <a:off x="4407241" y="9341001"/>
            <a:ext cx="2808750" cy="4047809"/>
          </a:xfrm>
          <a:prstGeom prst="rect">
            <a:avLst/>
          </a:prstGeom>
          <a:ln w="19050">
            <a:solidFill>
              <a:srgbClr val="FFFFFF"/>
            </a:solidFill>
            <a:miter/>
          </a:ln>
        </p:spPr>
        <p:txBody>
          <a:bodyPr lIns="45719" rIns="45719" anchor="ctr"/>
          <a:lstStyle/>
          <a:p>
            <a:pPr defTabSz="457200">
              <a:lnSpc>
                <a:spcPct val="100000"/>
              </a:lnSpc>
              <a:spcBef>
                <a:spcPts val="0"/>
              </a:spcBef>
              <a:defRPr sz="1800">
                <a:latin typeface="Aptos"/>
                <a:ea typeface="Aptos"/>
                <a:cs typeface="Aptos"/>
                <a:sym typeface="Aptos"/>
              </a:defRPr>
            </a:pPr>
          </a:p>
        </p:txBody>
      </p:sp>
      <p:sp>
        <p:nvSpPr>
          <p:cNvPr id="632" name="TextBox 41"/>
          <p:cNvSpPr txBox="1"/>
          <p:nvPr/>
        </p:nvSpPr>
        <p:spPr>
          <a:xfrm>
            <a:off x="407134" y="9496137"/>
            <a:ext cx="2755075" cy="4637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PLAYERS PROFILE</a:t>
            </a:r>
          </a:p>
        </p:txBody>
      </p:sp>
      <p:sp>
        <p:nvSpPr>
          <p:cNvPr id="633" name="TextBox 31"/>
          <p:cNvSpPr txBox="1"/>
          <p:nvPr/>
        </p:nvSpPr>
        <p:spPr>
          <a:xfrm>
            <a:off x="389737" y="11554262"/>
            <a:ext cx="2152563" cy="167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54000" indent="-254000" defTabSz="1285875">
              <a:lnSpc>
                <a:spcPct val="100000"/>
              </a:lnSpc>
              <a:spcBef>
                <a:spcPts val="0"/>
              </a:spcBef>
              <a:buSzPct val="123000"/>
              <a:buChar char="•"/>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Total Distance: </a:t>
            </a:r>
          </a:p>
          <a:p>
            <a:pPr marL="254000" indent="-254000" defTabSz="1285875">
              <a:lnSpc>
                <a:spcPct val="100000"/>
              </a:lnSpc>
              <a:spcBef>
                <a:spcPts val="0"/>
              </a:spcBef>
              <a:buSzPct val="123000"/>
              <a:buChar char="•"/>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HI-runs:</a:t>
            </a:r>
          </a:p>
          <a:p>
            <a:pPr marL="254000" indent="-254000" defTabSz="1285875">
              <a:lnSpc>
                <a:spcPct val="100000"/>
              </a:lnSpc>
              <a:spcBef>
                <a:spcPts val="0"/>
              </a:spcBef>
              <a:buSzPct val="123000"/>
              <a:buChar char="•"/>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Sprints:</a:t>
            </a:r>
          </a:p>
          <a:p>
            <a:pPr marL="254000" indent="-254000" defTabSz="1285875">
              <a:lnSpc>
                <a:spcPct val="100000"/>
              </a:lnSpc>
              <a:spcBef>
                <a:spcPts val="0"/>
              </a:spcBef>
              <a:buSzPct val="123000"/>
              <a:buChar char="•"/>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Top speed:</a:t>
            </a:r>
          </a:p>
        </p:txBody>
      </p:sp>
      <p:sp>
        <p:nvSpPr>
          <p:cNvPr id="63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8 vakjes">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sp>
        <p:nvSpPr>
          <p:cNvPr id="641" name="Freeform 7"/>
          <p:cNvSpPr/>
          <p:nvPr/>
        </p:nvSpPr>
        <p:spPr>
          <a:xfrm>
            <a:off x="272322" y="3917339"/>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42"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43"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44" name="Freeform 7"/>
          <p:cNvSpPr/>
          <p:nvPr/>
        </p:nvSpPr>
        <p:spPr>
          <a:xfrm>
            <a:off x="27232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45"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46" name="Definities"/>
          <p:cNvSpPr txBox="1"/>
          <p:nvPr/>
        </p:nvSpPr>
        <p:spPr>
          <a:xfrm>
            <a:off x="291298" y="384372"/>
            <a:ext cx="563876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b="1" cap="all" sz="2600">
                <a:solidFill>
                  <a:srgbClr val="FFFFFF"/>
                </a:solidFill>
                <a:uFill>
                  <a:solidFill>
                    <a:srgbClr val="525252"/>
                  </a:solidFill>
                </a:uFill>
                <a:latin typeface="Century Gothic"/>
                <a:ea typeface="Century Gothic"/>
                <a:cs typeface="Century Gothic"/>
                <a:sym typeface="Century Gothic"/>
              </a:defRPr>
            </a:lvl1pPr>
          </a:lstStyle>
          <a:p>
            <a:pPr/>
            <a:r>
              <a:t>Definities</a:t>
            </a:r>
          </a:p>
        </p:txBody>
      </p:sp>
      <p:sp>
        <p:nvSpPr>
          <p:cNvPr id="647" name="Freeform 7"/>
          <p:cNvSpPr/>
          <p:nvPr/>
        </p:nvSpPr>
        <p:spPr>
          <a:xfrm>
            <a:off x="6254042" y="3917339"/>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48" name="Freeform 7"/>
          <p:cNvSpPr/>
          <p:nvPr/>
        </p:nvSpPr>
        <p:spPr>
          <a:xfrm>
            <a:off x="6253248"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49" name="Freeform 7"/>
          <p:cNvSpPr/>
          <p:nvPr/>
        </p:nvSpPr>
        <p:spPr>
          <a:xfrm>
            <a:off x="625404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0" name="Freeform 7"/>
          <p:cNvSpPr/>
          <p:nvPr/>
        </p:nvSpPr>
        <p:spPr>
          <a:xfrm>
            <a:off x="625404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1" name="Freeform 7"/>
          <p:cNvSpPr/>
          <p:nvPr/>
        </p:nvSpPr>
        <p:spPr>
          <a:xfrm>
            <a:off x="6259597" y="10162892"/>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2" name="Freeform 7"/>
          <p:cNvSpPr/>
          <p:nvPr/>
        </p:nvSpPr>
        <p:spPr>
          <a:xfrm>
            <a:off x="6258804" y="10162892"/>
            <a:ext cx="5840227"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3" name="Freeform 7"/>
          <p:cNvSpPr/>
          <p:nvPr/>
        </p:nvSpPr>
        <p:spPr>
          <a:xfrm>
            <a:off x="6259597" y="8338185"/>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4" name="Freeform 7"/>
          <p:cNvSpPr/>
          <p:nvPr/>
        </p:nvSpPr>
        <p:spPr>
          <a:xfrm>
            <a:off x="6259597" y="7303233"/>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5" name="Freeform 7"/>
          <p:cNvSpPr/>
          <p:nvPr/>
        </p:nvSpPr>
        <p:spPr>
          <a:xfrm>
            <a:off x="272322" y="10161953"/>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6" name="Freeform 7"/>
          <p:cNvSpPr/>
          <p:nvPr/>
        </p:nvSpPr>
        <p:spPr>
          <a:xfrm>
            <a:off x="271529"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7" name="Freeform 7"/>
          <p:cNvSpPr/>
          <p:nvPr/>
        </p:nvSpPr>
        <p:spPr>
          <a:xfrm>
            <a:off x="272322"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8" name="Freeform 7"/>
          <p:cNvSpPr/>
          <p:nvPr/>
        </p:nvSpPr>
        <p:spPr>
          <a:xfrm>
            <a:off x="272322" y="7302293"/>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59" name="TextBox 20"/>
          <p:cNvSpPr txBox="1"/>
          <p:nvPr/>
        </p:nvSpPr>
        <p:spPr>
          <a:xfrm>
            <a:off x="430883"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60" name="TextBox 20"/>
          <p:cNvSpPr txBox="1"/>
          <p:nvPr/>
        </p:nvSpPr>
        <p:spPr>
          <a:xfrm>
            <a:off x="6475322"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61" name="TextBox 20"/>
          <p:cNvSpPr txBox="1"/>
          <p:nvPr/>
        </p:nvSpPr>
        <p:spPr>
          <a:xfrm>
            <a:off x="6475322" y="3989679"/>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62" name="Freeform 7"/>
          <p:cNvSpPr/>
          <p:nvPr/>
        </p:nvSpPr>
        <p:spPr>
          <a:xfrm>
            <a:off x="12247666" y="3917339"/>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63" name="Freeform 7"/>
          <p:cNvSpPr/>
          <p:nvPr/>
        </p:nvSpPr>
        <p:spPr>
          <a:xfrm>
            <a:off x="12246872"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64" name="Freeform 7"/>
          <p:cNvSpPr/>
          <p:nvPr/>
        </p:nvSpPr>
        <p:spPr>
          <a:xfrm>
            <a:off x="12247666"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65" name="Freeform 7"/>
          <p:cNvSpPr/>
          <p:nvPr/>
        </p:nvSpPr>
        <p:spPr>
          <a:xfrm>
            <a:off x="12247666"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66" name="TextBox 20"/>
          <p:cNvSpPr txBox="1"/>
          <p:nvPr/>
        </p:nvSpPr>
        <p:spPr>
          <a:xfrm>
            <a:off x="12406227"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67" name="Freeform 7"/>
          <p:cNvSpPr/>
          <p:nvPr/>
        </p:nvSpPr>
        <p:spPr>
          <a:xfrm>
            <a:off x="18229384" y="3917339"/>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68" name="Freeform 7"/>
          <p:cNvSpPr/>
          <p:nvPr/>
        </p:nvSpPr>
        <p:spPr>
          <a:xfrm>
            <a:off x="182285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69" name="Freeform 7"/>
          <p:cNvSpPr/>
          <p:nvPr/>
        </p:nvSpPr>
        <p:spPr>
          <a:xfrm>
            <a:off x="18229384"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0" name="Freeform 7"/>
          <p:cNvSpPr/>
          <p:nvPr/>
        </p:nvSpPr>
        <p:spPr>
          <a:xfrm>
            <a:off x="18229384"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1" name="Freeform 7"/>
          <p:cNvSpPr/>
          <p:nvPr/>
        </p:nvSpPr>
        <p:spPr>
          <a:xfrm>
            <a:off x="18234941" y="10162892"/>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2" name="Freeform 7"/>
          <p:cNvSpPr/>
          <p:nvPr/>
        </p:nvSpPr>
        <p:spPr>
          <a:xfrm>
            <a:off x="18234147" y="1016289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3" name="Freeform 7"/>
          <p:cNvSpPr/>
          <p:nvPr/>
        </p:nvSpPr>
        <p:spPr>
          <a:xfrm>
            <a:off x="18234941" y="8338185"/>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4" name="Freeform 7"/>
          <p:cNvSpPr/>
          <p:nvPr/>
        </p:nvSpPr>
        <p:spPr>
          <a:xfrm>
            <a:off x="18234941" y="7303233"/>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5" name="Freeform 7"/>
          <p:cNvSpPr/>
          <p:nvPr/>
        </p:nvSpPr>
        <p:spPr>
          <a:xfrm>
            <a:off x="12247666" y="10161953"/>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6" name="Freeform 7"/>
          <p:cNvSpPr/>
          <p:nvPr/>
        </p:nvSpPr>
        <p:spPr>
          <a:xfrm>
            <a:off x="12246872"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7" name="Freeform 7"/>
          <p:cNvSpPr/>
          <p:nvPr/>
        </p:nvSpPr>
        <p:spPr>
          <a:xfrm>
            <a:off x="12247666"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8" name="Freeform 7"/>
          <p:cNvSpPr/>
          <p:nvPr/>
        </p:nvSpPr>
        <p:spPr>
          <a:xfrm>
            <a:off x="12247666" y="7302293"/>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79" name="TextBox 20"/>
          <p:cNvSpPr txBox="1"/>
          <p:nvPr/>
        </p:nvSpPr>
        <p:spPr>
          <a:xfrm>
            <a:off x="12406227" y="10242522"/>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80" name="TextBox 20"/>
          <p:cNvSpPr txBox="1"/>
          <p:nvPr/>
        </p:nvSpPr>
        <p:spPr>
          <a:xfrm>
            <a:off x="18450666" y="10242522"/>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81" name="TextBox 20"/>
          <p:cNvSpPr txBox="1"/>
          <p:nvPr/>
        </p:nvSpPr>
        <p:spPr>
          <a:xfrm>
            <a:off x="18450666" y="3989679"/>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82"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7 vakjes">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sp>
        <p:nvSpPr>
          <p:cNvPr id="689" name="Freeform 7"/>
          <p:cNvSpPr/>
          <p:nvPr/>
        </p:nvSpPr>
        <p:spPr>
          <a:xfrm>
            <a:off x="272322" y="3917339"/>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90"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91"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92" name="Freeform 7"/>
          <p:cNvSpPr/>
          <p:nvPr/>
        </p:nvSpPr>
        <p:spPr>
          <a:xfrm>
            <a:off x="27232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93"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694" name="Definities"/>
          <p:cNvSpPr txBox="1"/>
          <p:nvPr/>
        </p:nvSpPr>
        <p:spPr>
          <a:xfrm>
            <a:off x="291298" y="384372"/>
            <a:ext cx="563876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b="1" cap="all" sz="2600">
                <a:solidFill>
                  <a:srgbClr val="FFFFFF"/>
                </a:solidFill>
                <a:uFill>
                  <a:solidFill>
                    <a:srgbClr val="525252"/>
                  </a:solidFill>
                </a:uFill>
                <a:latin typeface="Century Gothic"/>
                <a:ea typeface="Century Gothic"/>
                <a:cs typeface="Century Gothic"/>
                <a:sym typeface="Century Gothic"/>
              </a:defRPr>
            </a:lvl1pPr>
          </a:lstStyle>
          <a:p>
            <a:pPr/>
            <a:r>
              <a:t>Definities</a:t>
            </a:r>
          </a:p>
        </p:txBody>
      </p:sp>
      <p:sp>
        <p:nvSpPr>
          <p:cNvPr id="695" name="Freeform 7"/>
          <p:cNvSpPr/>
          <p:nvPr/>
        </p:nvSpPr>
        <p:spPr>
          <a:xfrm>
            <a:off x="6254042" y="3917339"/>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96" name="Freeform 7"/>
          <p:cNvSpPr/>
          <p:nvPr/>
        </p:nvSpPr>
        <p:spPr>
          <a:xfrm>
            <a:off x="6253248"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97" name="Freeform 7"/>
          <p:cNvSpPr/>
          <p:nvPr/>
        </p:nvSpPr>
        <p:spPr>
          <a:xfrm>
            <a:off x="625404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98" name="Freeform 7"/>
          <p:cNvSpPr/>
          <p:nvPr/>
        </p:nvSpPr>
        <p:spPr>
          <a:xfrm>
            <a:off x="625404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699" name="Freeform 7"/>
          <p:cNvSpPr/>
          <p:nvPr/>
        </p:nvSpPr>
        <p:spPr>
          <a:xfrm>
            <a:off x="6259597" y="10162892"/>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00" name="Freeform 7"/>
          <p:cNvSpPr/>
          <p:nvPr/>
        </p:nvSpPr>
        <p:spPr>
          <a:xfrm>
            <a:off x="6258804" y="10162892"/>
            <a:ext cx="5840227"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01" name="Freeform 7"/>
          <p:cNvSpPr/>
          <p:nvPr/>
        </p:nvSpPr>
        <p:spPr>
          <a:xfrm>
            <a:off x="6259597" y="8338185"/>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02" name="Freeform 7"/>
          <p:cNvSpPr/>
          <p:nvPr/>
        </p:nvSpPr>
        <p:spPr>
          <a:xfrm>
            <a:off x="6259597" y="7303233"/>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03" name="Freeform 7"/>
          <p:cNvSpPr/>
          <p:nvPr/>
        </p:nvSpPr>
        <p:spPr>
          <a:xfrm>
            <a:off x="272322" y="10161953"/>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04" name="Freeform 7"/>
          <p:cNvSpPr/>
          <p:nvPr/>
        </p:nvSpPr>
        <p:spPr>
          <a:xfrm>
            <a:off x="271529"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05" name="Freeform 7"/>
          <p:cNvSpPr/>
          <p:nvPr/>
        </p:nvSpPr>
        <p:spPr>
          <a:xfrm>
            <a:off x="272322"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06" name="Freeform 7"/>
          <p:cNvSpPr/>
          <p:nvPr/>
        </p:nvSpPr>
        <p:spPr>
          <a:xfrm>
            <a:off x="272322" y="7302293"/>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07" name="TextBox 20"/>
          <p:cNvSpPr txBox="1"/>
          <p:nvPr/>
        </p:nvSpPr>
        <p:spPr>
          <a:xfrm>
            <a:off x="430883"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08" name="TextBox 20"/>
          <p:cNvSpPr txBox="1"/>
          <p:nvPr/>
        </p:nvSpPr>
        <p:spPr>
          <a:xfrm>
            <a:off x="6475322"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09" name="TextBox 20"/>
          <p:cNvSpPr txBox="1"/>
          <p:nvPr/>
        </p:nvSpPr>
        <p:spPr>
          <a:xfrm>
            <a:off x="6475322" y="3989679"/>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10" name="Freeform 7"/>
          <p:cNvSpPr/>
          <p:nvPr/>
        </p:nvSpPr>
        <p:spPr>
          <a:xfrm>
            <a:off x="12247666" y="3917339"/>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11" name="Freeform 7"/>
          <p:cNvSpPr/>
          <p:nvPr/>
        </p:nvSpPr>
        <p:spPr>
          <a:xfrm>
            <a:off x="12246872"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12" name="Freeform 7"/>
          <p:cNvSpPr/>
          <p:nvPr/>
        </p:nvSpPr>
        <p:spPr>
          <a:xfrm>
            <a:off x="12247666"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13" name="Freeform 7"/>
          <p:cNvSpPr/>
          <p:nvPr/>
        </p:nvSpPr>
        <p:spPr>
          <a:xfrm>
            <a:off x="12247666"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14" name="TextBox 20"/>
          <p:cNvSpPr txBox="1"/>
          <p:nvPr/>
        </p:nvSpPr>
        <p:spPr>
          <a:xfrm>
            <a:off x="12406227"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15" name="Freeform 7"/>
          <p:cNvSpPr/>
          <p:nvPr/>
        </p:nvSpPr>
        <p:spPr>
          <a:xfrm>
            <a:off x="18229384" y="3917339"/>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16" name="Freeform 7"/>
          <p:cNvSpPr/>
          <p:nvPr/>
        </p:nvSpPr>
        <p:spPr>
          <a:xfrm>
            <a:off x="182285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17" name="Freeform 7"/>
          <p:cNvSpPr/>
          <p:nvPr/>
        </p:nvSpPr>
        <p:spPr>
          <a:xfrm>
            <a:off x="18229384"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18" name="Freeform 7"/>
          <p:cNvSpPr/>
          <p:nvPr/>
        </p:nvSpPr>
        <p:spPr>
          <a:xfrm>
            <a:off x="18229384"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19" name="Freeform 7"/>
          <p:cNvSpPr/>
          <p:nvPr/>
        </p:nvSpPr>
        <p:spPr>
          <a:xfrm>
            <a:off x="12247666" y="10161953"/>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20" name="Freeform 7"/>
          <p:cNvSpPr/>
          <p:nvPr/>
        </p:nvSpPr>
        <p:spPr>
          <a:xfrm>
            <a:off x="12246872"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21" name="Freeform 7"/>
          <p:cNvSpPr/>
          <p:nvPr/>
        </p:nvSpPr>
        <p:spPr>
          <a:xfrm>
            <a:off x="12247666"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22" name="Freeform 7"/>
          <p:cNvSpPr/>
          <p:nvPr/>
        </p:nvSpPr>
        <p:spPr>
          <a:xfrm>
            <a:off x="12247666" y="7302293"/>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23" name="TextBox 20"/>
          <p:cNvSpPr txBox="1"/>
          <p:nvPr/>
        </p:nvSpPr>
        <p:spPr>
          <a:xfrm>
            <a:off x="12406227" y="10242522"/>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24" name="TextBox 20"/>
          <p:cNvSpPr txBox="1"/>
          <p:nvPr/>
        </p:nvSpPr>
        <p:spPr>
          <a:xfrm>
            <a:off x="18450666" y="3989679"/>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25"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7 vakjes (EN)">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sp>
        <p:nvSpPr>
          <p:cNvPr id="732" name="Freeform 7"/>
          <p:cNvSpPr/>
          <p:nvPr/>
        </p:nvSpPr>
        <p:spPr>
          <a:xfrm>
            <a:off x="272322" y="3917339"/>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33"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34"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35" name="Freeform 7"/>
          <p:cNvSpPr/>
          <p:nvPr/>
        </p:nvSpPr>
        <p:spPr>
          <a:xfrm>
            <a:off x="27232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36"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37" name="Defenitions"/>
          <p:cNvSpPr txBox="1"/>
          <p:nvPr/>
        </p:nvSpPr>
        <p:spPr>
          <a:xfrm>
            <a:off x="291298" y="384372"/>
            <a:ext cx="563876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b="1" cap="all" sz="2600">
                <a:solidFill>
                  <a:srgbClr val="FFFFFF"/>
                </a:solidFill>
                <a:uFill>
                  <a:solidFill>
                    <a:srgbClr val="525252"/>
                  </a:solidFill>
                </a:uFill>
                <a:latin typeface="Century Gothic"/>
                <a:ea typeface="Century Gothic"/>
                <a:cs typeface="Century Gothic"/>
                <a:sym typeface="Century Gothic"/>
              </a:defRPr>
            </a:lvl1pPr>
          </a:lstStyle>
          <a:p>
            <a:pPr/>
            <a:r>
              <a:t>Defenitions</a:t>
            </a:r>
          </a:p>
        </p:txBody>
      </p:sp>
      <p:sp>
        <p:nvSpPr>
          <p:cNvPr id="738" name="Freeform 7"/>
          <p:cNvSpPr/>
          <p:nvPr/>
        </p:nvSpPr>
        <p:spPr>
          <a:xfrm>
            <a:off x="6254042" y="3917339"/>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39" name="Freeform 7"/>
          <p:cNvSpPr/>
          <p:nvPr/>
        </p:nvSpPr>
        <p:spPr>
          <a:xfrm>
            <a:off x="6253248"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0" name="Freeform 7"/>
          <p:cNvSpPr/>
          <p:nvPr/>
        </p:nvSpPr>
        <p:spPr>
          <a:xfrm>
            <a:off x="625404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1" name="Freeform 7"/>
          <p:cNvSpPr/>
          <p:nvPr/>
        </p:nvSpPr>
        <p:spPr>
          <a:xfrm>
            <a:off x="625404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2" name="Freeform 7"/>
          <p:cNvSpPr/>
          <p:nvPr/>
        </p:nvSpPr>
        <p:spPr>
          <a:xfrm>
            <a:off x="6259597" y="10162892"/>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3" name="Freeform 7"/>
          <p:cNvSpPr/>
          <p:nvPr/>
        </p:nvSpPr>
        <p:spPr>
          <a:xfrm>
            <a:off x="6258804" y="10162892"/>
            <a:ext cx="5840227"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4" name="Freeform 7"/>
          <p:cNvSpPr/>
          <p:nvPr/>
        </p:nvSpPr>
        <p:spPr>
          <a:xfrm>
            <a:off x="6259597" y="8338185"/>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5" name="Freeform 7"/>
          <p:cNvSpPr/>
          <p:nvPr/>
        </p:nvSpPr>
        <p:spPr>
          <a:xfrm>
            <a:off x="6259597" y="7303233"/>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6" name="Freeform 7"/>
          <p:cNvSpPr/>
          <p:nvPr/>
        </p:nvSpPr>
        <p:spPr>
          <a:xfrm>
            <a:off x="272322" y="10161953"/>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7" name="Freeform 7"/>
          <p:cNvSpPr/>
          <p:nvPr/>
        </p:nvSpPr>
        <p:spPr>
          <a:xfrm>
            <a:off x="271529"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8" name="Freeform 7"/>
          <p:cNvSpPr/>
          <p:nvPr/>
        </p:nvSpPr>
        <p:spPr>
          <a:xfrm>
            <a:off x="272322"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49" name="Freeform 7"/>
          <p:cNvSpPr/>
          <p:nvPr/>
        </p:nvSpPr>
        <p:spPr>
          <a:xfrm>
            <a:off x="272322" y="7302293"/>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50" name="TextBox 20"/>
          <p:cNvSpPr txBox="1"/>
          <p:nvPr/>
        </p:nvSpPr>
        <p:spPr>
          <a:xfrm>
            <a:off x="430883"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51" name="TextBox 20"/>
          <p:cNvSpPr txBox="1"/>
          <p:nvPr/>
        </p:nvSpPr>
        <p:spPr>
          <a:xfrm>
            <a:off x="6475322"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52" name="TextBox 20"/>
          <p:cNvSpPr txBox="1"/>
          <p:nvPr/>
        </p:nvSpPr>
        <p:spPr>
          <a:xfrm>
            <a:off x="6475322" y="3989679"/>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53" name="Freeform 7"/>
          <p:cNvSpPr/>
          <p:nvPr/>
        </p:nvSpPr>
        <p:spPr>
          <a:xfrm>
            <a:off x="12247666" y="3917339"/>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54" name="Freeform 7"/>
          <p:cNvSpPr/>
          <p:nvPr/>
        </p:nvSpPr>
        <p:spPr>
          <a:xfrm>
            <a:off x="12246872"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55" name="Freeform 7"/>
          <p:cNvSpPr/>
          <p:nvPr/>
        </p:nvSpPr>
        <p:spPr>
          <a:xfrm>
            <a:off x="12247666"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56" name="Freeform 7"/>
          <p:cNvSpPr/>
          <p:nvPr/>
        </p:nvSpPr>
        <p:spPr>
          <a:xfrm>
            <a:off x="12247666"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57" name="TextBox 20"/>
          <p:cNvSpPr txBox="1"/>
          <p:nvPr/>
        </p:nvSpPr>
        <p:spPr>
          <a:xfrm>
            <a:off x="12406227"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58" name="Freeform 7"/>
          <p:cNvSpPr/>
          <p:nvPr/>
        </p:nvSpPr>
        <p:spPr>
          <a:xfrm>
            <a:off x="18229384" y="3917339"/>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59" name="Freeform 7"/>
          <p:cNvSpPr/>
          <p:nvPr/>
        </p:nvSpPr>
        <p:spPr>
          <a:xfrm>
            <a:off x="182285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60" name="Freeform 7"/>
          <p:cNvSpPr/>
          <p:nvPr/>
        </p:nvSpPr>
        <p:spPr>
          <a:xfrm>
            <a:off x="18229384"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61" name="Freeform 7"/>
          <p:cNvSpPr/>
          <p:nvPr/>
        </p:nvSpPr>
        <p:spPr>
          <a:xfrm>
            <a:off x="18229384"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62" name="Freeform 7"/>
          <p:cNvSpPr/>
          <p:nvPr/>
        </p:nvSpPr>
        <p:spPr>
          <a:xfrm>
            <a:off x="12247666" y="10161953"/>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63" name="Freeform 7"/>
          <p:cNvSpPr/>
          <p:nvPr/>
        </p:nvSpPr>
        <p:spPr>
          <a:xfrm>
            <a:off x="12246872"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64" name="Freeform 7"/>
          <p:cNvSpPr/>
          <p:nvPr/>
        </p:nvSpPr>
        <p:spPr>
          <a:xfrm>
            <a:off x="12247666"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65" name="Freeform 7"/>
          <p:cNvSpPr/>
          <p:nvPr/>
        </p:nvSpPr>
        <p:spPr>
          <a:xfrm>
            <a:off x="12247666" y="7302293"/>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66" name="TextBox 20"/>
          <p:cNvSpPr txBox="1"/>
          <p:nvPr/>
        </p:nvSpPr>
        <p:spPr>
          <a:xfrm>
            <a:off x="12406227" y="10242522"/>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67" name="TextBox 20"/>
          <p:cNvSpPr txBox="1"/>
          <p:nvPr/>
        </p:nvSpPr>
        <p:spPr>
          <a:xfrm>
            <a:off x="18450666" y="3989679"/>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768"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8 vakjes kopie 2">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sp>
        <p:nvSpPr>
          <p:cNvPr id="775" name="Freeform 7"/>
          <p:cNvSpPr/>
          <p:nvPr/>
        </p:nvSpPr>
        <p:spPr>
          <a:xfrm>
            <a:off x="272322" y="3917339"/>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76"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77"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78" name="Freeform 7"/>
          <p:cNvSpPr/>
          <p:nvPr/>
        </p:nvSpPr>
        <p:spPr>
          <a:xfrm>
            <a:off x="27232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79"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80" name="Definities"/>
          <p:cNvSpPr txBox="1"/>
          <p:nvPr/>
        </p:nvSpPr>
        <p:spPr>
          <a:xfrm>
            <a:off x="291298" y="384372"/>
            <a:ext cx="563876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b="1" cap="all" sz="2600">
                <a:solidFill>
                  <a:srgbClr val="FFFFFF"/>
                </a:solidFill>
                <a:uFill>
                  <a:solidFill>
                    <a:srgbClr val="525252"/>
                  </a:solidFill>
                </a:uFill>
                <a:latin typeface="Century Gothic"/>
                <a:ea typeface="Century Gothic"/>
                <a:cs typeface="Century Gothic"/>
                <a:sym typeface="Century Gothic"/>
              </a:defRPr>
            </a:lvl1pPr>
          </a:lstStyle>
          <a:p>
            <a:pPr/>
            <a:r>
              <a:t>Definities</a:t>
            </a:r>
          </a:p>
        </p:txBody>
      </p:sp>
      <p:sp>
        <p:nvSpPr>
          <p:cNvPr id="781" name="Freeform 7"/>
          <p:cNvSpPr/>
          <p:nvPr/>
        </p:nvSpPr>
        <p:spPr>
          <a:xfrm>
            <a:off x="6254042" y="3917339"/>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82" name="Freeform 7"/>
          <p:cNvSpPr/>
          <p:nvPr/>
        </p:nvSpPr>
        <p:spPr>
          <a:xfrm>
            <a:off x="6253248"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83" name="Freeform 7"/>
          <p:cNvSpPr/>
          <p:nvPr/>
        </p:nvSpPr>
        <p:spPr>
          <a:xfrm>
            <a:off x="625404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84" name="Freeform 7"/>
          <p:cNvSpPr/>
          <p:nvPr/>
        </p:nvSpPr>
        <p:spPr>
          <a:xfrm>
            <a:off x="625404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85" name="Freeform 7"/>
          <p:cNvSpPr/>
          <p:nvPr/>
        </p:nvSpPr>
        <p:spPr>
          <a:xfrm>
            <a:off x="6259597" y="10162892"/>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86" name="Freeform 7"/>
          <p:cNvSpPr/>
          <p:nvPr/>
        </p:nvSpPr>
        <p:spPr>
          <a:xfrm>
            <a:off x="6258804" y="10162892"/>
            <a:ext cx="5840227"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87" name="Freeform 7"/>
          <p:cNvSpPr/>
          <p:nvPr/>
        </p:nvSpPr>
        <p:spPr>
          <a:xfrm>
            <a:off x="6259597" y="8338185"/>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88" name="Freeform 7"/>
          <p:cNvSpPr/>
          <p:nvPr/>
        </p:nvSpPr>
        <p:spPr>
          <a:xfrm>
            <a:off x="6259597" y="7303233"/>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89" name="Freeform 7"/>
          <p:cNvSpPr/>
          <p:nvPr/>
        </p:nvSpPr>
        <p:spPr>
          <a:xfrm>
            <a:off x="272322" y="10161953"/>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90" name="Freeform 7"/>
          <p:cNvSpPr/>
          <p:nvPr/>
        </p:nvSpPr>
        <p:spPr>
          <a:xfrm>
            <a:off x="271529"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91" name="Freeform 7"/>
          <p:cNvSpPr/>
          <p:nvPr/>
        </p:nvSpPr>
        <p:spPr>
          <a:xfrm>
            <a:off x="272322"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92" name="Freeform 7"/>
          <p:cNvSpPr/>
          <p:nvPr/>
        </p:nvSpPr>
        <p:spPr>
          <a:xfrm>
            <a:off x="272322" y="7302293"/>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93" name="TextBox 20"/>
          <p:cNvSpPr txBox="1"/>
          <p:nvPr/>
        </p:nvSpPr>
        <p:spPr>
          <a:xfrm>
            <a:off x="430883"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94" name="TextBox 20"/>
          <p:cNvSpPr txBox="1"/>
          <p:nvPr/>
        </p:nvSpPr>
        <p:spPr>
          <a:xfrm>
            <a:off x="6475322"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95" name="TextBox 20"/>
          <p:cNvSpPr txBox="1"/>
          <p:nvPr/>
        </p:nvSpPr>
        <p:spPr>
          <a:xfrm>
            <a:off x="6475322" y="3989679"/>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796" name="Freeform 7"/>
          <p:cNvSpPr/>
          <p:nvPr/>
        </p:nvSpPr>
        <p:spPr>
          <a:xfrm>
            <a:off x="12247666" y="3917339"/>
            <a:ext cx="5840228" cy="3238501"/>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97" name="Freeform 7"/>
          <p:cNvSpPr/>
          <p:nvPr/>
        </p:nvSpPr>
        <p:spPr>
          <a:xfrm>
            <a:off x="12246872"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98" name="Freeform 7"/>
          <p:cNvSpPr/>
          <p:nvPr/>
        </p:nvSpPr>
        <p:spPr>
          <a:xfrm>
            <a:off x="12247666"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799" name="Freeform 7"/>
          <p:cNvSpPr/>
          <p:nvPr/>
        </p:nvSpPr>
        <p:spPr>
          <a:xfrm>
            <a:off x="12247666"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00" name="TextBox 20"/>
          <p:cNvSpPr txBox="1"/>
          <p:nvPr/>
        </p:nvSpPr>
        <p:spPr>
          <a:xfrm>
            <a:off x="12406227"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01" name="Freeform 7"/>
          <p:cNvSpPr/>
          <p:nvPr/>
        </p:nvSpPr>
        <p:spPr>
          <a:xfrm>
            <a:off x="18229384" y="3917339"/>
            <a:ext cx="5840228" cy="3242966"/>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02" name="Freeform 7"/>
          <p:cNvSpPr/>
          <p:nvPr/>
        </p:nvSpPr>
        <p:spPr>
          <a:xfrm>
            <a:off x="182285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03" name="Freeform 7"/>
          <p:cNvSpPr/>
          <p:nvPr/>
        </p:nvSpPr>
        <p:spPr>
          <a:xfrm>
            <a:off x="18229384"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04" name="Freeform 7"/>
          <p:cNvSpPr/>
          <p:nvPr/>
        </p:nvSpPr>
        <p:spPr>
          <a:xfrm>
            <a:off x="18229384"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05" name="TextBox 20"/>
          <p:cNvSpPr txBox="1"/>
          <p:nvPr/>
        </p:nvSpPr>
        <p:spPr>
          <a:xfrm>
            <a:off x="18450666" y="3989679"/>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06"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7 (EN)">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pic>
        <p:nvPicPr>
          <p:cNvPr id="813" name="FC DEN BOSCH LOGO.png" descr="FC DEN BOSCH LOGO.png"/>
          <p:cNvPicPr>
            <a:picLocks noChangeAspect="1"/>
          </p:cNvPicPr>
          <p:nvPr/>
        </p:nvPicPr>
        <p:blipFill>
          <a:blip r:embed="rId2">
            <a:alphaModFix amt="4998"/>
            <a:extLst/>
          </a:blip>
          <a:srcRect l="0" t="0" r="0" b="0"/>
          <a:stretch>
            <a:fillRect/>
          </a:stretch>
        </p:blipFill>
        <p:spPr>
          <a:xfrm>
            <a:off x="5539581" y="245550"/>
            <a:ext cx="13304655" cy="13304658"/>
          </a:xfrm>
          <a:prstGeom prst="rect">
            <a:avLst/>
          </a:prstGeom>
          <a:ln w="12700">
            <a:miter lim="400000"/>
          </a:ln>
        </p:spPr>
      </p:pic>
      <p:pic>
        <p:nvPicPr>
          <p:cNvPr id="814" name="Afbeelding" descr="Afbeelding"/>
          <p:cNvPicPr>
            <a:picLocks noChangeAspect="1"/>
          </p:cNvPicPr>
          <p:nvPr/>
        </p:nvPicPr>
        <p:blipFill>
          <a:blip r:embed="rId3">
            <a:extLst/>
          </a:blip>
          <a:stretch>
            <a:fillRect/>
          </a:stretch>
        </p:blipFill>
        <p:spPr>
          <a:xfrm>
            <a:off x="18233634" y="12851404"/>
            <a:ext cx="5807787" cy="764061"/>
          </a:xfrm>
          <a:prstGeom prst="rect">
            <a:avLst/>
          </a:prstGeom>
          <a:ln w="12700">
            <a:miter lim="400000"/>
          </a:ln>
        </p:spPr>
      </p:pic>
      <p:pic>
        <p:nvPicPr>
          <p:cNvPr id="815" name="FC DEN BOSCH LOGO.png" descr="FC DEN BOSCH LOGO.png"/>
          <p:cNvPicPr>
            <a:picLocks noChangeAspect="1"/>
          </p:cNvPicPr>
          <p:nvPr/>
        </p:nvPicPr>
        <p:blipFill>
          <a:blip r:embed="rId2">
            <a:extLst/>
          </a:blip>
          <a:stretch>
            <a:fillRect/>
          </a:stretch>
        </p:blipFill>
        <p:spPr>
          <a:xfrm>
            <a:off x="351932" y="12320387"/>
            <a:ext cx="1075888" cy="1075888"/>
          </a:xfrm>
          <a:prstGeom prst="rect">
            <a:avLst/>
          </a:prstGeom>
          <a:ln w="12700">
            <a:miter lim="400000"/>
          </a:ln>
        </p:spPr>
      </p:pic>
      <p:sp>
        <p:nvSpPr>
          <p:cNvPr id="816" name="Freeform 7"/>
          <p:cNvSpPr/>
          <p:nvPr/>
        </p:nvSpPr>
        <p:spPr>
          <a:xfrm>
            <a:off x="18426999"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17" name="Freeform 7"/>
          <p:cNvSpPr/>
          <p:nvPr/>
        </p:nvSpPr>
        <p:spPr>
          <a:xfrm>
            <a:off x="18426205"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18" name="Freeform 7"/>
          <p:cNvSpPr/>
          <p:nvPr/>
        </p:nvSpPr>
        <p:spPr>
          <a:xfrm>
            <a:off x="18426999"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19" name="Freeform 7"/>
          <p:cNvSpPr/>
          <p:nvPr/>
        </p:nvSpPr>
        <p:spPr>
          <a:xfrm>
            <a:off x="18426999"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0" name="Freeform 7"/>
          <p:cNvSpPr/>
          <p:nvPr/>
        </p:nvSpPr>
        <p:spPr>
          <a:xfrm>
            <a:off x="6316762" y="9511862"/>
            <a:ext cx="5840227" cy="227409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1" name="Freeform 7"/>
          <p:cNvSpPr/>
          <p:nvPr/>
        </p:nvSpPr>
        <p:spPr>
          <a:xfrm>
            <a:off x="6315968" y="951186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2" name="Freeform 7"/>
          <p:cNvSpPr/>
          <p:nvPr/>
        </p:nvSpPr>
        <p:spPr>
          <a:xfrm>
            <a:off x="6316762" y="7687154"/>
            <a:ext cx="5840227"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3" name="Freeform 7"/>
          <p:cNvSpPr/>
          <p:nvPr/>
        </p:nvSpPr>
        <p:spPr>
          <a:xfrm>
            <a:off x="6316762" y="6652202"/>
            <a:ext cx="5840227"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4" name="Freeform 7"/>
          <p:cNvSpPr/>
          <p:nvPr/>
        </p:nvSpPr>
        <p:spPr>
          <a:xfrm>
            <a:off x="292186" y="9511862"/>
            <a:ext cx="5840228" cy="227409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5" name="Freeform 7"/>
          <p:cNvSpPr/>
          <p:nvPr/>
        </p:nvSpPr>
        <p:spPr>
          <a:xfrm>
            <a:off x="291392" y="951186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6" name="Freeform 7"/>
          <p:cNvSpPr/>
          <p:nvPr/>
        </p:nvSpPr>
        <p:spPr>
          <a:xfrm>
            <a:off x="292186" y="7687154"/>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7" name="Freeform 7"/>
          <p:cNvSpPr/>
          <p:nvPr/>
        </p:nvSpPr>
        <p:spPr>
          <a:xfrm>
            <a:off x="292186" y="6652202"/>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8" name="Freeform 7"/>
          <p:cNvSpPr/>
          <p:nvPr/>
        </p:nvSpPr>
        <p:spPr>
          <a:xfrm>
            <a:off x="12407185"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29" name="Freeform 7"/>
          <p:cNvSpPr/>
          <p:nvPr/>
        </p:nvSpPr>
        <p:spPr>
          <a:xfrm>
            <a:off x="124063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0" name="Freeform 7"/>
          <p:cNvSpPr/>
          <p:nvPr/>
        </p:nvSpPr>
        <p:spPr>
          <a:xfrm>
            <a:off x="12407185"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1" name="Freeform 7"/>
          <p:cNvSpPr/>
          <p:nvPr/>
        </p:nvSpPr>
        <p:spPr>
          <a:xfrm>
            <a:off x="12407185"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2" name="Freeform 7"/>
          <p:cNvSpPr/>
          <p:nvPr/>
        </p:nvSpPr>
        <p:spPr>
          <a:xfrm>
            <a:off x="6316762" y="3934511"/>
            <a:ext cx="5840227"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3" name="Freeform 7"/>
          <p:cNvSpPr/>
          <p:nvPr/>
        </p:nvSpPr>
        <p:spPr>
          <a:xfrm>
            <a:off x="6315968" y="3934511"/>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4" name="Freeform 7"/>
          <p:cNvSpPr/>
          <p:nvPr/>
        </p:nvSpPr>
        <p:spPr>
          <a:xfrm>
            <a:off x="6316762" y="2109803"/>
            <a:ext cx="5840227"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5" name="Freeform 7"/>
          <p:cNvSpPr/>
          <p:nvPr/>
        </p:nvSpPr>
        <p:spPr>
          <a:xfrm>
            <a:off x="6316762" y="1074851"/>
            <a:ext cx="5840227"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6" name="Freeform 7"/>
          <p:cNvSpPr/>
          <p:nvPr/>
        </p:nvSpPr>
        <p:spPr>
          <a:xfrm>
            <a:off x="12374642" y="9544207"/>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7" name="Freeform 7"/>
          <p:cNvSpPr/>
          <p:nvPr/>
        </p:nvSpPr>
        <p:spPr>
          <a:xfrm>
            <a:off x="12373848" y="9544207"/>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8" name="Freeform 7"/>
          <p:cNvSpPr/>
          <p:nvPr/>
        </p:nvSpPr>
        <p:spPr>
          <a:xfrm>
            <a:off x="12374642" y="7719499"/>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39" name="Freeform 7"/>
          <p:cNvSpPr/>
          <p:nvPr/>
        </p:nvSpPr>
        <p:spPr>
          <a:xfrm>
            <a:off x="12374642" y="6684547"/>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40" name="Freeform 7"/>
          <p:cNvSpPr/>
          <p:nvPr/>
        </p:nvSpPr>
        <p:spPr>
          <a:xfrm>
            <a:off x="272322"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41"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42"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43" name="Freeform 7"/>
          <p:cNvSpPr/>
          <p:nvPr/>
        </p:nvSpPr>
        <p:spPr>
          <a:xfrm>
            <a:off x="27232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44"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845" name="TextBox 20"/>
          <p:cNvSpPr txBox="1"/>
          <p:nvPr/>
        </p:nvSpPr>
        <p:spPr>
          <a:xfrm>
            <a:off x="6484927" y="4025503"/>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846" name="TextBox 20"/>
          <p:cNvSpPr txBox="1"/>
          <p:nvPr/>
        </p:nvSpPr>
        <p:spPr>
          <a:xfrm>
            <a:off x="12538970"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847" name="TextBox 20"/>
          <p:cNvSpPr txBox="1"/>
          <p:nvPr/>
        </p:nvSpPr>
        <p:spPr>
          <a:xfrm>
            <a:off x="1859301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848" name="TextBox 20"/>
          <p:cNvSpPr txBox="1"/>
          <p:nvPr/>
        </p:nvSpPr>
        <p:spPr>
          <a:xfrm>
            <a:off x="405483" y="9642721"/>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849" name="TextBox 20"/>
          <p:cNvSpPr txBox="1"/>
          <p:nvPr/>
        </p:nvSpPr>
        <p:spPr>
          <a:xfrm>
            <a:off x="6459526" y="9619658"/>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850" name="TextBox 20"/>
          <p:cNvSpPr txBox="1"/>
          <p:nvPr/>
        </p:nvSpPr>
        <p:spPr>
          <a:xfrm>
            <a:off x="12513570" y="9642721"/>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851"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7">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pic>
        <p:nvPicPr>
          <p:cNvPr id="858" name="FC DEN BOSCH LOGO.png" descr="FC DEN BOSCH LOGO.png"/>
          <p:cNvPicPr>
            <a:picLocks noChangeAspect="1"/>
          </p:cNvPicPr>
          <p:nvPr/>
        </p:nvPicPr>
        <p:blipFill>
          <a:blip r:embed="rId2">
            <a:alphaModFix amt="4998"/>
            <a:extLst/>
          </a:blip>
          <a:srcRect l="0" t="0" r="0" b="0"/>
          <a:stretch>
            <a:fillRect/>
          </a:stretch>
        </p:blipFill>
        <p:spPr>
          <a:xfrm>
            <a:off x="5539581" y="245550"/>
            <a:ext cx="13304655" cy="13304658"/>
          </a:xfrm>
          <a:prstGeom prst="rect">
            <a:avLst/>
          </a:prstGeom>
          <a:ln w="12700">
            <a:miter lim="400000"/>
          </a:ln>
        </p:spPr>
      </p:pic>
      <p:pic>
        <p:nvPicPr>
          <p:cNvPr id="859" name="Afbeelding" descr="Afbeelding"/>
          <p:cNvPicPr>
            <a:picLocks noChangeAspect="1"/>
          </p:cNvPicPr>
          <p:nvPr/>
        </p:nvPicPr>
        <p:blipFill>
          <a:blip r:embed="rId3">
            <a:extLst/>
          </a:blip>
          <a:stretch>
            <a:fillRect/>
          </a:stretch>
        </p:blipFill>
        <p:spPr>
          <a:xfrm>
            <a:off x="18233634" y="12851404"/>
            <a:ext cx="5807787" cy="764061"/>
          </a:xfrm>
          <a:prstGeom prst="rect">
            <a:avLst/>
          </a:prstGeom>
          <a:ln w="12700">
            <a:miter lim="400000"/>
          </a:ln>
        </p:spPr>
      </p:pic>
      <p:pic>
        <p:nvPicPr>
          <p:cNvPr id="860" name="FC DEN BOSCH LOGO.png" descr="FC DEN BOSCH LOGO.png"/>
          <p:cNvPicPr>
            <a:picLocks noChangeAspect="1"/>
          </p:cNvPicPr>
          <p:nvPr/>
        </p:nvPicPr>
        <p:blipFill>
          <a:blip r:embed="rId2">
            <a:extLst/>
          </a:blip>
          <a:stretch>
            <a:fillRect/>
          </a:stretch>
        </p:blipFill>
        <p:spPr>
          <a:xfrm>
            <a:off x="351932" y="12320387"/>
            <a:ext cx="1075888" cy="1075888"/>
          </a:xfrm>
          <a:prstGeom prst="rect">
            <a:avLst/>
          </a:prstGeom>
          <a:ln w="12700">
            <a:miter lim="400000"/>
          </a:ln>
        </p:spPr>
      </p:pic>
      <p:sp>
        <p:nvSpPr>
          <p:cNvPr id="861" name="Freeform 7"/>
          <p:cNvSpPr/>
          <p:nvPr/>
        </p:nvSpPr>
        <p:spPr>
          <a:xfrm>
            <a:off x="18426999"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62" name="Freeform 7"/>
          <p:cNvSpPr/>
          <p:nvPr/>
        </p:nvSpPr>
        <p:spPr>
          <a:xfrm>
            <a:off x="18426205"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63" name="Freeform 7"/>
          <p:cNvSpPr/>
          <p:nvPr/>
        </p:nvSpPr>
        <p:spPr>
          <a:xfrm>
            <a:off x="18426999"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64" name="Freeform 7"/>
          <p:cNvSpPr/>
          <p:nvPr/>
        </p:nvSpPr>
        <p:spPr>
          <a:xfrm>
            <a:off x="18426999"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65" name="TextBox 20"/>
          <p:cNvSpPr txBox="1"/>
          <p:nvPr/>
        </p:nvSpPr>
        <p:spPr>
          <a:xfrm>
            <a:off x="18585560"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66" name="Freeform 7"/>
          <p:cNvSpPr/>
          <p:nvPr/>
        </p:nvSpPr>
        <p:spPr>
          <a:xfrm>
            <a:off x="6316762" y="9511862"/>
            <a:ext cx="5840227" cy="227409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67" name="Freeform 7"/>
          <p:cNvSpPr/>
          <p:nvPr/>
        </p:nvSpPr>
        <p:spPr>
          <a:xfrm>
            <a:off x="6315968" y="951186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68" name="Freeform 7"/>
          <p:cNvSpPr/>
          <p:nvPr/>
        </p:nvSpPr>
        <p:spPr>
          <a:xfrm>
            <a:off x="6316762" y="7687154"/>
            <a:ext cx="5840227"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69" name="Freeform 7"/>
          <p:cNvSpPr/>
          <p:nvPr/>
        </p:nvSpPr>
        <p:spPr>
          <a:xfrm>
            <a:off x="6316762" y="6652202"/>
            <a:ext cx="5840227"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70" name="TextBox 20"/>
          <p:cNvSpPr txBox="1"/>
          <p:nvPr/>
        </p:nvSpPr>
        <p:spPr>
          <a:xfrm>
            <a:off x="6475322" y="9592431"/>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71" name="Freeform 7"/>
          <p:cNvSpPr/>
          <p:nvPr/>
        </p:nvSpPr>
        <p:spPr>
          <a:xfrm>
            <a:off x="292186" y="9511862"/>
            <a:ext cx="5840228" cy="227409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72" name="Freeform 7"/>
          <p:cNvSpPr/>
          <p:nvPr/>
        </p:nvSpPr>
        <p:spPr>
          <a:xfrm>
            <a:off x="291392" y="9511862"/>
            <a:ext cx="5840228"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73" name="Freeform 7"/>
          <p:cNvSpPr/>
          <p:nvPr/>
        </p:nvSpPr>
        <p:spPr>
          <a:xfrm>
            <a:off x="292186" y="7687154"/>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74" name="Freeform 7"/>
          <p:cNvSpPr/>
          <p:nvPr/>
        </p:nvSpPr>
        <p:spPr>
          <a:xfrm>
            <a:off x="292186" y="6652202"/>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75" name="TextBox 20"/>
          <p:cNvSpPr txBox="1"/>
          <p:nvPr/>
        </p:nvSpPr>
        <p:spPr>
          <a:xfrm>
            <a:off x="450747" y="9592431"/>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76" name="Freeform 7"/>
          <p:cNvSpPr/>
          <p:nvPr/>
        </p:nvSpPr>
        <p:spPr>
          <a:xfrm>
            <a:off x="12407185"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77" name="Freeform 7"/>
          <p:cNvSpPr/>
          <p:nvPr/>
        </p:nvSpPr>
        <p:spPr>
          <a:xfrm>
            <a:off x="124063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78" name="Freeform 7"/>
          <p:cNvSpPr/>
          <p:nvPr/>
        </p:nvSpPr>
        <p:spPr>
          <a:xfrm>
            <a:off x="12407185"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79" name="Freeform 7"/>
          <p:cNvSpPr/>
          <p:nvPr/>
        </p:nvSpPr>
        <p:spPr>
          <a:xfrm>
            <a:off x="12407185"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80" name="TextBox 20"/>
          <p:cNvSpPr txBox="1"/>
          <p:nvPr/>
        </p:nvSpPr>
        <p:spPr>
          <a:xfrm>
            <a:off x="12565746"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81" name="Freeform 7"/>
          <p:cNvSpPr/>
          <p:nvPr/>
        </p:nvSpPr>
        <p:spPr>
          <a:xfrm>
            <a:off x="6316762" y="3934511"/>
            <a:ext cx="5840227"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82" name="Freeform 7"/>
          <p:cNvSpPr/>
          <p:nvPr/>
        </p:nvSpPr>
        <p:spPr>
          <a:xfrm>
            <a:off x="6315968" y="3934511"/>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83" name="Freeform 7"/>
          <p:cNvSpPr/>
          <p:nvPr/>
        </p:nvSpPr>
        <p:spPr>
          <a:xfrm>
            <a:off x="6316762" y="2109803"/>
            <a:ext cx="5840227"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84" name="Freeform 7"/>
          <p:cNvSpPr/>
          <p:nvPr/>
        </p:nvSpPr>
        <p:spPr>
          <a:xfrm>
            <a:off x="6316762" y="1074851"/>
            <a:ext cx="5840227"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85" name="TextBox 20"/>
          <p:cNvSpPr txBox="1"/>
          <p:nvPr/>
        </p:nvSpPr>
        <p:spPr>
          <a:xfrm>
            <a:off x="6475322" y="4015079"/>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86" name="Freeform 7"/>
          <p:cNvSpPr/>
          <p:nvPr/>
        </p:nvSpPr>
        <p:spPr>
          <a:xfrm>
            <a:off x="12374642" y="9544207"/>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87" name="Freeform 7"/>
          <p:cNvSpPr/>
          <p:nvPr/>
        </p:nvSpPr>
        <p:spPr>
          <a:xfrm>
            <a:off x="12373848" y="9544207"/>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88" name="Freeform 7"/>
          <p:cNvSpPr/>
          <p:nvPr/>
        </p:nvSpPr>
        <p:spPr>
          <a:xfrm>
            <a:off x="12374642" y="7719499"/>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89" name="Freeform 7"/>
          <p:cNvSpPr/>
          <p:nvPr/>
        </p:nvSpPr>
        <p:spPr>
          <a:xfrm>
            <a:off x="12374642" y="6684547"/>
            <a:ext cx="5840228" cy="88026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90" name="TextBox 20"/>
          <p:cNvSpPr txBox="1"/>
          <p:nvPr/>
        </p:nvSpPr>
        <p:spPr>
          <a:xfrm>
            <a:off x="12533203" y="9624776"/>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91" name="Freeform 7"/>
          <p:cNvSpPr/>
          <p:nvPr/>
        </p:nvSpPr>
        <p:spPr>
          <a:xfrm>
            <a:off x="272322" y="3917339"/>
            <a:ext cx="5840228" cy="2274093"/>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92"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93"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94" name="Freeform 7"/>
          <p:cNvSpPr/>
          <p:nvPr/>
        </p:nvSpPr>
        <p:spPr>
          <a:xfrm>
            <a:off x="272322" y="1057679"/>
            <a:ext cx="5840228" cy="880264"/>
          </a:xfrm>
          <a:prstGeom prst="rect">
            <a:avLst/>
          </a:prstGeom>
          <a:solidFill>
            <a:srgbClr val="173883"/>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895"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rgbClr val="173883"/>
                </a:solidFill>
                <a:uFill>
                  <a:solidFill>
                    <a:srgbClr val="525252"/>
                  </a:solidFill>
                </a:uFill>
                <a:latin typeface="Century Gothic"/>
                <a:ea typeface="Century Gothic"/>
                <a:cs typeface="Century Gothic"/>
                <a:sym typeface="Century Gothic"/>
              </a:defRPr>
            </a:lvl1pPr>
          </a:lstStyle>
          <a:p>
            <a:pPr/>
            <a:r>
              <a:t>Hoe beoordelen we dit?</a:t>
            </a:r>
          </a:p>
        </p:txBody>
      </p:sp>
      <p:sp>
        <p:nvSpPr>
          <p:cNvPr id="896"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ideo (EN)">
    <p:spTree>
      <p:nvGrpSpPr>
        <p:cNvPr id="1" name=""/>
        <p:cNvGrpSpPr/>
        <p:nvPr/>
      </p:nvGrpSpPr>
      <p:grpSpPr>
        <a:xfrm>
          <a:off x="0" y="0"/>
          <a:ext cx="0" cy="0"/>
          <a:chOff x="0" y="0"/>
          <a:chExt cx="0" cy="0"/>
        </a:xfrm>
      </p:grpSpPr>
      <p:pic>
        <p:nvPicPr>
          <p:cNvPr id="903" name="1a829d35-5178-35a6-9931-7ccc1d4b5528.jpg" descr="1a829d35-5178-35a6-9931-7ccc1d4b5528.jpg"/>
          <p:cNvPicPr>
            <a:picLocks noChangeAspect="0"/>
          </p:cNvPicPr>
          <p:nvPr/>
        </p:nvPicPr>
        <p:blipFill>
          <a:blip r:embed="rId2">
            <a:alphaModFix amt="16276"/>
            <a:extLst/>
          </a:blip>
          <a:srcRect l="0" t="20" r="0" b="20"/>
          <a:stretch>
            <a:fillRect/>
          </a:stretch>
        </p:blipFill>
        <p:spPr>
          <a:xfrm>
            <a:off x="-38085" y="-7597"/>
            <a:ext cx="24460170" cy="13731193"/>
          </a:xfrm>
          <a:prstGeom prst="rect">
            <a:avLst/>
          </a:prstGeom>
          <a:ln w="12700">
            <a:miter lim="400000"/>
          </a:ln>
        </p:spPr>
      </p:pic>
      <p:sp>
        <p:nvSpPr>
          <p:cNvPr id="904"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05"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06" name="Rechthoek"/>
          <p:cNvSpPr/>
          <p:nvPr/>
        </p:nvSpPr>
        <p:spPr>
          <a:xfrm>
            <a:off x="19449020" y="217668"/>
            <a:ext cx="4846080" cy="3247447"/>
          </a:xfrm>
          <a:prstGeom prst="rect">
            <a:avLst/>
          </a:prstGeom>
          <a:solidFill>
            <a:srgbClr val="173883">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07" name="Lijn"/>
          <p:cNvSpPr/>
          <p:nvPr/>
        </p:nvSpPr>
        <p:spPr>
          <a:xfrm>
            <a:off x="19512520" y="1782799"/>
            <a:ext cx="4719080" cy="1"/>
          </a:xfrm>
          <a:prstGeom prst="line">
            <a:avLst/>
          </a:prstGeom>
          <a:ln w="101600">
            <a:solidFill>
              <a:srgbClr val="173883"/>
            </a:solidFill>
            <a:miter lim="400000"/>
          </a:ln>
        </p:spPr>
        <p:txBody>
          <a:bodyPr lIns="50800" tIns="50800" rIns="50800" bIns="50800" anchor="ctr"/>
          <a:lstStyle/>
          <a:p>
            <a:pPr/>
          </a:p>
        </p:txBody>
      </p:sp>
      <p:sp>
        <p:nvSpPr>
          <p:cNvPr id="908"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09"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rgbClr val="183883"/>
                </a:solidFill>
                <a:uFill>
                  <a:solidFill>
                    <a:srgbClr val="525252"/>
                  </a:solidFill>
                </a:uFill>
                <a:latin typeface="Century Gothic"/>
                <a:ea typeface="Century Gothic"/>
                <a:cs typeface="Century Gothic"/>
                <a:sym typeface="Century Gothic"/>
              </a:defRPr>
            </a:lvl1pPr>
          </a:lstStyle>
          <a:p>
            <a:pPr/>
            <a:r>
              <a:t>How do we asses this?</a:t>
            </a:r>
          </a:p>
        </p:txBody>
      </p:sp>
      <p:sp>
        <p:nvSpPr>
          <p:cNvPr id="910" name="Lijn"/>
          <p:cNvSpPr/>
          <p:nvPr/>
        </p:nvSpPr>
        <p:spPr>
          <a:xfrm>
            <a:off x="19559358" y="3876752"/>
            <a:ext cx="3084727" cy="1"/>
          </a:xfrm>
          <a:prstGeom prst="line">
            <a:avLst/>
          </a:prstGeom>
          <a:ln w="25400">
            <a:solidFill>
              <a:srgbClr val="183883"/>
            </a:solidFill>
            <a:miter lim="400000"/>
          </a:ln>
        </p:spPr>
        <p:txBody>
          <a:bodyPr lIns="50800" tIns="50800" rIns="50800" bIns="50800" anchor="ctr"/>
          <a:lstStyle/>
          <a:p>
            <a:pPr/>
          </a:p>
        </p:txBody>
      </p:sp>
      <p:sp>
        <p:nvSpPr>
          <p:cNvPr id="911"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g kopie 8">
    <p:bg>
      <p:bgPr>
        <a:gradFill flip="none" rotWithShape="1">
          <a:gsLst>
            <a:gs pos="0">
              <a:srgbClr val="000000"/>
            </a:gs>
            <a:gs pos="100000">
              <a:srgbClr val="DA3832"/>
            </a:gs>
          </a:gsLst>
          <a:lin ang="9897784" scaled="0"/>
        </a:gradFill>
      </p:bgPr>
    </p:bg>
    <p:spTree>
      <p:nvGrpSpPr>
        <p:cNvPr id="1" name=""/>
        <p:cNvGrpSpPr/>
        <p:nvPr/>
      </p:nvGrpSpPr>
      <p:grpSpPr>
        <a:xfrm>
          <a:off x="0" y="0"/>
          <a:ext cx="0" cy="0"/>
          <a:chOff x="0" y="0"/>
          <a:chExt cx="0" cy="0"/>
        </a:xfrm>
      </p:grpSpPr>
      <p:pic>
        <p:nvPicPr>
          <p:cNvPr id="918" name="Afbeelding" descr="Afbeelding"/>
          <p:cNvPicPr>
            <a:picLocks noChangeAspect="1"/>
          </p:cNvPicPr>
          <p:nvPr/>
        </p:nvPicPr>
        <p:blipFill>
          <a:blip r:embed="rId2">
            <a:alphaModFix amt="70678"/>
            <a:extLst/>
          </a:blip>
          <a:stretch>
            <a:fillRect/>
          </a:stretch>
        </p:blipFill>
        <p:spPr>
          <a:xfrm>
            <a:off x="5242424" y="215842"/>
            <a:ext cx="13520184" cy="13621452"/>
          </a:xfrm>
          <a:prstGeom prst="rect">
            <a:avLst/>
          </a:prstGeom>
          <a:ln w="12700">
            <a:miter lim="400000"/>
          </a:ln>
        </p:spPr>
      </p:pic>
      <p:pic>
        <p:nvPicPr>
          <p:cNvPr id="919" name="FC_Pro_Vercelli_1892.svg.png" descr="FC_Pro_Vercelli_1892.svg.png"/>
          <p:cNvPicPr>
            <a:picLocks noChangeAspect="1"/>
          </p:cNvPicPr>
          <p:nvPr/>
        </p:nvPicPr>
        <p:blipFill>
          <a:blip r:embed="rId3">
            <a:extLst/>
          </a:blip>
          <a:srcRect l="0" t="0" r="0" b="0"/>
          <a:stretch>
            <a:fillRect/>
          </a:stretch>
        </p:blipFill>
        <p:spPr>
          <a:xfrm>
            <a:off x="652843" y="11597034"/>
            <a:ext cx="1321258" cy="1825537"/>
          </a:xfrm>
          <a:prstGeom prst="rect">
            <a:avLst/>
          </a:prstGeom>
          <a:ln w="12700">
            <a:miter lim="400000"/>
          </a:ln>
        </p:spPr>
      </p:pic>
      <p:pic>
        <p:nvPicPr>
          <p:cNvPr id="920" name="Afbeelding" descr="Afbeelding"/>
          <p:cNvPicPr>
            <a:picLocks noChangeAspect="1"/>
          </p:cNvPicPr>
          <p:nvPr/>
        </p:nvPicPr>
        <p:blipFill>
          <a:blip r:embed="rId4">
            <a:extLst/>
          </a:blip>
          <a:stretch>
            <a:fillRect/>
          </a:stretch>
        </p:blipFill>
        <p:spPr>
          <a:xfrm>
            <a:off x="16842824" y="12357920"/>
            <a:ext cx="7184464" cy="945175"/>
          </a:xfrm>
          <a:prstGeom prst="rect">
            <a:avLst/>
          </a:prstGeom>
          <a:ln w="12700">
            <a:miter lim="400000"/>
          </a:ln>
        </p:spPr>
      </p:pic>
      <p:pic>
        <p:nvPicPr>
          <p:cNvPr id="921" name="01.+ witFOURTEEN LOGO BLACK WHITE kopie.pdf" descr="01.+ witFOURTEEN LOGO BLACK WHITE kopie.pdf"/>
          <p:cNvPicPr>
            <a:picLocks noChangeAspect="1"/>
          </p:cNvPicPr>
          <p:nvPr/>
        </p:nvPicPr>
        <p:blipFill>
          <a:blip r:embed="rId5">
            <a:extLst/>
          </a:blip>
          <a:stretch>
            <a:fillRect/>
          </a:stretch>
        </p:blipFill>
        <p:spPr>
          <a:xfrm>
            <a:off x="2821564" y="11810017"/>
            <a:ext cx="1825537" cy="1399573"/>
          </a:xfrm>
          <a:prstGeom prst="rect">
            <a:avLst/>
          </a:prstGeom>
          <a:ln w="12700">
            <a:miter lim="400000"/>
          </a:ln>
        </p:spPr>
      </p:pic>
      <p:sp>
        <p:nvSpPr>
          <p:cNvPr id="922" name="Rechthoek"/>
          <p:cNvSpPr/>
          <p:nvPr/>
        </p:nvSpPr>
        <p:spPr>
          <a:xfrm>
            <a:off x="6746544" y="8618893"/>
            <a:ext cx="10890913" cy="1270001"/>
          </a:xfrm>
          <a:prstGeom prst="rect">
            <a:avLst/>
          </a:prstGeom>
          <a:solidFill>
            <a:srgbClr val="FFFFFF">
              <a:alpha val="73066"/>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2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termination">
    <p:spTree>
      <p:nvGrpSpPr>
        <p:cNvPr id="1" name=""/>
        <p:cNvGrpSpPr/>
        <p:nvPr/>
      </p:nvGrpSpPr>
      <p:grpSpPr>
        <a:xfrm>
          <a:off x="0" y="0"/>
          <a:ext cx="0" cy="0"/>
          <a:chOff x="0" y="0"/>
          <a:chExt cx="0" cy="0"/>
        </a:xfrm>
      </p:grpSpPr>
      <p:sp>
        <p:nvSpPr>
          <p:cNvPr id="930"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31"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32" name="Rechthoek"/>
          <p:cNvSpPr/>
          <p:nvPr/>
        </p:nvSpPr>
        <p:spPr>
          <a:xfrm>
            <a:off x="19449020" y="217668"/>
            <a:ext cx="4846080" cy="3247447"/>
          </a:xfrm>
          <a:prstGeom prst="rect">
            <a:avLst/>
          </a:prstGeom>
          <a:solidFill>
            <a:srgbClr val="DA3832">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33" name="Lijn"/>
          <p:cNvSpPr/>
          <p:nvPr/>
        </p:nvSpPr>
        <p:spPr>
          <a:xfrm>
            <a:off x="19512520" y="1782799"/>
            <a:ext cx="4719080" cy="1"/>
          </a:xfrm>
          <a:prstGeom prst="line">
            <a:avLst/>
          </a:prstGeom>
          <a:ln w="101600">
            <a:solidFill>
              <a:srgbClr val="DA3832"/>
            </a:solidFill>
            <a:miter lim="400000"/>
          </a:ln>
        </p:spPr>
        <p:txBody>
          <a:bodyPr lIns="50800" tIns="50800" rIns="50800" bIns="50800" anchor="ctr"/>
          <a:lstStyle/>
          <a:p>
            <a:pPr/>
          </a:p>
        </p:txBody>
      </p:sp>
      <p:sp>
        <p:nvSpPr>
          <p:cNvPr id="934"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35"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 this?</a:t>
            </a:r>
          </a:p>
        </p:txBody>
      </p:sp>
      <p:sp>
        <p:nvSpPr>
          <p:cNvPr id="936" name="Lijn"/>
          <p:cNvSpPr/>
          <p:nvPr/>
        </p:nvSpPr>
        <p:spPr>
          <a:xfrm>
            <a:off x="19559358" y="3876752"/>
            <a:ext cx="3084727"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pic>
        <p:nvPicPr>
          <p:cNvPr id="937" name="Afbeelding" descr="Afbeelding"/>
          <p:cNvPicPr>
            <a:picLocks noChangeAspect="1"/>
          </p:cNvPicPr>
          <p:nvPr/>
        </p:nvPicPr>
        <p:blipFill>
          <a:blip r:embed="rId2">
            <a:alphaModFix amt="21198"/>
            <a:extLst/>
          </a:blip>
          <a:stretch>
            <a:fillRect/>
          </a:stretch>
        </p:blipFill>
        <p:spPr>
          <a:xfrm>
            <a:off x="-3833587" y="59525"/>
            <a:ext cx="28350596" cy="13785477"/>
          </a:xfrm>
          <a:prstGeom prst="rect">
            <a:avLst/>
          </a:prstGeom>
          <a:ln w="12700">
            <a:miter lim="400000"/>
          </a:ln>
        </p:spPr>
      </p:pic>
      <p:sp>
        <p:nvSpPr>
          <p:cNvPr id="938" name="Determination"/>
          <p:cNvSpPr txBox="1"/>
          <p:nvPr/>
        </p:nvSpPr>
        <p:spPr>
          <a:xfrm>
            <a:off x="19522346" y="1002592"/>
            <a:ext cx="22098604"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900">
                <a:solidFill>
                  <a:srgbClr val="FFFFFF"/>
                </a:solidFill>
                <a:uFill>
                  <a:solidFill>
                    <a:srgbClr val="525252"/>
                  </a:solidFill>
                </a:uFill>
                <a:latin typeface="Century Gothic"/>
                <a:ea typeface="Century Gothic"/>
                <a:cs typeface="Century Gothic"/>
                <a:sym typeface="Century Gothic"/>
              </a:defRPr>
            </a:lvl1pPr>
          </a:lstStyle>
          <a:p>
            <a:pPr/>
            <a:r>
              <a:t>Determination</a:t>
            </a:r>
          </a:p>
        </p:txBody>
      </p:sp>
      <p:sp>
        <p:nvSpPr>
          <p:cNvPr id="939" name="TextBox 30"/>
          <p:cNvSpPr txBox="1"/>
          <p:nvPr/>
        </p:nvSpPr>
        <p:spPr>
          <a:xfrm>
            <a:off x="19792143" y="2244058"/>
            <a:ext cx="4159834" cy="838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18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“Showing strong will, persistence, and commitment to succeed, even in difficult situations”</a:t>
            </a:r>
          </a:p>
        </p:txBody>
      </p:sp>
      <p:sp>
        <p:nvSpPr>
          <p:cNvPr id="940" name="TextBox 31"/>
          <p:cNvSpPr txBox="1"/>
          <p:nvPr/>
        </p:nvSpPr>
        <p:spPr>
          <a:xfrm>
            <a:off x="19511241" y="3973045"/>
            <a:ext cx="4721638" cy="2438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Emotion control</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Behaviour (by result)</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Mourning</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Inspiring others</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Never give up</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Fight until the end</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Always 100%</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t>
            </a:r>
          </a:p>
        </p:txBody>
      </p:sp>
      <p:sp>
        <p:nvSpPr>
          <p:cNvPr id="941"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ility">
    <p:spTree>
      <p:nvGrpSpPr>
        <p:cNvPr id="1" name=""/>
        <p:cNvGrpSpPr/>
        <p:nvPr/>
      </p:nvGrpSpPr>
      <p:grpSpPr>
        <a:xfrm>
          <a:off x="0" y="0"/>
          <a:ext cx="0" cy="0"/>
          <a:chOff x="0" y="0"/>
          <a:chExt cx="0" cy="0"/>
        </a:xfrm>
      </p:grpSpPr>
      <p:sp>
        <p:nvSpPr>
          <p:cNvPr id="948"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49"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50" name="Rechthoek"/>
          <p:cNvSpPr/>
          <p:nvPr/>
        </p:nvSpPr>
        <p:spPr>
          <a:xfrm>
            <a:off x="19449020" y="217668"/>
            <a:ext cx="4846080" cy="3247447"/>
          </a:xfrm>
          <a:prstGeom prst="rect">
            <a:avLst/>
          </a:prstGeom>
          <a:solidFill>
            <a:srgbClr val="DA3832">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51" name="Lijn"/>
          <p:cNvSpPr/>
          <p:nvPr/>
        </p:nvSpPr>
        <p:spPr>
          <a:xfrm>
            <a:off x="19512520" y="1782799"/>
            <a:ext cx="4719080" cy="1"/>
          </a:xfrm>
          <a:prstGeom prst="line">
            <a:avLst/>
          </a:prstGeom>
          <a:ln w="101600">
            <a:solidFill>
              <a:srgbClr val="DA3832"/>
            </a:solidFill>
            <a:miter lim="400000"/>
          </a:ln>
        </p:spPr>
        <p:txBody>
          <a:bodyPr lIns="50800" tIns="50800" rIns="50800" bIns="50800" anchor="ctr"/>
          <a:lstStyle/>
          <a:p>
            <a:pPr/>
          </a:p>
        </p:txBody>
      </p:sp>
      <p:sp>
        <p:nvSpPr>
          <p:cNvPr id="952"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53"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 this?</a:t>
            </a:r>
          </a:p>
        </p:txBody>
      </p:sp>
      <p:sp>
        <p:nvSpPr>
          <p:cNvPr id="954" name="Lijn"/>
          <p:cNvSpPr/>
          <p:nvPr/>
        </p:nvSpPr>
        <p:spPr>
          <a:xfrm>
            <a:off x="19559358" y="3876752"/>
            <a:ext cx="3084727"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pic>
        <p:nvPicPr>
          <p:cNvPr id="955" name="Afbeelding" descr="Afbeelding"/>
          <p:cNvPicPr>
            <a:picLocks noChangeAspect="1"/>
          </p:cNvPicPr>
          <p:nvPr/>
        </p:nvPicPr>
        <p:blipFill>
          <a:blip r:embed="rId2">
            <a:alphaModFix amt="21198"/>
            <a:extLst/>
          </a:blip>
          <a:stretch>
            <a:fillRect/>
          </a:stretch>
        </p:blipFill>
        <p:spPr>
          <a:xfrm>
            <a:off x="-3833587" y="59525"/>
            <a:ext cx="28350596" cy="13785477"/>
          </a:xfrm>
          <a:prstGeom prst="rect">
            <a:avLst/>
          </a:prstGeom>
          <a:ln w="12700">
            <a:miter lim="400000"/>
          </a:ln>
        </p:spPr>
      </p:pic>
      <p:sp>
        <p:nvSpPr>
          <p:cNvPr id="956" name="Agility"/>
          <p:cNvSpPr txBox="1"/>
          <p:nvPr/>
        </p:nvSpPr>
        <p:spPr>
          <a:xfrm>
            <a:off x="19522346" y="1002592"/>
            <a:ext cx="22098604"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900">
                <a:solidFill>
                  <a:srgbClr val="FFFFFF"/>
                </a:solidFill>
                <a:uFill>
                  <a:solidFill>
                    <a:srgbClr val="525252"/>
                  </a:solidFill>
                </a:uFill>
                <a:latin typeface="Century Gothic"/>
                <a:ea typeface="Century Gothic"/>
                <a:cs typeface="Century Gothic"/>
                <a:sym typeface="Century Gothic"/>
              </a:defRPr>
            </a:lvl1pPr>
          </a:lstStyle>
          <a:p>
            <a:pPr/>
            <a:r>
              <a:t>Agility</a:t>
            </a:r>
          </a:p>
        </p:txBody>
      </p:sp>
      <p:sp>
        <p:nvSpPr>
          <p:cNvPr id="957" name="TextBox 30"/>
          <p:cNvSpPr txBox="1"/>
          <p:nvPr/>
        </p:nvSpPr>
        <p:spPr>
          <a:xfrm>
            <a:off x="19792143" y="2104358"/>
            <a:ext cx="4159834" cy="1117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18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“Quickly change direction, accelerate, and control body movement while maintaining balance”</a:t>
            </a:r>
          </a:p>
        </p:txBody>
      </p:sp>
      <p:sp>
        <p:nvSpPr>
          <p:cNvPr id="958" name="TextBox 31"/>
          <p:cNvSpPr txBox="1"/>
          <p:nvPr/>
        </p:nvSpPr>
        <p:spPr>
          <a:xfrm>
            <a:off x="19511241" y="3973045"/>
            <a:ext cx="4721638" cy="213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Reaction speed</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Footwork</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Balance</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Center of gravity</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Change of direction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Mobility</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t>
            </a:r>
          </a:p>
        </p:txBody>
      </p:sp>
      <p:sp>
        <p:nvSpPr>
          <p:cNvPr id="95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mina">
    <p:spTree>
      <p:nvGrpSpPr>
        <p:cNvPr id="1" name=""/>
        <p:cNvGrpSpPr/>
        <p:nvPr/>
      </p:nvGrpSpPr>
      <p:grpSpPr>
        <a:xfrm>
          <a:off x="0" y="0"/>
          <a:ext cx="0" cy="0"/>
          <a:chOff x="0" y="0"/>
          <a:chExt cx="0" cy="0"/>
        </a:xfrm>
      </p:grpSpPr>
      <p:sp>
        <p:nvSpPr>
          <p:cNvPr id="966"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67"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68" name="Rechthoek"/>
          <p:cNvSpPr/>
          <p:nvPr/>
        </p:nvSpPr>
        <p:spPr>
          <a:xfrm>
            <a:off x="19449020" y="217668"/>
            <a:ext cx="4846080" cy="3247447"/>
          </a:xfrm>
          <a:prstGeom prst="rect">
            <a:avLst/>
          </a:prstGeom>
          <a:solidFill>
            <a:srgbClr val="DA3832">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69" name="Lijn"/>
          <p:cNvSpPr/>
          <p:nvPr/>
        </p:nvSpPr>
        <p:spPr>
          <a:xfrm>
            <a:off x="19512520" y="1782799"/>
            <a:ext cx="4719080" cy="1"/>
          </a:xfrm>
          <a:prstGeom prst="line">
            <a:avLst/>
          </a:prstGeom>
          <a:ln w="101600">
            <a:solidFill>
              <a:srgbClr val="DA3832"/>
            </a:solidFill>
            <a:miter lim="400000"/>
          </a:ln>
        </p:spPr>
        <p:txBody>
          <a:bodyPr lIns="50800" tIns="50800" rIns="50800" bIns="50800" anchor="ctr"/>
          <a:lstStyle/>
          <a:p>
            <a:pPr/>
          </a:p>
        </p:txBody>
      </p:sp>
      <p:sp>
        <p:nvSpPr>
          <p:cNvPr id="970"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71"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 this?</a:t>
            </a:r>
          </a:p>
        </p:txBody>
      </p:sp>
      <p:sp>
        <p:nvSpPr>
          <p:cNvPr id="972" name="Lijn"/>
          <p:cNvSpPr/>
          <p:nvPr/>
        </p:nvSpPr>
        <p:spPr>
          <a:xfrm>
            <a:off x="19559358" y="3876752"/>
            <a:ext cx="3084727"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pic>
        <p:nvPicPr>
          <p:cNvPr id="973" name="Afbeelding" descr="Afbeelding"/>
          <p:cNvPicPr>
            <a:picLocks noChangeAspect="1"/>
          </p:cNvPicPr>
          <p:nvPr/>
        </p:nvPicPr>
        <p:blipFill>
          <a:blip r:embed="rId2">
            <a:alphaModFix amt="21198"/>
            <a:extLst/>
          </a:blip>
          <a:stretch>
            <a:fillRect/>
          </a:stretch>
        </p:blipFill>
        <p:spPr>
          <a:xfrm>
            <a:off x="-3833587" y="59525"/>
            <a:ext cx="28350596" cy="13785477"/>
          </a:xfrm>
          <a:prstGeom prst="rect">
            <a:avLst/>
          </a:prstGeom>
          <a:ln w="12700">
            <a:miter lim="400000"/>
          </a:ln>
        </p:spPr>
      </p:pic>
      <p:sp>
        <p:nvSpPr>
          <p:cNvPr id="974" name="Stamina"/>
          <p:cNvSpPr txBox="1"/>
          <p:nvPr/>
        </p:nvSpPr>
        <p:spPr>
          <a:xfrm>
            <a:off x="19522346" y="1002592"/>
            <a:ext cx="22098604"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900">
                <a:solidFill>
                  <a:srgbClr val="FFFFFF"/>
                </a:solidFill>
                <a:uFill>
                  <a:solidFill>
                    <a:srgbClr val="525252"/>
                  </a:solidFill>
                </a:uFill>
                <a:latin typeface="Century Gothic"/>
                <a:ea typeface="Century Gothic"/>
                <a:cs typeface="Century Gothic"/>
                <a:sym typeface="Century Gothic"/>
              </a:defRPr>
            </a:lvl1pPr>
          </a:lstStyle>
          <a:p>
            <a:pPr/>
            <a:r>
              <a:t>Stamina</a:t>
            </a:r>
          </a:p>
        </p:txBody>
      </p:sp>
      <p:sp>
        <p:nvSpPr>
          <p:cNvPr id="975" name="TextBox 30"/>
          <p:cNvSpPr txBox="1"/>
          <p:nvPr/>
        </p:nvSpPr>
        <p:spPr>
          <a:xfrm>
            <a:off x="19792143" y="2244058"/>
            <a:ext cx="4159834" cy="838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18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“Sustain prolonged effort and maintain performance throughout a match without excessive fatigue”</a:t>
            </a:r>
          </a:p>
        </p:txBody>
      </p:sp>
      <p:sp>
        <p:nvSpPr>
          <p:cNvPr id="976" name="TextBox 31"/>
          <p:cNvSpPr txBox="1"/>
          <p:nvPr/>
        </p:nvSpPr>
        <p:spPr>
          <a:xfrm>
            <a:off x="19511241" y="3973045"/>
            <a:ext cx="4721638" cy="213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Intensity</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Total distance</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HI-runs</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Sprints</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Maintaining 90 mins</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Average mins p/g</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t>
            </a:r>
          </a:p>
        </p:txBody>
      </p:sp>
      <p:sp>
        <p:nvSpPr>
          <p:cNvPr id="977"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peed">
    <p:spTree>
      <p:nvGrpSpPr>
        <p:cNvPr id="1" name=""/>
        <p:cNvGrpSpPr/>
        <p:nvPr/>
      </p:nvGrpSpPr>
      <p:grpSpPr>
        <a:xfrm>
          <a:off x="0" y="0"/>
          <a:ext cx="0" cy="0"/>
          <a:chOff x="0" y="0"/>
          <a:chExt cx="0" cy="0"/>
        </a:xfrm>
      </p:grpSpPr>
      <p:sp>
        <p:nvSpPr>
          <p:cNvPr id="984"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85"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86" name="Rechthoek"/>
          <p:cNvSpPr/>
          <p:nvPr/>
        </p:nvSpPr>
        <p:spPr>
          <a:xfrm>
            <a:off x="19449020" y="217668"/>
            <a:ext cx="4846080" cy="3247447"/>
          </a:xfrm>
          <a:prstGeom prst="rect">
            <a:avLst/>
          </a:prstGeom>
          <a:solidFill>
            <a:srgbClr val="DA3832">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987" name="Lijn"/>
          <p:cNvSpPr/>
          <p:nvPr/>
        </p:nvSpPr>
        <p:spPr>
          <a:xfrm>
            <a:off x="19512520" y="1782799"/>
            <a:ext cx="4719080" cy="1"/>
          </a:xfrm>
          <a:prstGeom prst="line">
            <a:avLst/>
          </a:prstGeom>
          <a:ln w="101600">
            <a:solidFill>
              <a:srgbClr val="DA3832"/>
            </a:solidFill>
            <a:miter lim="400000"/>
          </a:ln>
        </p:spPr>
        <p:txBody>
          <a:bodyPr lIns="50800" tIns="50800" rIns="50800" bIns="50800" anchor="ctr"/>
          <a:lstStyle/>
          <a:p>
            <a:pPr/>
          </a:p>
        </p:txBody>
      </p:sp>
      <p:sp>
        <p:nvSpPr>
          <p:cNvPr id="988"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989"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 this?</a:t>
            </a:r>
          </a:p>
        </p:txBody>
      </p:sp>
      <p:sp>
        <p:nvSpPr>
          <p:cNvPr id="990" name="Lijn"/>
          <p:cNvSpPr/>
          <p:nvPr/>
        </p:nvSpPr>
        <p:spPr>
          <a:xfrm>
            <a:off x="19559358" y="3876752"/>
            <a:ext cx="3084727"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pic>
        <p:nvPicPr>
          <p:cNvPr id="991" name="Afbeelding" descr="Afbeelding"/>
          <p:cNvPicPr>
            <a:picLocks noChangeAspect="1"/>
          </p:cNvPicPr>
          <p:nvPr/>
        </p:nvPicPr>
        <p:blipFill>
          <a:blip r:embed="rId2">
            <a:alphaModFix amt="21198"/>
            <a:extLst/>
          </a:blip>
          <a:stretch>
            <a:fillRect/>
          </a:stretch>
        </p:blipFill>
        <p:spPr>
          <a:xfrm>
            <a:off x="-3833587" y="59525"/>
            <a:ext cx="28350596" cy="13785477"/>
          </a:xfrm>
          <a:prstGeom prst="rect">
            <a:avLst/>
          </a:prstGeom>
          <a:ln w="12700">
            <a:miter lim="400000"/>
          </a:ln>
        </p:spPr>
      </p:pic>
      <p:sp>
        <p:nvSpPr>
          <p:cNvPr id="992" name="Speed"/>
          <p:cNvSpPr txBox="1"/>
          <p:nvPr/>
        </p:nvSpPr>
        <p:spPr>
          <a:xfrm>
            <a:off x="19522346" y="1002592"/>
            <a:ext cx="22098604"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900">
                <a:solidFill>
                  <a:srgbClr val="FFFFFF"/>
                </a:solidFill>
                <a:uFill>
                  <a:solidFill>
                    <a:srgbClr val="525252"/>
                  </a:solidFill>
                </a:uFill>
                <a:latin typeface="Century Gothic"/>
                <a:ea typeface="Century Gothic"/>
                <a:cs typeface="Century Gothic"/>
                <a:sym typeface="Century Gothic"/>
              </a:defRPr>
            </a:lvl1pPr>
          </a:lstStyle>
          <a:p>
            <a:pPr/>
            <a:r>
              <a:t>Speed</a:t>
            </a:r>
          </a:p>
        </p:txBody>
      </p:sp>
      <p:sp>
        <p:nvSpPr>
          <p:cNvPr id="993" name="TextBox 30"/>
          <p:cNvSpPr txBox="1"/>
          <p:nvPr/>
        </p:nvSpPr>
        <p:spPr>
          <a:xfrm>
            <a:off x="19792143" y="2383758"/>
            <a:ext cx="415983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18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“Top speed and acceleration capabilities”</a:t>
            </a:r>
          </a:p>
        </p:txBody>
      </p:sp>
      <p:sp>
        <p:nvSpPr>
          <p:cNvPr id="994" name="TextBox 31"/>
          <p:cNvSpPr txBox="1"/>
          <p:nvPr/>
        </p:nvSpPr>
        <p:spPr>
          <a:xfrm>
            <a:off x="19511241" y="3973045"/>
            <a:ext cx="4721638" cy="2438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Top speed</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Acceleration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Stride length</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Big / small distance</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First meters</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End result</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t>
            </a:r>
          </a:p>
        </p:txBody>
      </p:sp>
      <p:sp>
        <p:nvSpPr>
          <p:cNvPr id="995"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rries">
    <p:spTree>
      <p:nvGrpSpPr>
        <p:cNvPr id="1" name=""/>
        <p:cNvGrpSpPr/>
        <p:nvPr/>
      </p:nvGrpSpPr>
      <p:grpSpPr>
        <a:xfrm>
          <a:off x="0" y="0"/>
          <a:ext cx="0" cy="0"/>
          <a:chOff x="0" y="0"/>
          <a:chExt cx="0" cy="0"/>
        </a:xfrm>
      </p:grpSpPr>
      <p:sp>
        <p:nvSpPr>
          <p:cNvPr id="1002"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03"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04" name="Rechthoek"/>
          <p:cNvSpPr/>
          <p:nvPr/>
        </p:nvSpPr>
        <p:spPr>
          <a:xfrm>
            <a:off x="19449020" y="217668"/>
            <a:ext cx="4846080" cy="3247447"/>
          </a:xfrm>
          <a:prstGeom prst="rect">
            <a:avLst/>
          </a:prstGeom>
          <a:solidFill>
            <a:srgbClr val="DA3832">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05" name="Lijn"/>
          <p:cNvSpPr/>
          <p:nvPr/>
        </p:nvSpPr>
        <p:spPr>
          <a:xfrm>
            <a:off x="19512520" y="1782799"/>
            <a:ext cx="4719080" cy="1"/>
          </a:xfrm>
          <a:prstGeom prst="line">
            <a:avLst/>
          </a:prstGeom>
          <a:ln w="101600">
            <a:solidFill>
              <a:srgbClr val="DA3832"/>
            </a:solidFill>
            <a:miter lim="400000"/>
          </a:ln>
        </p:spPr>
        <p:txBody>
          <a:bodyPr lIns="50800" tIns="50800" rIns="50800" bIns="50800" anchor="ctr"/>
          <a:lstStyle/>
          <a:p>
            <a:pPr/>
          </a:p>
        </p:txBody>
      </p:sp>
      <p:sp>
        <p:nvSpPr>
          <p:cNvPr id="1006"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07"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 this?</a:t>
            </a:r>
          </a:p>
        </p:txBody>
      </p:sp>
      <p:sp>
        <p:nvSpPr>
          <p:cNvPr id="1008" name="Lijn"/>
          <p:cNvSpPr/>
          <p:nvPr/>
        </p:nvSpPr>
        <p:spPr>
          <a:xfrm>
            <a:off x="19559358" y="3876752"/>
            <a:ext cx="3084727"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pic>
        <p:nvPicPr>
          <p:cNvPr id="1009" name="Afbeelding" descr="Afbeelding"/>
          <p:cNvPicPr>
            <a:picLocks noChangeAspect="1"/>
          </p:cNvPicPr>
          <p:nvPr/>
        </p:nvPicPr>
        <p:blipFill>
          <a:blip r:embed="rId2">
            <a:alphaModFix amt="21198"/>
            <a:extLst/>
          </a:blip>
          <a:stretch>
            <a:fillRect/>
          </a:stretch>
        </p:blipFill>
        <p:spPr>
          <a:xfrm>
            <a:off x="-3833587" y="59525"/>
            <a:ext cx="28350596" cy="13785477"/>
          </a:xfrm>
          <a:prstGeom prst="rect">
            <a:avLst/>
          </a:prstGeom>
          <a:ln w="12700">
            <a:miter lim="400000"/>
          </a:ln>
        </p:spPr>
      </p:pic>
      <p:sp>
        <p:nvSpPr>
          <p:cNvPr id="1010" name="Carries"/>
          <p:cNvSpPr txBox="1"/>
          <p:nvPr/>
        </p:nvSpPr>
        <p:spPr>
          <a:xfrm>
            <a:off x="19522346" y="1002592"/>
            <a:ext cx="22098604"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900">
                <a:solidFill>
                  <a:srgbClr val="FFFFFF"/>
                </a:solidFill>
                <a:uFill>
                  <a:solidFill>
                    <a:srgbClr val="525252"/>
                  </a:solidFill>
                </a:uFill>
                <a:latin typeface="Century Gothic"/>
                <a:ea typeface="Century Gothic"/>
                <a:cs typeface="Century Gothic"/>
                <a:sym typeface="Century Gothic"/>
              </a:defRPr>
            </a:lvl1pPr>
          </a:lstStyle>
          <a:p>
            <a:pPr/>
            <a:r>
              <a:t>Carries</a:t>
            </a:r>
          </a:p>
        </p:txBody>
      </p:sp>
      <p:sp>
        <p:nvSpPr>
          <p:cNvPr id="1011" name="TextBox 30"/>
          <p:cNvSpPr txBox="1"/>
          <p:nvPr/>
        </p:nvSpPr>
        <p:spPr>
          <a:xfrm>
            <a:off x="19792143" y="2383758"/>
            <a:ext cx="415983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18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'"Dribble with the ball resulting in &gt;5m forward displacement”</a:t>
            </a:r>
          </a:p>
        </p:txBody>
      </p:sp>
      <p:sp>
        <p:nvSpPr>
          <p:cNvPr id="1012" name="TextBox 31"/>
          <p:cNvSpPr txBox="1"/>
          <p:nvPr/>
        </p:nvSpPr>
        <p:spPr>
          <a:xfrm>
            <a:off x="19511241" y="3973045"/>
            <a:ext cx="4721638" cy="2438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Mobility</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Pace &amp; control</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Which leg(s)</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Covering distance</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Space recognition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Frequency</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End result</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t>
            </a:r>
          </a:p>
        </p:txBody>
      </p:sp>
      <p:sp>
        <p:nvSpPr>
          <p:cNvPr id="101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rosses">
    <p:spTree>
      <p:nvGrpSpPr>
        <p:cNvPr id="1" name=""/>
        <p:cNvGrpSpPr/>
        <p:nvPr/>
      </p:nvGrpSpPr>
      <p:grpSpPr>
        <a:xfrm>
          <a:off x="0" y="0"/>
          <a:ext cx="0" cy="0"/>
          <a:chOff x="0" y="0"/>
          <a:chExt cx="0" cy="0"/>
        </a:xfrm>
      </p:grpSpPr>
      <p:sp>
        <p:nvSpPr>
          <p:cNvPr id="1020"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21"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22" name="Rechthoek"/>
          <p:cNvSpPr/>
          <p:nvPr/>
        </p:nvSpPr>
        <p:spPr>
          <a:xfrm>
            <a:off x="19449020" y="217668"/>
            <a:ext cx="4846080" cy="3247447"/>
          </a:xfrm>
          <a:prstGeom prst="rect">
            <a:avLst/>
          </a:prstGeom>
          <a:solidFill>
            <a:srgbClr val="DA3832">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23" name="Lijn"/>
          <p:cNvSpPr/>
          <p:nvPr/>
        </p:nvSpPr>
        <p:spPr>
          <a:xfrm>
            <a:off x="19512520" y="1782799"/>
            <a:ext cx="4719080" cy="1"/>
          </a:xfrm>
          <a:prstGeom prst="line">
            <a:avLst/>
          </a:prstGeom>
          <a:ln w="101600">
            <a:solidFill>
              <a:srgbClr val="DA3832"/>
            </a:solidFill>
            <a:miter lim="400000"/>
          </a:ln>
        </p:spPr>
        <p:txBody>
          <a:bodyPr lIns="50800" tIns="50800" rIns="50800" bIns="50800" anchor="ctr"/>
          <a:lstStyle/>
          <a:p>
            <a:pPr/>
          </a:p>
        </p:txBody>
      </p:sp>
      <p:sp>
        <p:nvSpPr>
          <p:cNvPr id="1024"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25"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 this?</a:t>
            </a:r>
          </a:p>
        </p:txBody>
      </p:sp>
      <p:sp>
        <p:nvSpPr>
          <p:cNvPr id="1026" name="Lijn"/>
          <p:cNvSpPr/>
          <p:nvPr/>
        </p:nvSpPr>
        <p:spPr>
          <a:xfrm>
            <a:off x="19559358" y="3876752"/>
            <a:ext cx="3084727"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pic>
        <p:nvPicPr>
          <p:cNvPr id="1027" name="Afbeelding" descr="Afbeelding"/>
          <p:cNvPicPr>
            <a:picLocks noChangeAspect="1"/>
          </p:cNvPicPr>
          <p:nvPr/>
        </p:nvPicPr>
        <p:blipFill>
          <a:blip r:embed="rId2">
            <a:alphaModFix amt="21198"/>
            <a:extLst/>
          </a:blip>
          <a:stretch>
            <a:fillRect/>
          </a:stretch>
        </p:blipFill>
        <p:spPr>
          <a:xfrm>
            <a:off x="-3833587" y="59525"/>
            <a:ext cx="28350596" cy="13785477"/>
          </a:xfrm>
          <a:prstGeom prst="rect">
            <a:avLst/>
          </a:prstGeom>
          <a:ln w="12700">
            <a:miter lim="400000"/>
          </a:ln>
        </p:spPr>
      </p:pic>
      <p:sp>
        <p:nvSpPr>
          <p:cNvPr id="1028" name="Crosses"/>
          <p:cNvSpPr txBox="1"/>
          <p:nvPr/>
        </p:nvSpPr>
        <p:spPr>
          <a:xfrm>
            <a:off x="19522346" y="1002592"/>
            <a:ext cx="22098604"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defTabSz="1285875">
              <a:lnSpc>
                <a:spcPct val="100000"/>
              </a:lnSpc>
              <a:spcBef>
                <a:spcPts val="0"/>
              </a:spcBef>
              <a:buClr>
                <a:srgbClr val="525252"/>
              </a:buClr>
              <a:buFont typeface="Gill Sans Light"/>
              <a:defRPr b="1" cap="all" sz="4900">
                <a:solidFill>
                  <a:srgbClr val="FFFFFF"/>
                </a:solidFill>
                <a:uFill>
                  <a:solidFill>
                    <a:srgbClr val="525252"/>
                  </a:solidFill>
                </a:uFill>
                <a:latin typeface="Century Gothic"/>
                <a:ea typeface="Century Gothic"/>
                <a:cs typeface="Century Gothic"/>
                <a:sym typeface="Century Gothic"/>
              </a:defRPr>
            </a:lvl1pPr>
          </a:lstStyle>
          <a:p>
            <a:pPr/>
            <a:r>
              <a:t>Crosses</a:t>
            </a:r>
          </a:p>
        </p:txBody>
      </p:sp>
      <p:sp>
        <p:nvSpPr>
          <p:cNvPr id="1029" name="TextBox 30"/>
          <p:cNvSpPr txBox="1"/>
          <p:nvPr/>
        </p:nvSpPr>
        <p:spPr>
          <a:xfrm>
            <a:off x="19792143" y="2104358"/>
            <a:ext cx="4159834" cy="1117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18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“Open play pass, from outside the score box in the flank zones in the final third, into the central zone of the score box”</a:t>
            </a:r>
          </a:p>
        </p:txBody>
      </p:sp>
      <p:sp>
        <p:nvSpPr>
          <p:cNvPr id="1030" name="TextBox 31"/>
          <p:cNvSpPr txBox="1"/>
          <p:nvPr/>
        </p:nvSpPr>
        <p:spPr>
          <a:xfrm>
            <a:off x="19511241" y="3973045"/>
            <a:ext cx="4721638" cy="2438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Overview</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End location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Cross location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Type of cross</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Preparation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Frequency?</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End result</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a:t>
            </a:r>
          </a:p>
        </p:txBody>
      </p:sp>
      <p:sp>
        <p:nvSpPr>
          <p:cNvPr id="1031"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verlap/ Underlap">
    <p:spTree>
      <p:nvGrpSpPr>
        <p:cNvPr id="1" name=""/>
        <p:cNvGrpSpPr/>
        <p:nvPr/>
      </p:nvGrpSpPr>
      <p:grpSpPr>
        <a:xfrm>
          <a:off x="0" y="0"/>
          <a:ext cx="0" cy="0"/>
          <a:chOff x="0" y="0"/>
          <a:chExt cx="0" cy="0"/>
        </a:xfrm>
      </p:grpSpPr>
      <p:sp>
        <p:nvSpPr>
          <p:cNvPr id="1038" name="Rechthoek"/>
          <p:cNvSpPr/>
          <p:nvPr/>
        </p:nvSpPr>
        <p:spPr>
          <a:xfrm>
            <a:off x="362280" y="11042657"/>
            <a:ext cx="23910859" cy="2417168"/>
          </a:xfrm>
          <a:prstGeom prst="rect">
            <a:avLst/>
          </a:prstGeom>
          <a:solidFill>
            <a:srgbClr val="929292">
              <a:alpha val="89893"/>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39" name="Rechthoek"/>
          <p:cNvSpPr/>
          <p:nvPr/>
        </p:nvSpPr>
        <p:spPr>
          <a:xfrm>
            <a:off x="475295" y="11255173"/>
            <a:ext cx="23684829" cy="1992136"/>
          </a:xfrm>
          <a:prstGeom prst="rect">
            <a:avLst/>
          </a:prstGeom>
          <a:solidFill>
            <a:srgbClr val="D5D5D5"/>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40" name="Rechthoek"/>
          <p:cNvSpPr/>
          <p:nvPr/>
        </p:nvSpPr>
        <p:spPr>
          <a:xfrm>
            <a:off x="19449020" y="217668"/>
            <a:ext cx="4846080" cy="3247447"/>
          </a:xfrm>
          <a:prstGeom prst="rect">
            <a:avLst/>
          </a:prstGeom>
          <a:solidFill>
            <a:srgbClr val="DA3832">
              <a:alpha val="47540"/>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041" name="Lijn"/>
          <p:cNvSpPr/>
          <p:nvPr/>
        </p:nvSpPr>
        <p:spPr>
          <a:xfrm>
            <a:off x="19512520" y="1782799"/>
            <a:ext cx="4719080" cy="1"/>
          </a:xfrm>
          <a:prstGeom prst="line">
            <a:avLst/>
          </a:prstGeom>
          <a:ln w="101600">
            <a:solidFill>
              <a:srgbClr val="DA3832"/>
            </a:solidFill>
            <a:miter lim="400000"/>
          </a:ln>
        </p:spPr>
        <p:txBody>
          <a:bodyPr lIns="50800" tIns="50800" rIns="50800" bIns="50800" anchor="ctr"/>
          <a:lstStyle/>
          <a:p>
            <a:pPr/>
          </a:p>
        </p:txBody>
      </p:sp>
      <p:sp>
        <p:nvSpPr>
          <p:cNvPr id="1042" name="Freeform 7"/>
          <p:cNvSpPr/>
          <p:nvPr/>
        </p:nvSpPr>
        <p:spPr>
          <a:xfrm>
            <a:off x="19630578" y="1977984"/>
            <a:ext cx="4484155" cy="137034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43" name="TextBox 20"/>
          <p:cNvSpPr txBox="1"/>
          <p:nvPr/>
        </p:nvSpPr>
        <p:spPr>
          <a:xfrm>
            <a:off x="19538484" y="3561724"/>
            <a:ext cx="62379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cap="all"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 this?</a:t>
            </a:r>
          </a:p>
        </p:txBody>
      </p:sp>
      <p:sp>
        <p:nvSpPr>
          <p:cNvPr id="1044" name="Lijn"/>
          <p:cNvSpPr/>
          <p:nvPr/>
        </p:nvSpPr>
        <p:spPr>
          <a:xfrm>
            <a:off x="19559358" y="3876752"/>
            <a:ext cx="3084727"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pic>
        <p:nvPicPr>
          <p:cNvPr id="1045" name="Afbeelding" descr="Afbeelding"/>
          <p:cNvPicPr>
            <a:picLocks noChangeAspect="1"/>
          </p:cNvPicPr>
          <p:nvPr/>
        </p:nvPicPr>
        <p:blipFill>
          <a:blip r:embed="rId2">
            <a:alphaModFix amt="21198"/>
            <a:extLst/>
          </a:blip>
          <a:stretch>
            <a:fillRect/>
          </a:stretch>
        </p:blipFill>
        <p:spPr>
          <a:xfrm>
            <a:off x="-3833587" y="59525"/>
            <a:ext cx="28350596" cy="13785477"/>
          </a:xfrm>
          <a:prstGeom prst="rect">
            <a:avLst/>
          </a:prstGeom>
          <a:ln w="12700">
            <a:miter lim="400000"/>
          </a:ln>
        </p:spPr>
      </p:pic>
      <p:sp>
        <p:nvSpPr>
          <p:cNvPr id="1046" name="Overlap/…"/>
          <p:cNvSpPr txBox="1"/>
          <p:nvPr/>
        </p:nvSpPr>
        <p:spPr>
          <a:xfrm>
            <a:off x="19522346" y="240592"/>
            <a:ext cx="22098604" cy="152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p>
            <a:pPr defTabSz="1285875">
              <a:lnSpc>
                <a:spcPct val="100000"/>
              </a:lnSpc>
              <a:spcBef>
                <a:spcPts val="0"/>
              </a:spcBef>
              <a:buClr>
                <a:srgbClr val="525252"/>
              </a:buClr>
              <a:buFont typeface="Gill Sans Light"/>
              <a:defRPr b="1" cap="all" sz="4900">
                <a:solidFill>
                  <a:srgbClr val="FFFFFF"/>
                </a:solidFill>
                <a:uFill>
                  <a:solidFill>
                    <a:srgbClr val="525252"/>
                  </a:solidFill>
                </a:uFill>
                <a:latin typeface="Century Gothic"/>
                <a:ea typeface="Century Gothic"/>
                <a:cs typeface="Century Gothic"/>
                <a:sym typeface="Century Gothic"/>
              </a:defRPr>
            </a:pPr>
            <a:r>
              <a:t>Overlap/</a:t>
            </a:r>
          </a:p>
          <a:p>
            <a:pPr defTabSz="1285875">
              <a:lnSpc>
                <a:spcPct val="100000"/>
              </a:lnSpc>
              <a:spcBef>
                <a:spcPts val="0"/>
              </a:spcBef>
              <a:buClr>
                <a:srgbClr val="525252"/>
              </a:buClr>
              <a:buFont typeface="Gill Sans Light"/>
              <a:defRPr b="1" cap="all" sz="4900">
                <a:solidFill>
                  <a:srgbClr val="FFFFFF"/>
                </a:solidFill>
                <a:uFill>
                  <a:solidFill>
                    <a:srgbClr val="525252"/>
                  </a:solidFill>
                </a:uFill>
                <a:latin typeface="Century Gothic"/>
                <a:ea typeface="Century Gothic"/>
                <a:cs typeface="Century Gothic"/>
                <a:sym typeface="Century Gothic"/>
              </a:defRPr>
            </a:pPr>
            <a:r>
              <a:t>Underlap</a:t>
            </a:r>
          </a:p>
        </p:txBody>
      </p:sp>
      <p:sp>
        <p:nvSpPr>
          <p:cNvPr id="1047" name="TextBox 30"/>
          <p:cNvSpPr txBox="1"/>
          <p:nvPr/>
        </p:nvSpPr>
        <p:spPr>
          <a:xfrm>
            <a:off x="19792143" y="2383758"/>
            <a:ext cx="415983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18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“Ball reception after making an overlapping / underlapping run”</a:t>
            </a:r>
          </a:p>
        </p:txBody>
      </p:sp>
      <p:sp>
        <p:nvSpPr>
          <p:cNvPr id="1048" name="TextBox 31"/>
          <p:cNvSpPr txBox="1"/>
          <p:nvPr/>
        </p:nvSpPr>
        <p:spPr>
          <a:xfrm>
            <a:off x="19511241" y="3973045"/>
            <a:ext cx="4721638" cy="2438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Timing</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Decision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Direction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Pace</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Starting position</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Frequency?</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End result</a:t>
            </a:r>
          </a:p>
          <a:p>
            <a:pPr lvl="1" marL="190500" indent="-190500" defTabSz="1285875">
              <a:lnSpc>
                <a:spcPct val="100000"/>
              </a:lnSpc>
              <a:spcBef>
                <a:spcPts val="0"/>
              </a:spcBef>
              <a:buSzPct val="100000"/>
              <a:buFont typeface="Arial"/>
              <a:buChar char="•"/>
              <a:defRPr sz="20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a:t>
            </a:r>
          </a:p>
        </p:txBody>
      </p:sp>
      <p:sp>
        <p:nvSpPr>
          <p:cNvPr id="104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7 boxes">
    <p:bg>
      <p:bgPr>
        <a:gradFill flip="none" rotWithShape="1">
          <a:gsLst>
            <a:gs pos="0">
              <a:srgbClr val="000000"/>
            </a:gs>
            <a:gs pos="100000">
              <a:srgbClr val="DA3832"/>
            </a:gs>
          </a:gsLst>
          <a:lin ang="9897784" scaled="0"/>
        </a:gradFill>
      </p:bgPr>
    </p:bg>
    <p:spTree>
      <p:nvGrpSpPr>
        <p:cNvPr id="1" name=""/>
        <p:cNvGrpSpPr/>
        <p:nvPr/>
      </p:nvGrpSpPr>
      <p:grpSpPr>
        <a:xfrm>
          <a:off x="0" y="0"/>
          <a:ext cx="0" cy="0"/>
          <a:chOff x="0" y="0"/>
          <a:chExt cx="0" cy="0"/>
        </a:xfrm>
      </p:grpSpPr>
      <p:sp>
        <p:nvSpPr>
          <p:cNvPr id="1056" name="Freeform 7"/>
          <p:cNvSpPr/>
          <p:nvPr/>
        </p:nvSpPr>
        <p:spPr>
          <a:xfrm>
            <a:off x="272322" y="3917339"/>
            <a:ext cx="5840228" cy="3238501"/>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57" name="Freeform 7"/>
          <p:cNvSpPr/>
          <p:nvPr/>
        </p:nvSpPr>
        <p:spPr>
          <a:xfrm>
            <a:off x="271529"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58" name="Freeform 7"/>
          <p:cNvSpPr/>
          <p:nvPr/>
        </p:nvSpPr>
        <p:spPr>
          <a:xfrm>
            <a:off x="27232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59" name="Freeform 7"/>
          <p:cNvSpPr/>
          <p:nvPr/>
        </p:nvSpPr>
        <p:spPr>
          <a:xfrm>
            <a:off x="272322" y="1057679"/>
            <a:ext cx="5840228" cy="880264"/>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60" name="TextBox 20"/>
          <p:cNvSpPr txBox="1"/>
          <p:nvPr/>
        </p:nvSpPr>
        <p:spPr>
          <a:xfrm>
            <a:off x="430883" y="3997907"/>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1061" name="Defenitions"/>
          <p:cNvSpPr txBox="1"/>
          <p:nvPr/>
        </p:nvSpPr>
        <p:spPr>
          <a:xfrm>
            <a:off x="291298" y="384372"/>
            <a:ext cx="563876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b="1" cap="all" sz="2600">
                <a:solidFill>
                  <a:srgbClr val="FFFFFF"/>
                </a:solidFill>
                <a:uFill>
                  <a:solidFill>
                    <a:srgbClr val="525252"/>
                  </a:solidFill>
                </a:uFill>
                <a:latin typeface="Century Gothic"/>
                <a:ea typeface="Century Gothic"/>
                <a:cs typeface="Century Gothic"/>
                <a:sym typeface="Century Gothic"/>
              </a:defRPr>
            </a:lvl1pPr>
          </a:lstStyle>
          <a:p>
            <a:pPr/>
            <a:r>
              <a:t>Defenitions</a:t>
            </a:r>
          </a:p>
        </p:txBody>
      </p:sp>
      <p:sp>
        <p:nvSpPr>
          <p:cNvPr id="1062" name="Freeform 7"/>
          <p:cNvSpPr/>
          <p:nvPr/>
        </p:nvSpPr>
        <p:spPr>
          <a:xfrm>
            <a:off x="6254042" y="3917339"/>
            <a:ext cx="5840228" cy="3242966"/>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63" name="Freeform 7"/>
          <p:cNvSpPr/>
          <p:nvPr/>
        </p:nvSpPr>
        <p:spPr>
          <a:xfrm>
            <a:off x="6253248"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64" name="Freeform 7"/>
          <p:cNvSpPr/>
          <p:nvPr/>
        </p:nvSpPr>
        <p:spPr>
          <a:xfrm>
            <a:off x="6254042"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65" name="Freeform 7"/>
          <p:cNvSpPr/>
          <p:nvPr/>
        </p:nvSpPr>
        <p:spPr>
          <a:xfrm>
            <a:off x="6254042" y="1057679"/>
            <a:ext cx="5840228" cy="880264"/>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66" name="Freeform 7"/>
          <p:cNvSpPr/>
          <p:nvPr/>
        </p:nvSpPr>
        <p:spPr>
          <a:xfrm>
            <a:off x="6259597" y="10162892"/>
            <a:ext cx="5840228" cy="3242966"/>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67" name="Freeform 7"/>
          <p:cNvSpPr/>
          <p:nvPr/>
        </p:nvSpPr>
        <p:spPr>
          <a:xfrm>
            <a:off x="6258804" y="10162892"/>
            <a:ext cx="5840227" cy="588387"/>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68" name="Freeform 7"/>
          <p:cNvSpPr/>
          <p:nvPr/>
        </p:nvSpPr>
        <p:spPr>
          <a:xfrm>
            <a:off x="6259597" y="8338185"/>
            <a:ext cx="5840228" cy="1631920"/>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69" name="Freeform 7"/>
          <p:cNvSpPr/>
          <p:nvPr/>
        </p:nvSpPr>
        <p:spPr>
          <a:xfrm>
            <a:off x="6259597" y="7303233"/>
            <a:ext cx="5840228" cy="880264"/>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70" name="Freeform 7"/>
          <p:cNvSpPr/>
          <p:nvPr/>
        </p:nvSpPr>
        <p:spPr>
          <a:xfrm>
            <a:off x="272322" y="10161953"/>
            <a:ext cx="5840228" cy="3238501"/>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71" name="Freeform 7"/>
          <p:cNvSpPr/>
          <p:nvPr/>
        </p:nvSpPr>
        <p:spPr>
          <a:xfrm>
            <a:off x="271529"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72" name="Freeform 7"/>
          <p:cNvSpPr/>
          <p:nvPr/>
        </p:nvSpPr>
        <p:spPr>
          <a:xfrm>
            <a:off x="272322"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73" name="Freeform 7"/>
          <p:cNvSpPr/>
          <p:nvPr/>
        </p:nvSpPr>
        <p:spPr>
          <a:xfrm>
            <a:off x="272322" y="7302293"/>
            <a:ext cx="5840228" cy="880263"/>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74" name="TextBox 20"/>
          <p:cNvSpPr txBox="1"/>
          <p:nvPr/>
        </p:nvSpPr>
        <p:spPr>
          <a:xfrm>
            <a:off x="430883"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1075" name="TextBox 20"/>
          <p:cNvSpPr txBox="1"/>
          <p:nvPr/>
        </p:nvSpPr>
        <p:spPr>
          <a:xfrm>
            <a:off x="6475322" y="10242522"/>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1076" name="TextBox 20"/>
          <p:cNvSpPr txBox="1"/>
          <p:nvPr/>
        </p:nvSpPr>
        <p:spPr>
          <a:xfrm>
            <a:off x="6475322" y="3989679"/>
            <a:ext cx="436857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1077" name="Freeform 7"/>
          <p:cNvSpPr/>
          <p:nvPr/>
        </p:nvSpPr>
        <p:spPr>
          <a:xfrm>
            <a:off x="12247666" y="3917339"/>
            <a:ext cx="5840228" cy="3238501"/>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78" name="Freeform 7"/>
          <p:cNvSpPr/>
          <p:nvPr/>
        </p:nvSpPr>
        <p:spPr>
          <a:xfrm>
            <a:off x="12246872"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79" name="Freeform 7"/>
          <p:cNvSpPr/>
          <p:nvPr/>
        </p:nvSpPr>
        <p:spPr>
          <a:xfrm>
            <a:off x="12247666"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0" name="Freeform 7"/>
          <p:cNvSpPr/>
          <p:nvPr/>
        </p:nvSpPr>
        <p:spPr>
          <a:xfrm>
            <a:off x="12247666" y="1057679"/>
            <a:ext cx="5840228" cy="880264"/>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1" name="TextBox 20"/>
          <p:cNvSpPr txBox="1"/>
          <p:nvPr/>
        </p:nvSpPr>
        <p:spPr>
          <a:xfrm>
            <a:off x="12406227" y="3997907"/>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1082" name="Freeform 7"/>
          <p:cNvSpPr/>
          <p:nvPr/>
        </p:nvSpPr>
        <p:spPr>
          <a:xfrm>
            <a:off x="18229384" y="3917339"/>
            <a:ext cx="5840228" cy="3242966"/>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3" name="Freeform 7"/>
          <p:cNvSpPr/>
          <p:nvPr/>
        </p:nvSpPr>
        <p:spPr>
          <a:xfrm>
            <a:off x="18228591" y="3917339"/>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4" name="Freeform 7"/>
          <p:cNvSpPr/>
          <p:nvPr/>
        </p:nvSpPr>
        <p:spPr>
          <a:xfrm>
            <a:off x="18229384" y="2092631"/>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5" name="Freeform 7"/>
          <p:cNvSpPr/>
          <p:nvPr/>
        </p:nvSpPr>
        <p:spPr>
          <a:xfrm>
            <a:off x="18229384" y="1057679"/>
            <a:ext cx="5840228" cy="880264"/>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6" name="Freeform 7"/>
          <p:cNvSpPr/>
          <p:nvPr/>
        </p:nvSpPr>
        <p:spPr>
          <a:xfrm>
            <a:off x="12247666" y="10161953"/>
            <a:ext cx="5840228" cy="3238501"/>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7" name="Freeform 7"/>
          <p:cNvSpPr/>
          <p:nvPr/>
        </p:nvSpPr>
        <p:spPr>
          <a:xfrm>
            <a:off x="12246872" y="10161953"/>
            <a:ext cx="5840228" cy="588386"/>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8" name="Freeform 7"/>
          <p:cNvSpPr/>
          <p:nvPr/>
        </p:nvSpPr>
        <p:spPr>
          <a:xfrm>
            <a:off x="12247666" y="8337245"/>
            <a:ext cx="5840228" cy="1631919"/>
          </a:xfrm>
          <a:prstGeom prst="rect">
            <a:avLst/>
          </a:prstGeom>
          <a:solidFill>
            <a:srgbClr val="FFFFFF"/>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89" name="Freeform 7"/>
          <p:cNvSpPr/>
          <p:nvPr/>
        </p:nvSpPr>
        <p:spPr>
          <a:xfrm>
            <a:off x="12247666" y="7302293"/>
            <a:ext cx="5840228" cy="880263"/>
          </a:xfrm>
          <a:prstGeom prst="rect">
            <a:avLst/>
          </a:prstGeom>
          <a:solidFill>
            <a:schemeClr val="accent5">
              <a:hueOff val="-82419"/>
              <a:satOff val="-9513"/>
              <a:lumOff val="-16343"/>
            </a:schemeClr>
          </a:solidFill>
          <a:ln w="38100">
            <a:solidFill>
              <a:srgbClr val="FFFFFF"/>
            </a:solidFill>
            <a:miter lim="400000"/>
          </a:ln>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090" name="TextBox 20"/>
          <p:cNvSpPr txBox="1"/>
          <p:nvPr/>
        </p:nvSpPr>
        <p:spPr>
          <a:xfrm>
            <a:off x="12406227" y="10242522"/>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1091" name="TextBox 20"/>
          <p:cNvSpPr txBox="1"/>
          <p:nvPr/>
        </p:nvSpPr>
        <p:spPr>
          <a:xfrm>
            <a:off x="18450666" y="3989679"/>
            <a:ext cx="436857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b="1"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How do we assess this?</a:t>
            </a:r>
          </a:p>
        </p:txBody>
      </p:sp>
      <p:sp>
        <p:nvSpPr>
          <p:cNvPr id="1092"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EN)">
    <p:spTree>
      <p:nvGrpSpPr>
        <p:cNvPr id="1" name=""/>
        <p:cNvGrpSpPr/>
        <p:nvPr/>
      </p:nvGrpSpPr>
      <p:grpSpPr>
        <a:xfrm>
          <a:off x="0" y="0"/>
          <a:ext cx="0" cy="0"/>
          <a:chOff x="0" y="0"/>
          <a:chExt cx="0" cy="0"/>
        </a:xfrm>
      </p:grpSpPr>
      <p:pic>
        <p:nvPicPr>
          <p:cNvPr id="1099" name="Afbeelding" descr="Afbeelding"/>
          <p:cNvPicPr>
            <a:picLocks noChangeAspect="1"/>
          </p:cNvPicPr>
          <p:nvPr/>
        </p:nvPicPr>
        <p:blipFill>
          <a:blip r:embed="rId2">
            <a:alphaModFix amt="21198"/>
            <a:extLst/>
          </a:blip>
          <a:stretch>
            <a:fillRect/>
          </a:stretch>
        </p:blipFill>
        <p:spPr>
          <a:xfrm>
            <a:off x="-3833587" y="59525"/>
            <a:ext cx="28350596" cy="13785477"/>
          </a:xfrm>
          <a:prstGeom prst="rect">
            <a:avLst/>
          </a:prstGeom>
          <a:ln w="12700">
            <a:miter lim="400000"/>
          </a:ln>
        </p:spPr>
      </p:pic>
      <p:sp>
        <p:nvSpPr>
          <p:cNvPr id="1100" name="Rechthoek"/>
          <p:cNvSpPr/>
          <p:nvPr/>
        </p:nvSpPr>
        <p:spPr>
          <a:xfrm>
            <a:off x="-76200" y="-134625"/>
            <a:ext cx="24536400" cy="1283180"/>
          </a:xfrm>
          <a:prstGeom prst="rect">
            <a:avLst/>
          </a:prstGeom>
          <a:solidFill>
            <a:schemeClr val="accent5">
              <a:hueOff val="-82419"/>
              <a:satOff val="-9513"/>
              <a:lumOff val="-16343"/>
              <a:alpha val="47540"/>
            </a:scheme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101" name="Lijn"/>
          <p:cNvSpPr/>
          <p:nvPr/>
        </p:nvSpPr>
        <p:spPr>
          <a:xfrm>
            <a:off x="-257710" y="1167692"/>
            <a:ext cx="24899421" cy="1"/>
          </a:xfrm>
          <a:prstGeom prst="line">
            <a:avLst/>
          </a:prstGeom>
          <a:ln w="101600">
            <a:solidFill>
              <a:schemeClr val="accent5">
                <a:hueOff val="-82419"/>
                <a:satOff val="-9513"/>
                <a:lumOff val="-16343"/>
              </a:schemeClr>
            </a:solidFill>
            <a:miter lim="400000"/>
          </a:ln>
        </p:spPr>
        <p:txBody>
          <a:bodyPr lIns="50800" tIns="50800" rIns="50800" bIns="50800" anchor="ctr"/>
          <a:lstStyle/>
          <a:p>
            <a:pPr/>
          </a:p>
        </p:txBody>
      </p:sp>
      <p:sp>
        <p:nvSpPr>
          <p:cNvPr id="1102" name="Lijn"/>
          <p:cNvSpPr/>
          <p:nvPr/>
        </p:nvSpPr>
        <p:spPr>
          <a:xfrm>
            <a:off x="1209919" y="5089132"/>
            <a:ext cx="15569129"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pic>
        <p:nvPicPr>
          <p:cNvPr id="1103" name="FC_Pro_Vercelli_1892.svg.png" descr="FC_Pro_Vercelli_1892.svg.png"/>
          <p:cNvPicPr>
            <a:picLocks noChangeAspect="1"/>
          </p:cNvPicPr>
          <p:nvPr/>
        </p:nvPicPr>
        <p:blipFill>
          <a:blip r:embed="rId3">
            <a:extLst/>
          </a:blip>
          <a:srcRect l="0" t="0" r="0" b="0"/>
          <a:stretch>
            <a:fillRect/>
          </a:stretch>
        </p:blipFill>
        <p:spPr>
          <a:xfrm>
            <a:off x="583054" y="331010"/>
            <a:ext cx="1211120" cy="1673365"/>
          </a:xfrm>
          <a:prstGeom prst="rect">
            <a:avLst/>
          </a:prstGeom>
          <a:ln w="12700">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pic>
      <p:sp>
        <p:nvSpPr>
          <p:cNvPr id="1104" name="Rechthoek"/>
          <p:cNvSpPr/>
          <p:nvPr/>
        </p:nvSpPr>
        <p:spPr>
          <a:xfrm>
            <a:off x="2628481" y="3340095"/>
            <a:ext cx="4425597" cy="1058449"/>
          </a:xfrm>
          <a:prstGeom prst="rect">
            <a:avLst/>
          </a:prstGeom>
          <a:solidFill>
            <a:schemeClr val="accent5">
              <a:hueOff val="-82419"/>
              <a:satOff val="-9513"/>
              <a:lumOff val="-16343"/>
            </a:schemeClr>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105" name="TextBox 8"/>
          <p:cNvSpPr txBox="1"/>
          <p:nvPr/>
        </p:nvSpPr>
        <p:spPr>
          <a:xfrm>
            <a:off x="2582140"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FOOTBALL</a:t>
            </a:r>
          </a:p>
        </p:txBody>
      </p:sp>
      <p:sp>
        <p:nvSpPr>
          <p:cNvPr id="1106" name="Rechthoek"/>
          <p:cNvSpPr/>
          <p:nvPr/>
        </p:nvSpPr>
        <p:spPr>
          <a:xfrm>
            <a:off x="7481852" y="3340095"/>
            <a:ext cx="4425597" cy="1058449"/>
          </a:xfrm>
          <a:prstGeom prst="rect">
            <a:avLst/>
          </a:prstGeom>
          <a:solidFill>
            <a:schemeClr val="accent5">
              <a:hueOff val="-82419"/>
              <a:satOff val="-9513"/>
              <a:lumOff val="-16343"/>
            </a:schemeClr>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107" name="Rechthoek"/>
          <p:cNvSpPr/>
          <p:nvPr/>
        </p:nvSpPr>
        <p:spPr>
          <a:xfrm>
            <a:off x="12393712" y="3340095"/>
            <a:ext cx="4425597" cy="1058449"/>
          </a:xfrm>
          <a:prstGeom prst="rect">
            <a:avLst/>
          </a:prstGeom>
          <a:solidFill>
            <a:schemeClr val="accent5">
              <a:hueOff val="-82419"/>
              <a:satOff val="-9513"/>
              <a:lumOff val="-16343"/>
            </a:schemeClr>
          </a:solidFill>
          <a:ln w="25400">
            <a:solidFill>
              <a:srgbClr val="FFFFFF"/>
            </a:solidFill>
            <a:miter lim="400000"/>
          </a:ln>
          <a:effectLst>
            <a:outerShdw sx="100000" sy="100000" kx="0" ky="0" algn="b" rotWithShape="0" blurRad="50800" dist="54254" dir="2156317">
              <a:srgbClr val="000000">
                <a:alpha val="79531"/>
              </a:srgbClr>
            </a:outerShdw>
          </a:effectLst>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grpSp>
        <p:nvGrpSpPr>
          <p:cNvPr id="1110" name="Groepeer"/>
          <p:cNvGrpSpPr/>
          <p:nvPr/>
        </p:nvGrpSpPr>
        <p:grpSpPr>
          <a:xfrm>
            <a:off x="18382817" y="3832435"/>
            <a:ext cx="4746648" cy="7153728"/>
            <a:chOff x="0" y="0"/>
            <a:chExt cx="4746646" cy="7153726"/>
          </a:xfrm>
        </p:grpSpPr>
        <p:sp>
          <p:nvSpPr>
            <p:cNvPr id="1108" name="Afgeronde rechthoek"/>
            <p:cNvSpPr/>
            <p:nvPr/>
          </p:nvSpPr>
          <p:spPr>
            <a:xfrm>
              <a:off x="0" y="0"/>
              <a:ext cx="4746647" cy="7153727"/>
            </a:xfrm>
            <a:prstGeom prst="roundRect">
              <a:avLst>
                <a:gd name="adj" fmla="val 10300"/>
              </a:avLst>
            </a:prstGeom>
            <a:solidFill>
              <a:srgbClr val="FFFFFE"/>
            </a:solidFill>
            <a:ln w="50800" cap="flat">
              <a:solidFill>
                <a:schemeClr val="accent5">
                  <a:hueOff val="-82419"/>
                  <a:satOff val="-9513"/>
                  <a:lumOff val="-16343"/>
                </a:schemeClr>
              </a:solidFill>
              <a:prstDash val="solid"/>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txBody>
            <a:bodyPr wrap="square" lIns="71437" tIns="71437" rIns="71437" bIns="71437" numCol="1" anchor="ctr">
              <a:noAutofit/>
            </a:bodyPr>
            <a:lstStyle/>
            <a:p>
              <a:pPr algn="ctr" defTabSz="821531">
                <a:lnSpc>
                  <a:spcPct val="100000"/>
                </a:lnSpc>
                <a:spcBef>
                  <a:spcPts val="0"/>
                </a:spcBef>
                <a:defRPr sz="3600">
                  <a:solidFill>
                    <a:srgbClr val="FFFFFF"/>
                  </a:solidFill>
                  <a:latin typeface="Helvetica Light"/>
                  <a:ea typeface="Helvetica Light"/>
                  <a:cs typeface="Helvetica Light"/>
                  <a:sym typeface="Helvetica Light"/>
                </a:defRPr>
              </a:pPr>
            </a:p>
          </p:txBody>
        </p:sp>
        <p:pic>
          <p:nvPicPr>
            <p:cNvPr id="1109" name="pasted-image.tiff" descr="pasted-image.tiff"/>
            <p:cNvPicPr>
              <a:picLocks noChangeAspect="1"/>
            </p:cNvPicPr>
            <p:nvPr/>
          </p:nvPicPr>
          <p:blipFill>
            <a:blip r:embed="rId4">
              <a:alphaModFix amt="79311"/>
              <a:extLst/>
            </a:blip>
            <a:srcRect l="5357" t="19455" r="3464" b="21340"/>
            <a:stretch>
              <a:fillRect/>
            </a:stretch>
          </p:blipFill>
          <p:spPr>
            <a:xfrm rot="16200000">
              <a:off x="-942040" y="1358955"/>
              <a:ext cx="6630195" cy="4464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lnTo>
                    <a:pt x="21600" y="0"/>
                  </a:lnTo>
                  <a:lnTo>
                    <a:pt x="0" y="0"/>
                  </a:lnTo>
                  <a:close/>
                </a:path>
              </a:pathLst>
            </a:custGeom>
            <a:ln w="12700" cap="flat">
              <a:noFill/>
              <a:miter lim="400000"/>
            </a:ln>
            <a:effectLst/>
          </p:spPr>
        </p:pic>
      </p:grpSp>
      <p:sp>
        <p:nvSpPr>
          <p:cNvPr id="1111" name="Freeform 7"/>
          <p:cNvSpPr/>
          <p:nvPr/>
        </p:nvSpPr>
        <p:spPr>
          <a:xfrm>
            <a:off x="2664616" y="5925039"/>
            <a:ext cx="4443184" cy="880263"/>
          </a:xfrm>
          <a:prstGeom prst="rect">
            <a:avLst/>
          </a:prstGeom>
          <a:solidFill>
            <a:schemeClr val="accent5">
              <a:hueOff val="-82419"/>
              <a:satOff val="-9513"/>
              <a:lumOff val="-16343"/>
            </a:schemeClr>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12" name="Freeform 7"/>
          <p:cNvSpPr/>
          <p:nvPr/>
        </p:nvSpPr>
        <p:spPr>
          <a:xfrm>
            <a:off x="2664616" y="6988217"/>
            <a:ext cx="4443184" cy="880264"/>
          </a:xfrm>
          <a:prstGeom prst="rect">
            <a:avLst/>
          </a:prstGeom>
          <a:solidFill>
            <a:schemeClr val="accent5">
              <a:hueOff val="-82419"/>
              <a:satOff val="-9513"/>
              <a:lumOff val="-16343"/>
            </a:schemeClr>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13" name="Freeform 7"/>
          <p:cNvSpPr/>
          <p:nvPr/>
        </p:nvSpPr>
        <p:spPr>
          <a:xfrm>
            <a:off x="2664616" y="9724706"/>
            <a:ext cx="4443184" cy="880264"/>
          </a:xfrm>
          <a:prstGeom prst="rect">
            <a:avLst/>
          </a:prstGeom>
          <a:solidFill>
            <a:schemeClr val="accent5"/>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14" name="Freeform 7"/>
          <p:cNvSpPr/>
          <p:nvPr/>
        </p:nvSpPr>
        <p:spPr>
          <a:xfrm>
            <a:off x="2664616" y="10787884"/>
            <a:ext cx="4443184" cy="880264"/>
          </a:xfrm>
          <a:prstGeom prst="rect">
            <a:avLst/>
          </a:prstGeom>
          <a:solidFill>
            <a:schemeClr val="accent5"/>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15" name="Lijn"/>
          <p:cNvSpPr/>
          <p:nvPr/>
        </p:nvSpPr>
        <p:spPr>
          <a:xfrm>
            <a:off x="1254535" y="8809293"/>
            <a:ext cx="15569129"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sp>
        <p:nvSpPr>
          <p:cNvPr id="1116" name="Freeform 7"/>
          <p:cNvSpPr/>
          <p:nvPr/>
        </p:nvSpPr>
        <p:spPr>
          <a:xfrm>
            <a:off x="7552721" y="5925039"/>
            <a:ext cx="4443184" cy="880263"/>
          </a:xfrm>
          <a:prstGeom prst="rect">
            <a:avLst/>
          </a:prstGeom>
          <a:solidFill>
            <a:schemeClr val="accent5">
              <a:hueOff val="-82419"/>
              <a:satOff val="-9513"/>
              <a:lumOff val="-16343"/>
            </a:schemeClr>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17" name="Freeform 7"/>
          <p:cNvSpPr/>
          <p:nvPr/>
        </p:nvSpPr>
        <p:spPr>
          <a:xfrm>
            <a:off x="7552721" y="6988217"/>
            <a:ext cx="4443184" cy="880264"/>
          </a:xfrm>
          <a:prstGeom prst="rect">
            <a:avLst/>
          </a:prstGeom>
          <a:solidFill>
            <a:schemeClr val="accent5">
              <a:hueOff val="-82419"/>
              <a:satOff val="-9513"/>
              <a:lumOff val="-16343"/>
            </a:schemeClr>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18" name="Freeform 7"/>
          <p:cNvSpPr/>
          <p:nvPr/>
        </p:nvSpPr>
        <p:spPr>
          <a:xfrm>
            <a:off x="7552721" y="9724706"/>
            <a:ext cx="4443184" cy="880264"/>
          </a:xfrm>
          <a:prstGeom prst="rect">
            <a:avLst/>
          </a:prstGeom>
          <a:solidFill>
            <a:schemeClr val="accent5"/>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19" name="Freeform 7"/>
          <p:cNvSpPr/>
          <p:nvPr/>
        </p:nvSpPr>
        <p:spPr>
          <a:xfrm>
            <a:off x="7552721" y="10787884"/>
            <a:ext cx="4443184" cy="880264"/>
          </a:xfrm>
          <a:prstGeom prst="rect">
            <a:avLst/>
          </a:prstGeom>
          <a:solidFill>
            <a:schemeClr val="accent5"/>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20" name="Freeform 7"/>
          <p:cNvSpPr/>
          <p:nvPr/>
        </p:nvSpPr>
        <p:spPr>
          <a:xfrm>
            <a:off x="12384918" y="5925039"/>
            <a:ext cx="4443184" cy="880263"/>
          </a:xfrm>
          <a:prstGeom prst="rect">
            <a:avLst/>
          </a:prstGeom>
          <a:solidFill>
            <a:schemeClr val="accent5">
              <a:hueOff val="-82419"/>
              <a:satOff val="-9513"/>
              <a:lumOff val="-16343"/>
            </a:schemeClr>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21" name="Freeform 7"/>
          <p:cNvSpPr/>
          <p:nvPr/>
        </p:nvSpPr>
        <p:spPr>
          <a:xfrm>
            <a:off x="12384918" y="6988217"/>
            <a:ext cx="4443184" cy="880264"/>
          </a:xfrm>
          <a:prstGeom prst="rect">
            <a:avLst/>
          </a:prstGeom>
          <a:solidFill>
            <a:schemeClr val="accent5">
              <a:hueOff val="-82419"/>
              <a:satOff val="-9513"/>
              <a:lumOff val="-16343"/>
            </a:schemeClr>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22" name="Freeform 7"/>
          <p:cNvSpPr/>
          <p:nvPr/>
        </p:nvSpPr>
        <p:spPr>
          <a:xfrm>
            <a:off x="12384918" y="9724706"/>
            <a:ext cx="4443184" cy="880264"/>
          </a:xfrm>
          <a:prstGeom prst="rect">
            <a:avLst/>
          </a:prstGeom>
          <a:solidFill>
            <a:schemeClr val="accent5"/>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23" name="Freeform 7"/>
          <p:cNvSpPr/>
          <p:nvPr/>
        </p:nvSpPr>
        <p:spPr>
          <a:xfrm>
            <a:off x="12384918" y="10787884"/>
            <a:ext cx="4443184" cy="880264"/>
          </a:xfrm>
          <a:prstGeom prst="rect">
            <a:avLst/>
          </a:prstGeom>
          <a:solidFill>
            <a:schemeClr val="accent5"/>
          </a:solidFill>
          <a:ln w="38100">
            <a:solidFill>
              <a:srgbClr val="FFFFFF"/>
            </a:solidFill>
            <a:miter lim="400000"/>
          </a:ln>
          <a:effectLst>
            <a:outerShdw sx="100000" sy="100000" kx="0" ky="0" algn="b" rotWithShape="0" blurRad="63500" dist="25400" dir="5400000">
              <a:srgbClr val="000000">
                <a:alpha val="50000"/>
              </a:srgbClr>
            </a:outerShdw>
          </a:effectLst>
        </p:spPr>
        <p:txBody>
          <a:bodyPr lIns="45719" rIns="45719"/>
          <a:lstStyle/>
          <a:p>
            <a:pPr defTabSz="914400">
              <a:lnSpc>
                <a:spcPct val="100000"/>
              </a:lnSpc>
              <a:spcBef>
                <a:spcPts val="0"/>
              </a:spcBef>
              <a:defRPr sz="1800">
                <a:latin typeface="Calibri"/>
                <a:ea typeface="Calibri"/>
                <a:cs typeface="Calibri"/>
                <a:sym typeface="Calibri"/>
              </a:defRPr>
            </a:pPr>
          </a:p>
        </p:txBody>
      </p:sp>
      <p:sp>
        <p:nvSpPr>
          <p:cNvPr id="1124" name="TextBox 8"/>
          <p:cNvSpPr txBox="1"/>
          <p:nvPr/>
        </p:nvSpPr>
        <p:spPr>
          <a:xfrm rot="16200000">
            <a:off x="-234167" y="6557020"/>
            <a:ext cx="3771901" cy="75294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4600">
                <a:solidFill>
                  <a:schemeClr val="accent5">
                    <a:hueOff val="-82419"/>
                    <a:satOff val="-9513"/>
                    <a:lumOff val="-16343"/>
                  </a:schemeClr>
                </a:solidFill>
                <a:uFill>
                  <a:solidFill>
                    <a:srgbClr val="525252"/>
                  </a:solidFill>
                </a:uFill>
                <a:latin typeface="Avenir Next Condensed Regular"/>
                <a:ea typeface="Avenir Next Condensed Regular"/>
                <a:cs typeface="Avenir Next Condensed Regular"/>
                <a:sym typeface="Avenir Next Condensed Regular"/>
              </a:defRPr>
            </a:lvl1pPr>
          </a:lstStyle>
          <a:p>
            <a:pPr/>
            <a:r>
              <a:t>NEEDS</a:t>
            </a:r>
          </a:p>
        </p:txBody>
      </p:sp>
      <p:sp>
        <p:nvSpPr>
          <p:cNvPr id="1125" name="TextBox 8"/>
          <p:cNvSpPr txBox="1"/>
          <p:nvPr/>
        </p:nvSpPr>
        <p:spPr>
          <a:xfrm rot="16200000">
            <a:off x="-236774" y="10309569"/>
            <a:ext cx="3777115" cy="75294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4600">
                <a:solidFill>
                  <a:schemeClr val="accent5">
                    <a:hueOff val="-82419"/>
                    <a:satOff val="-9513"/>
                    <a:lumOff val="-16343"/>
                  </a:schemeClr>
                </a:solidFill>
                <a:uFill>
                  <a:solidFill>
                    <a:srgbClr val="525252"/>
                  </a:solidFill>
                </a:uFill>
                <a:latin typeface="Avenir Next Condensed Regular"/>
                <a:ea typeface="Avenir Next Condensed Regular"/>
                <a:cs typeface="Avenir Next Condensed Regular"/>
                <a:sym typeface="Avenir Next Condensed Regular"/>
              </a:defRPr>
            </a:lvl1pPr>
          </a:lstStyle>
          <a:p>
            <a:pPr/>
            <a:r>
              <a:t>PREFENCES</a:t>
            </a:r>
          </a:p>
        </p:txBody>
      </p:sp>
      <p:sp>
        <p:nvSpPr>
          <p:cNvPr id="1126" name="TextBox 8"/>
          <p:cNvSpPr txBox="1"/>
          <p:nvPr/>
        </p:nvSpPr>
        <p:spPr>
          <a:xfrm>
            <a:off x="7488743"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physical</a:t>
            </a:r>
          </a:p>
        </p:txBody>
      </p:sp>
      <p:sp>
        <p:nvSpPr>
          <p:cNvPr id="1127" name="TextBox 8"/>
          <p:cNvSpPr txBox="1"/>
          <p:nvPr/>
        </p:nvSpPr>
        <p:spPr>
          <a:xfrm>
            <a:off x="12391992" y="3612964"/>
            <a:ext cx="4481284" cy="512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lstStyle>
            <a:lvl1pPr algn="ctr" defTabSz="1285875">
              <a:lnSpc>
                <a:spcPct val="100000"/>
              </a:lnSpc>
              <a:spcBef>
                <a:spcPts val="0"/>
              </a:spcBef>
              <a:defRPr b="1" cap="all" sz="3500">
                <a:solidFill>
                  <a:srgbClr val="FFFFFF"/>
                </a:solidFill>
                <a:uFill>
                  <a:solidFill>
                    <a:srgbClr val="525252"/>
                  </a:solidFill>
                </a:uFill>
                <a:latin typeface="Century Gothic"/>
                <a:ea typeface="Century Gothic"/>
                <a:cs typeface="Century Gothic"/>
                <a:sym typeface="Century Gothic"/>
              </a:defRPr>
            </a:lvl1pPr>
          </a:lstStyle>
          <a:p>
            <a:pPr/>
            <a:r>
              <a:t>PERSONALITY</a:t>
            </a:r>
          </a:p>
        </p:txBody>
      </p:sp>
      <p:sp>
        <p:nvSpPr>
          <p:cNvPr id="1128" name="Lijn"/>
          <p:cNvSpPr/>
          <p:nvPr/>
        </p:nvSpPr>
        <p:spPr>
          <a:xfrm>
            <a:off x="1254535" y="12561895"/>
            <a:ext cx="15569129" cy="1"/>
          </a:xfrm>
          <a:prstGeom prst="line">
            <a:avLst/>
          </a:prstGeom>
          <a:ln w="25400">
            <a:solidFill>
              <a:schemeClr val="accent5">
                <a:hueOff val="-82419"/>
                <a:satOff val="-9513"/>
                <a:lumOff val="-16343"/>
              </a:schemeClr>
            </a:solidFill>
            <a:miter lim="400000"/>
          </a:ln>
        </p:spPr>
        <p:txBody>
          <a:bodyPr lIns="50800" tIns="50800" rIns="50800" bIns="50800" anchor="ctr"/>
          <a:lstStyle/>
          <a:p>
            <a:pPr/>
          </a:p>
        </p:txBody>
      </p:sp>
      <p:sp>
        <p:nvSpPr>
          <p:cNvPr id="112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g kopie 2">
    <p:bg>
      <p:bgPr>
        <a:gradFill flip="none" rotWithShape="1">
          <a:gsLst>
            <a:gs pos="0">
              <a:srgbClr val="DA3832"/>
            </a:gs>
            <a:gs pos="100000">
              <a:srgbClr val="000000"/>
            </a:gs>
          </a:gsLst>
          <a:lin ang="197576" scaled="0"/>
        </a:gradFill>
      </p:bgPr>
    </p:bg>
    <p:spTree>
      <p:nvGrpSpPr>
        <p:cNvPr id="1" name=""/>
        <p:cNvGrpSpPr/>
        <p:nvPr/>
      </p:nvGrpSpPr>
      <p:grpSpPr>
        <a:xfrm>
          <a:off x="0" y="0"/>
          <a:ext cx="0" cy="0"/>
          <a:chOff x="0" y="0"/>
          <a:chExt cx="0" cy="0"/>
        </a:xfrm>
      </p:grpSpPr>
      <p:pic>
        <p:nvPicPr>
          <p:cNvPr id="1136" name="Afbeelding" descr="Afbeelding"/>
          <p:cNvPicPr>
            <a:picLocks noChangeAspect="1"/>
          </p:cNvPicPr>
          <p:nvPr/>
        </p:nvPicPr>
        <p:blipFill>
          <a:blip r:embed="rId2">
            <a:alphaModFix amt="4409"/>
            <a:extLst/>
          </a:blip>
          <a:stretch>
            <a:fillRect/>
          </a:stretch>
        </p:blipFill>
        <p:spPr>
          <a:xfrm>
            <a:off x="8252854" y="395463"/>
            <a:ext cx="9029149" cy="12475276"/>
          </a:xfrm>
          <a:prstGeom prst="rect">
            <a:avLst/>
          </a:prstGeom>
          <a:ln w="12700">
            <a:miter lim="400000"/>
          </a:ln>
          <a:effectLst>
            <a:outerShdw sx="100000" sy="100000" kx="0" ky="0" algn="b" rotWithShape="0" blurRad="50800" dist="79654" dir="3600000">
              <a:srgbClr val="FFFFFF">
                <a:alpha val="70000"/>
              </a:srgbClr>
            </a:outerShdw>
            <a:reflection blurRad="0" stA="74383" stPos="0" endA="0" endPos="40000" dist="0" dir="5400000" fadeDir="5400000" sx="100000" sy="-100000" kx="0" ky="0" algn="bl" rotWithShape="0"/>
          </a:effectLst>
        </p:spPr>
      </p:pic>
      <p:sp>
        <p:nvSpPr>
          <p:cNvPr id="1137"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Leeg kopie 4">
    <p:bg>
      <p:bgPr>
        <a:gradFill flip="none" rotWithShape="1">
          <a:gsLst>
            <a:gs pos="0">
              <a:srgbClr val="000000"/>
            </a:gs>
            <a:gs pos="100000">
              <a:srgbClr val="DA3832"/>
            </a:gs>
          </a:gsLst>
          <a:lin ang="9897784" scaled="0"/>
        </a:gradFill>
      </p:bgPr>
    </p:bg>
    <p:spTree>
      <p:nvGrpSpPr>
        <p:cNvPr id="1" name=""/>
        <p:cNvGrpSpPr/>
        <p:nvPr/>
      </p:nvGrpSpPr>
      <p:grpSpPr>
        <a:xfrm>
          <a:off x="0" y="0"/>
          <a:ext cx="0" cy="0"/>
          <a:chOff x="0" y="0"/>
          <a:chExt cx="0" cy="0"/>
        </a:xfrm>
      </p:grpSpPr>
      <p:sp>
        <p:nvSpPr>
          <p:cNvPr id="1144" name="Rechthoek"/>
          <p:cNvSpPr/>
          <p:nvPr/>
        </p:nvSpPr>
        <p:spPr>
          <a:xfrm>
            <a:off x="228588" y="9285347"/>
            <a:ext cx="7296900" cy="4159117"/>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45" name="Rechthoek"/>
          <p:cNvSpPr/>
          <p:nvPr/>
        </p:nvSpPr>
        <p:spPr>
          <a:xfrm>
            <a:off x="16452494" y="4482161"/>
            <a:ext cx="7806637" cy="3843630"/>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46" name="Rechthoek"/>
          <p:cNvSpPr/>
          <p:nvPr/>
        </p:nvSpPr>
        <p:spPr>
          <a:xfrm>
            <a:off x="7857335" y="8533674"/>
            <a:ext cx="8290361" cy="4920667"/>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47" name="Rechthoek"/>
          <p:cNvSpPr/>
          <p:nvPr/>
        </p:nvSpPr>
        <p:spPr>
          <a:xfrm>
            <a:off x="16452494" y="8534379"/>
            <a:ext cx="7806637" cy="4919257"/>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48" name="Rechthoek"/>
          <p:cNvSpPr/>
          <p:nvPr/>
        </p:nvSpPr>
        <p:spPr>
          <a:xfrm>
            <a:off x="16452494" y="238399"/>
            <a:ext cx="7806637" cy="4035878"/>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49" name="Rechthoek"/>
          <p:cNvSpPr/>
          <p:nvPr/>
        </p:nvSpPr>
        <p:spPr>
          <a:xfrm>
            <a:off x="7815068" y="4485154"/>
            <a:ext cx="3971648" cy="3837643"/>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50" name="Rechthoek"/>
          <p:cNvSpPr/>
          <p:nvPr/>
        </p:nvSpPr>
        <p:spPr>
          <a:xfrm>
            <a:off x="7815068" y="238399"/>
            <a:ext cx="8290361" cy="4035878"/>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51" name="Rechthoek"/>
          <p:cNvSpPr/>
          <p:nvPr/>
        </p:nvSpPr>
        <p:spPr>
          <a:xfrm>
            <a:off x="236820" y="238399"/>
            <a:ext cx="7296901" cy="8630211"/>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52" name="TextBox 38"/>
          <p:cNvSpPr txBox="1"/>
          <p:nvPr/>
        </p:nvSpPr>
        <p:spPr>
          <a:xfrm>
            <a:off x="891013" y="1796081"/>
            <a:ext cx="2233183" cy="8024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Date of birth</a:t>
            </a:r>
          </a:p>
        </p:txBody>
      </p:sp>
      <p:sp>
        <p:nvSpPr>
          <p:cNvPr id="1153" name="TextBox 38"/>
          <p:cNvSpPr txBox="1"/>
          <p:nvPr/>
        </p:nvSpPr>
        <p:spPr>
          <a:xfrm>
            <a:off x="891013" y="2556319"/>
            <a:ext cx="2233183" cy="8024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City of Birth </a:t>
            </a:r>
          </a:p>
        </p:txBody>
      </p:sp>
      <p:sp>
        <p:nvSpPr>
          <p:cNvPr id="1154" name="TextBox 38"/>
          <p:cNvSpPr txBox="1"/>
          <p:nvPr/>
        </p:nvSpPr>
        <p:spPr>
          <a:xfrm>
            <a:off x="123369" y="3288686"/>
            <a:ext cx="3000827"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Nationality</a:t>
            </a:r>
          </a:p>
        </p:txBody>
      </p:sp>
      <p:sp>
        <p:nvSpPr>
          <p:cNvPr id="1155" name="TextBox 38"/>
          <p:cNvSpPr txBox="1"/>
          <p:nvPr/>
        </p:nvSpPr>
        <p:spPr>
          <a:xfrm>
            <a:off x="891013" y="408092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Height</a:t>
            </a:r>
          </a:p>
        </p:txBody>
      </p:sp>
      <p:sp>
        <p:nvSpPr>
          <p:cNvPr id="1156" name="TextBox 38"/>
          <p:cNvSpPr txBox="1"/>
          <p:nvPr/>
        </p:nvSpPr>
        <p:spPr>
          <a:xfrm>
            <a:off x="891013" y="480669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Preferred foot</a:t>
            </a:r>
          </a:p>
        </p:txBody>
      </p:sp>
      <p:sp>
        <p:nvSpPr>
          <p:cNvPr id="1157" name="TextBox 38"/>
          <p:cNvSpPr txBox="1"/>
          <p:nvPr/>
        </p:nvSpPr>
        <p:spPr>
          <a:xfrm>
            <a:off x="891013" y="5571054"/>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Club</a:t>
            </a:r>
          </a:p>
        </p:txBody>
      </p:sp>
      <p:sp>
        <p:nvSpPr>
          <p:cNvPr id="1158" name="TextBox 38"/>
          <p:cNvSpPr txBox="1"/>
          <p:nvPr/>
        </p:nvSpPr>
        <p:spPr>
          <a:xfrm>
            <a:off x="891013" y="6264161"/>
            <a:ext cx="2233183"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League</a:t>
            </a:r>
          </a:p>
        </p:txBody>
      </p:sp>
      <p:sp>
        <p:nvSpPr>
          <p:cNvPr id="1159" name="Freeform 5"/>
          <p:cNvSpPr/>
          <p:nvPr/>
        </p:nvSpPr>
        <p:spPr>
          <a:xfrm>
            <a:off x="1391022" y="1783354"/>
            <a:ext cx="5347679" cy="25401"/>
          </a:xfrm>
          <a:prstGeom prst="rect">
            <a:avLst/>
          </a:prstGeom>
          <a:blipFill>
            <a:blip r:embed="rId2"/>
            <a:stretch>
              <a:fillRect/>
            </a:stretch>
          </a:blipFill>
          <a:ln w="12700">
            <a:miter lim="400000"/>
          </a:ln>
        </p:spPr>
        <p:txBody>
          <a:bodyPr lIns="60959" tIns="60959" rIns="60959" bIns="60959"/>
          <a:lstStyle/>
          <a:p>
            <a:pPr defTabSz="1219200">
              <a:lnSpc>
                <a:spcPct val="100000"/>
              </a:lnSpc>
              <a:spcBef>
                <a:spcPts val="0"/>
              </a:spcBef>
              <a:defRPr sz="2400">
                <a:latin typeface="Calibri"/>
                <a:ea typeface="Calibri"/>
                <a:cs typeface="Calibri"/>
                <a:sym typeface="Calibri"/>
              </a:defRPr>
            </a:pPr>
          </a:p>
        </p:txBody>
      </p:sp>
      <p:sp>
        <p:nvSpPr>
          <p:cNvPr id="1160" name="Rechthoek"/>
          <p:cNvSpPr/>
          <p:nvPr/>
        </p:nvSpPr>
        <p:spPr>
          <a:xfrm>
            <a:off x="11216502" y="979918"/>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61" name="Rechthoek"/>
          <p:cNvSpPr/>
          <p:nvPr/>
        </p:nvSpPr>
        <p:spPr>
          <a:xfrm>
            <a:off x="13606960" y="979918"/>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62" name="Rechthoek"/>
          <p:cNvSpPr/>
          <p:nvPr/>
        </p:nvSpPr>
        <p:spPr>
          <a:xfrm>
            <a:off x="11216502" y="1711934"/>
            <a:ext cx="2113565"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63" name="Rechthoek"/>
          <p:cNvSpPr/>
          <p:nvPr/>
        </p:nvSpPr>
        <p:spPr>
          <a:xfrm>
            <a:off x="13606960" y="1711934"/>
            <a:ext cx="2113564"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64" name="Rechthoek"/>
          <p:cNvSpPr/>
          <p:nvPr/>
        </p:nvSpPr>
        <p:spPr>
          <a:xfrm>
            <a:off x="11216502" y="2499905"/>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65" name="Rechthoek"/>
          <p:cNvSpPr/>
          <p:nvPr/>
        </p:nvSpPr>
        <p:spPr>
          <a:xfrm>
            <a:off x="13606960" y="2499905"/>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66" name="Rechthoek"/>
          <p:cNvSpPr/>
          <p:nvPr/>
        </p:nvSpPr>
        <p:spPr>
          <a:xfrm>
            <a:off x="11216502" y="3275850"/>
            <a:ext cx="2113565"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67" name="Rechthoek"/>
          <p:cNvSpPr/>
          <p:nvPr/>
        </p:nvSpPr>
        <p:spPr>
          <a:xfrm>
            <a:off x="13606960" y="3275850"/>
            <a:ext cx="2113564"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68" name="TextBox 40"/>
          <p:cNvSpPr txBox="1"/>
          <p:nvPr/>
        </p:nvSpPr>
        <p:spPr>
          <a:xfrm>
            <a:off x="7997574" y="131715"/>
            <a:ext cx="1806256" cy="357950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ts val="56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rPr b="1">
                <a:solidFill>
                  <a:srgbClr val="000000"/>
                </a:solidFill>
              </a:rPr>
              <a:t>STATS</a:t>
            </a:r>
          </a:p>
          <a:p>
            <a:pPr defTabSz="1219200">
              <a:lnSpc>
                <a:spcPts val="56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Matches</a:t>
            </a:r>
          </a:p>
          <a:p>
            <a:pPr defTabSz="1219200">
              <a:lnSpc>
                <a:spcPts val="61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Minutes</a:t>
            </a:r>
          </a:p>
          <a:p>
            <a:pPr defTabSz="1219200">
              <a:lnSpc>
                <a:spcPts val="50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Goals</a:t>
            </a:r>
          </a:p>
          <a:p>
            <a:pPr defTabSz="1219200">
              <a:lnSpc>
                <a:spcPts val="6100"/>
              </a:lnSpc>
              <a:spcBef>
                <a:spcPts val="0"/>
              </a:spcBef>
              <a:defRPr sz="2400">
                <a:solidFill>
                  <a:srgbClr val="FFFFFF"/>
                </a:solidFill>
                <a:latin typeface="Avenir Next Condensed Regular"/>
                <a:ea typeface="Avenir Next Condensed Regular"/>
                <a:cs typeface="Avenir Next Condensed Regular"/>
                <a:sym typeface="Avenir Next Condensed Regular"/>
              </a:defRPr>
            </a:pPr>
            <a:r>
              <a:t>Assists</a:t>
            </a:r>
          </a:p>
        </p:txBody>
      </p:sp>
      <p:sp>
        <p:nvSpPr>
          <p:cNvPr id="1169" name="TextBox 41"/>
          <p:cNvSpPr txBox="1"/>
          <p:nvPr/>
        </p:nvSpPr>
        <p:spPr>
          <a:xfrm>
            <a:off x="7997574" y="4521379"/>
            <a:ext cx="2755075" cy="4637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PLAYER RATING</a:t>
            </a:r>
          </a:p>
        </p:txBody>
      </p:sp>
      <p:sp>
        <p:nvSpPr>
          <p:cNvPr id="1170" name="TextBox 46"/>
          <p:cNvSpPr txBox="1"/>
          <p:nvPr/>
        </p:nvSpPr>
        <p:spPr>
          <a:xfrm>
            <a:off x="16850858" y="10361248"/>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Transfer value</a:t>
            </a:r>
          </a:p>
        </p:txBody>
      </p:sp>
      <p:sp>
        <p:nvSpPr>
          <p:cNvPr id="1171" name="Rechthoek"/>
          <p:cNvSpPr/>
          <p:nvPr/>
        </p:nvSpPr>
        <p:spPr>
          <a:xfrm>
            <a:off x="19705480" y="11071458"/>
            <a:ext cx="3648991" cy="606010"/>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72" name="Rechthoek"/>
          <p:cNvSpPr/>
          <p:nvPr/>
        </p:nvSpPr>
        <p:spPr>
          <a:xfrm>
            <a:off x="19705480" y="11818374"/>
            <a:ext cx="3648991" cy="606011"/>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73" name="Rechthoek"/>
          <p:cNvSpPr/>
          <p:nvPr/>
        </p:nvSpPr>
        <p:spPr>
          <a:xfrm>
            <a:off x="19705480" y="12548075"/>
            <a:ext cx="3648991" cy="606010"/>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74" name="Rechthoek"/>
          <p:cNvSpPr/>
          <p:nvPr/>
        </p:nvSpPr>
        <p:spPr>
          <a:xfrm>
            <a:off x="18197104" y="397811"/>
            <a:ext cx="5799755" cy="3717054"/>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75" name="TextBox 43"/>
          <p:cNvSpPr txBox="1"/>
          <p:nvPr/>
        </p:nvSpPr>
        <p:spPr>
          <a:xfrm>
            <a:off x="11203802" y="334915"/>
            <a:ext cx="2138965"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CURRENT SEASON</a:t>
            </a:r>
          </a:p>
        </p:txBody>
      </p:sp>
      <p:sp>
        <p:nvSpPr>
          <p:cNvPr id="1176" name="TextBox 44"/>
          <p:cNvSpPr txBox="1"/>
          <p:nvPr/>
        </p:nvSpPr>
        <p:spPr>
          <a:xfrm>
            <a:off x="14088420" y="334915"/>
            <a:ext cx="1150645"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CAREER</a:t>
            </a:r>
          </a:p>
        </p:txBody>
      </p:sp>
      <p:sp>
        <p:nvSpPr>
          <p:cNvPr id="1177" name="TextBox 46"/>
          <p:cNvSpPr txBox="1"/>
          <p:nvPr/>
        </p:nvSpPr>
        <p:spPr>
          <a:xfrm>
            <a:off x="16766170" y="8728014"/>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50000"/>
              </a:lnSpc>
              <a:spcBef>
                <a:spcPts val="0"/>
              </a:spcBef>
              <a:defRPr b="1" cap="all" sz="2400">
                <a:latin typeface="Avenir Next Condensed Regular"/>
                <a:ea typeface="Avenir Next Condensed Regular"/>
                <a:cs typeface="Avenir Next Condensed Regular"/>
                <a:sym typeface="Avenir Next Condensed Regular"/>
              </a:defRPr>
            </a:lvl1pPr>
          </a:lstStyle>
          <a:p>
            <a:pPr>
              <a:defRPr cap="none">
                <a:latin typeface="Cabin"/>
                <a:ea typeface="Cabin"/>
                <a:cs typeface="Cabin"/>
                <a:sym typeface="Cabin"/>
              </a:defRPr>
            </a:pPr>
            <a:r>
              <a:rPr cap="all">
                <a:latin typeface="Avenir Next Condensed Regular"/>
                <a:ea typeface="Avenir Next Condensed Regular"/>
                <a:cs typeface="Avenir Next Condensed Regular"/>
                <a:sym typeface="Avenir Next Condensed Regular"/>
              </a:rPr>
              <a:t>Transfer details</a:t>
            </a:r>
          </a:p>
        </p:txBody>
      </p:sp>
      <p:sp>
        <p:nvSpPr>
          <p:cNvPr id="1178" name="TextBox 45"/>
          <p:cNvSpPr txBox="1"/>
          <p:nvPr/>
        </p:nvSpPr>
        <p:spPr>
          <a:xfrm>
            <a:off x="16681484" y="388073"/>
            <a:ext cx="174382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100000"/>
              </a:lnSpc>
              <a:spcBef>
                <a:spcPts val="0"/>
              </a:spcBef>
              <a:defRPr b="1" cap="all" sz="2400">
                <a:latin typeface="Avenir Next Condensed Regular"/>
                <a:ea typeface="Avenir Next Condensed Regular"/>
                <a:cs typeface="Avenir Next Condensed Regular"/>
                <a:sym typeface="Avenir Next Condensed Regular"/>
              </a:defRPr>
            </a:lvl1pPr>
          </a:lstStyle>
          <a:p>
            <a:pPr>
              <a:defRPr b="0" cap="none"/>
            </a:pPr>
            <a:r>
              <a:rPr b="1" cap="all"/>
              <a:t>Scouting</a:t>
            </a:r>
          </a:p>
        </p:txBody>
      </p:sp>
      <p:sp>
        <p:nvSpPr>
          <p:cNvPr id="1179" name="TextBox 47"/>
          <p:cNvSpPr txBox="1"/>
          <p:nvPr/>
        </p:nvSpPr>
        <p:spPr>
          <a:xfrm>
            <a:off x="8044076" y="8652319"/>
            <a:ext cx="3000827" cy="4637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ts val="3400"/>
              </a:lnSpc>
              <a:spcBef>
                <a:spcPts val="0"/>
              </a:spcBef>
              <a:defRPr sz="2400">
                <a:latin typeface="Avenir Next Condensed Regular"/>
                <a:ea typeface="Avenir Next Condensed Regular"/>
                <a:cs typeface="Avenir Next Condensed Regular"/>
                <a:sym typeface="Avenir Next Condensed Regular"/>
              </a:defRPr>
            </a:pPr>
            <a:r>
              <a:rPr b="1" cap="all"/>
              <a:t>Summary scouting</a:t>
            </a:r>
            <a:r>
              <a:rPr b="1"/>
              <a:t>:</a:t>
            </a:r>
          </a:p>
        </p:txBody>
      </p:sp>
      <p:sp>
        <p:nvSpPr>
          <p:cNvPr id="1180" name="Rechthoek"/>
          <p:cNvSpPr/>
          <p:nvPr/>
        </p:nvSpPr>
        <p:spPr>
          <a:xfrm>
            <a:off x="3602054" y="2095922"/>
            <a:ext cx="3624260"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81" name="Rechthoek"/>
          <p:cNvSpPr/>
          <p:nvPr/>
        </p:nvSpPr>
        <p:spPr>
          <a:xfrm>
            <a:off x="3602054" y="2849645"/>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82" name="Rechthoek"/>
          <p:cNvSpPr/>
          <p:nvPr/>
        </p:nvSpPr>
        <p:spPr>
          <a:xfrm>
            <a:off x="3602054" y="3607060"/>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83" name="Rechthoek"/>
          <p:cNvSpPr/>
          <p:nvPr/>
        </p:nvSpPr>
        <p:spPr>
          <a:xfrm>
            <a:off x="3602054" y="4364475"/>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84" name="Rechthoek"/>
          <p:cNvSpPr/>
          <p:nvPr/>
        </p:nvSpPr>
        <p:spPr>
          <a:xfrm>
            <a:off x="3602054" y="5118199"/>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85" name="Rechthoek"/>
          <p:cNvSpPr/>
          <p:nvPr/>
        </p:nvSpPr>
        <p:spPr>
          <a:xfrm>
            <a:off x="3602054" y="5861842"/>
            <a:ext cx="3624260"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86" name="Rechthoek"/>
          <p:cNvSpPr/>
          <p:nvPr/>
        </p:nvSpPr>
        <p:spPr>
          <a:xfrm>
            <a:off x="3602054" y="6609877"/>
            <a:ext cx="3624260"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87" name="TextBox 38"/>
          <p:cNvSpPr txBox="1"/>
          <p:nvPr/>
        </p:nvSpPr>
        <p:spPr>
          <a:xfrm>
            <a:off x="890861" y="6999515"/>
            <a:ext cx="2233182"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Agency</a:t>
            </a:r>
          </a:p>
        </p:txBody>
      </p:sp>
      <p:sp>
        <p:nvSpPr>
          <p:cNvPr id="1188" name="Rechthoek"/>
          <p:cNvSpPr/>
          <p:nvPr/>
        </p:nvSpPr>
        <p:spPr>
          <a:xfrm>
            <a:off x="3601902" y="7345231"/>
            <a:ext cx="3624259" cy="587418"/>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89" name="TextBox 38"/>
          <p:cNvSpPr txBox="1"/>
          <p:nvPr/>
        </p:nvSpPr>
        <p:spPr>
          <a:xfrm>
            <a:off x="890861" y="7733610"/>
            <a:ext cx="2233182" cy="16660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1219200">
              <a:lnSpc>
                <a:spcPts val="68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r>
              <a:t>Agent</a:t>
            </a:r>
          </a:p>
        </p:txBody>
      </p:sp>
      <p:sp>
        <p:nvSpPr>
          <p:cNvPr id="1190" name="Rechthoek"/>
          <p:cNvSpPr/>
          <p:nvPr/>
        </p:nvSpPr>
        <p:spPr>
          <a:xfrm>
            <a:off x="3601902" y="8079326"/>
            <a:ext cx="3624259" cy="587417"/>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91" name="Rechthoek"/>
          <p:cNvSpPr/>
          <p:nvPr/>
        </p:nvSpPr>
        <p:spPr>
          <a:xfrm>
            <a:off x="19705480" y="10315740"/>
            <a:ext cx="3648991" cy="606011"/>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92" name="Rechthoek"/>
          <p:cNvSpPr/>
          <p:nvPr/>
        </p:nvSpPr>
        <p:spPr>
          <a:xfrm>
            <a:off x="19717846" y="9560023"/>
            <a:ext cx="3648990" cy="606010"/>
          </a:xfrm>
          <a:prstGeom prst="rect">
            <a:avLst/>
          </a:prstGeom>
          <a:solidFill>
            <a:srgbClr val="FFFFFF">
              <a:alpha val="50000"/>
            </a:srgb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93" name="TextBox 46"/>
          <p:cNvSpPr txBox="1"/>
          <p:nvPr/>
        </p:nvSpPr>
        <p:spPr>
          <a:xfrm>
            <a:off x="16850858" y="12641529"/>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Next step</a:t>
            </a:r>
          </a:p>
        </p:txBody>
      </p:sp>
      <p:sp>
        <p:nvSpPr>
          <p:cNvPr id="1194" name="TextBox 46"/>
          <p:cNvSpPr txBox="1"/>
          <p:nvPr/>
        </p:nvSpPr>
        <p:spPr>
          <a:xfrm>
            <a:off x="16850858" y="11884115"/>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Prediction year 2</a:t>
            </a:r>
          </a:p>
        </p:txBody>
      </p:sp>
      <p:sp>
        <p:nvSpPr>
          <p:cNvPr id="1195" name="TextBox 46"/>
          <p:cNvSpPr txBox="1"/>
          <p:nvPr/>
        </p:nvSpPr>
        <p:spPr>
          <a:xfrm>
            <a:off x="16850858" y="11101413"/>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Prediction year 1</a:t>
            </a:r>
          </a:p>
        </p:txBody>
      </p:sp>
      <p:sp>
        <p:nvSpPr>
          <p:cNvPr id="1196" name="TextBox 46"/>
          <p:cNvSpPr txBox="1"/>
          <p:nvPr/>
        </p:nvSpPr>
        <p:spPr>
          <a:xfrm>
            <a:off x="16850858" y="9615068"/>
            <a:ext cx="2913548"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ct val="240000"/>
              </a:lnSpc>
              <a:spcBef>
                <a:spcPts val="0"/>
              </a:spcBef>
              <a:defRPr sz="2400">
                <a:solidFill>
                  <a:srgbClr val="FFFFFF"/>
                </a:solidFill>
                <a:latin typeface="Avenir Next Condensed Regular"/>
                <a:ea typeface="Avenir Next Condensed Regular"/>
                <a:cs typeface="Avenir Next Condensed Regular"/>
                <a:sym typeface="Avenir Next Condensed Regular"/>
              </a:defRPr>
            </a:lvl1pPr>
          </a:lstStyle>
          <a:p>
            <a:pPr>
              <a:defRPr>
                <a:latin typeface="Cabin"/>
                <a:ea typeface="Cabin"/>
                <a:cs typeface="Cabin"/>
                <a:sym typeface="Cabin"/>
              </a:defRPr>
            </a:pPr>
            <a:r>
              <a:rPr>
                <a:latin typeface="Avenir Next Condensed Regular"/>
                <a:ea typeface="Avenir Next Condensed Regular"/>
                <a:cs typeface="Avenir Next Condensed Regular"/>
                <a:sym typeface="Avenir Next Condensed Regular"/>
              </a:rPr>
              <a:t>End of contract</a:t>
            </a:r>
          </a:p>
        </p:txBody>
      </p:sp>
      <p:sp>
        <p:nvSpPr>
          <p:cNvPr id="1197" name="Rechthoek"/>
          <p:cNvSpPr/>
          <p:nvPr/>
        </p:nvSpPr>
        <p:spPr>
          <a:xfrm>
            <a:off x="12133781" y="4485154"/>
            <a:ext cx="3980337" cy="3837643"/>
          </a:xfrm>
          <a:prstGeom prst="rect">
            <a:avLst/>
          </a:prstGeom>
          <a:solidFill>
            <a:schemeClr val="accent5">
              <a:hueOff val="-82419"/>
              <a:satOff val="-9513"/>
              <a:lumOff val="-16343"/>
            </a:schemeClr>
          </a:solidFill>
          <a:ln w="25400">
            <a:solidFill>
              <a:srgbClr val="AF8B31"/>
            </a:solidFill>
          </a:ln>
          <a:effectLst>
            <a:outerShdw sx="100000" sy="100000" kx="0" ky="0" algn="b" rotWithShape="0" blurRad="50800" dist="25400" dir="5400000">
              <a:srgbClr val="000000">
                <a:alpha val="35000"/>
              </a:srgbClr>
            </a:outerShdw>
          </a:effectLst>
        </p:spPr>
        <p:txBody>
          <a:bodyPr lIns="60959" tIns="60959" rIns="60959" bIns="60959" anchor="ctr"/>
          <a:lstStyle/>
          <a:p>
            <a:pPr defTabSz="1219200">
              <a:lnSpc>
                <a:spcPct val="100000"/>
              </a:lnSpc>
              <a:spcBef>
                <a:spcPts val="0"/>
              </a:spcBef>
              <a:defRPr sz="2400">
                <a:latin typeface="Calibri"/>
                <a:ea typeface="Calibri"/>
                <a:cs typeface="Calibri"/>
                <a:sym typeface="Calibri"/>
              </a:defRPr>
            </a:pPr>
          </a:p>
        </p:txBody>
      </p:sp>
      <p:sp>
        <p:nvSpPr>
          <p:cNvPr id="1198" name="TextBox 41"/>
          <p:cNvSpPr txBox="1"/>
          <p:nvPr/>
        </p:nvSpPr>
        <p:spPr>
          <a:xfrm>
            <a:off x="12316287" y="4521379"/>
            <a:ext cx="2755075" cy="4637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PLAYER AVAILABILITY</a:t>
            </a:r>
          </a:p>
        </p:txBody>
      </p:sp>
      <p:pic>
        <p:nvPicPr>
          <p:cNvPr id="1199" name="pasted-image.tiff" descr="pasted-image.tiff"/>
          <p:cNvPicPr>
            <a:picLocks noChangeAspect="1"/>
          </p:cNvPicPr>
          <p:nvPr/>
        </p:nvPicPr>
        <p:blipFill>
          <a:blip r:embed="rId3">
            <a:alphaModFix amt="85000"/>
            <a:extLst/>
          </a:blip>
          <a:srcRect l="4545" t="19455" r="2655" b="21337"/>
          <a:stretch>
            <a:fillRect/>
          </a:stretch>
        </p:blipFill>
        <p:spPr>
          <a:xfrm rot="16200000">
            <a:off x="3912493" y="10136175"/>
            <a:ext cx="3792539" cy="25090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742"/>
                </a:lnTo>
                <a:lnTo>
                  <a:pt x="0" y="21600"/>
                </a:lnTo>
                <a:lnTo>
                  <a:pt x="21600" y="21600"/>
                </a:lnTo>
                <a:lnTo>
                  <a:pt x="21600" y="0"/>
                </a:lnTo>
                <a:lnTo>
                  <a:pt x="0" y="0"/>
                </a:lnTo>
                <a:close/>
              </a:path>
            </a:pathLst>
          </a:custGeom>
          <a:ln w="12700">
            <a:miter lim="400000"/>
          </a:ln>
        </p:spPr>
      </p:pic>
      <p:sp>
        <p:nvSpPr>
          <p:cNvPr id="1200" name="Rechthoek"/>
          <p:cNvSpPr/>
          <p:nvPr/>
        </p:nvSpPr>
        <p:spPr>
          <a:xfrm>
            <a:off x="4407241" y="9341001"/>
            <a:ext cx="2808750" cy="4047809"/>
          </a:xfrm>
          <a:prstGeom prst="rect">
            <a:avLst/>
          </a:prstGeom>
          <a:ln w="19050">
            <a:solidFill>
              <a:srgbClr val="FFFFFF"/>
            </a:solidFill>
            <a:miter/>
          </a:ln>
        </p:spPr>
        <p:txBody>
          <a:bodyPr lIns="45719" rIns="45719" anchor="ctr"/>
          <a:lstStyle/>
          <a:p>
            <a:pPr defTabSz="457200">
              <a:lnSpc>
                <a:spcPct val="100000"/>
              </a:lnSpc>
              <a:spcBef>
                <a:spcPts val="0"/>
              </a:spcBef>
              <a:defRPr sz="1800">
                <a:latin typeface="Aptos"/>
                <a:ea typeface="Aptos"/>
                <a:cs typeface="Aptos"/>
                <a:sym typeface="Aptos"/>
              </a:defRPr>
            </a:pPr>
          </a:p>
        </p:txBody>
      </p:sp>
      <p:sp>
        <p:nvSpPr>
          <p:cNvPr id="1201" name="TextBox 41"/>
          <p:cNvSpPr txBox="1"/>
          <p:nvPr/>
        </p:nvSpPr>
        <p:spPr>
          <a:xfrm>
            <a:off x="407134" y="9496137"/>
            <a:ext cx="2755075" cy="4637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9200">
              <a:lnSpc>
                <a:spcPts val="3400"/>
              </a:lnSpc>
              <a:spcBef>
                <a:spcPts val="0"/>
              </a:spcBef>
              <a:defRPr b="1" sz="2400">
                <a:latin typeface="Avenir Next Condensed Regular"/>
                <a:ea typeface="Avenir Next Condensed Regular"/>
                <a:cs typeface="Avenir Next Condensed Regular"/>
                <a:sym typeface="Avenir Next Condensed Regular"/>
              </a:defRPr>
            </a:lvl1pPr>
          </a:lstStyle>
          <a:p>
            <a:pPr/>
            <a:r>
              <a:t>PLAYERS PROFILE</a:t>
            </a:r>
          </a:p>
        </p:txBody>
      </p:sp>
      <p:sp>
        <p:nvSpPr>
          <p:cNvPr id="1202" name="TextBox 31"/>
          <p:cNvSpPr txBox="1"/>
          <p:nvPr/>
        </p:nvSpPr>
        <p:spPr>
          <a:xfrm>
            <a:off x="389737" y="11554262"/>
            <a:ext cx="2152563" cy="167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54000" indent="-254000" defTabSz="1285875">
              <a:lnSpc>
                <a:spcPct val="100000"/>
              </a:lnSpc>
              <a:spcBef>
                <a:spcPts val="0"/>
              </a:spcBef>
              <a:buSzPct val="123000"/>
              <a:buChar char="•"/>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Total Distance: </a:t>
            </a:r>
          </a:p>
          <a:p>
            <a:pPr marL="254000" indent="-254000" defTabSz="1285875">
              <a:lnSpc>
                <a:spcPct val="100000"/>
              </a:lnSpc>
              <a:spcBef>
                <a:spcPts val="0"/>
              </a:spcBef>
              <a:buSzPct val="123000"/>
              <a:buChar char="•"/>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HI-runs:</a:t>
            </a:r>
          </a:p>
          <a:p>
            <a:pPr marL="254000" indent="-254000" defTabSz="1285875">
              <a:lnSpc>
                <a:spcPct val="100000"/>
              </a:lnSpc>
              <a:spcBef>
                <a:spcPts val="0"/>
              </a:spcBef>
              <a:buSzPct val="123000"/>
              <a:buChar char="•"/>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Sprints:</a:t>
            </a:r>
          </a:p>
          <a:p>
            <a:pPr marL="254000" indent="-254000" defTabSz="1285875">
              <a:lnSpc>
                <a:spcPct val="100000"/>
              </a:lnSpc>
              <a:spcBef>
                <a:spcPts val="0"/>
              </a:spcBef>
              <a:buSzPct val="123000"/>
              <a:buChar char="•"/>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Top speed:</a:t>
            </a:r>
          </a:p>
        </p:txBody>
      </p:sp>
      <p:sp>
        <p:nvSpPr>
          <p:cNvPr id="120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kopie">
    <p:bg>
      <p:bgPr>
        <a:gradFill flip="none" rotWithShape="1">
          <a:gsLst>
            <a:gs pos="0">
              <a:srgbClr val="DA3832"/>
            </a:gs>
            <a:gs pos="100000">
              <a:srgbClr val="000000"/>
            </a:gs>
          </a:gsLst>
          <a:lin ang="0" scaled="0"/>
        </a:gradFill>
      </p:bgPr>
    </p:bg>
    <p:spTree>
      <p:nvGrpSpPr>
        <p:cNvPr id="1" name=""/>
        <p:cNvGrpSpPr/>
        <p:nvPr/>
      </p:nvGrpSpPr>
      <p:grpSpPr>
        <a:xfrm>
          <a:off x="0" y="0"/>
          <a:ext cx="0" cy="0"/>
          <a:chOff x="0" y="0"/>
          <a:chExt cx="0" cy="0"/>
        </a:xfrm>
      </p:grpSpPr>
      <p:pic>
        <p:nvPicPr>
          <p:cNvPr id="1210" name="Afbeelding" descr="Afbeelding"/>
          <p:cNvPicPr>
            <a:picLocks noChangeAspect="1"/>
          </p:cNvPicPr>
          <p:nvPr/>
        </p:nvPicPr>
        <p:blipFill>
          <a:blip r:embed="rId2">
            <a:alphaModFix amt="70678"/>
            <a:extLst/>
          </a:blip>
          <a:stretch>
            <a:fillRect/>
          </a:stretch>
        </p:blipFill>
        <p:spPr>
          <a:xfrm>
            <a:off x="5242424" y="215842"/>
            <a:ext cx="13520184" cy="13621452"/>
          </a:xfrm>
          <a:prstGeom prst="rect">
            <a:avLst/>
          </a:prstGeom>
          <a:ln w="12700">
            <a:miter lim="400000"/>
          </a:ln>
        </p:spPr>
      </p:pic>
      <p:grpSp>
        <p:nvGrpSpPr>
          <p:cNvPr id="1213" name="Groepeer"/>
          <p:cNvGrpSpPr/>
          <p:nvPr/>
        </p:nvGrpSpPr>
        <p:grpSpPr>
          <a:xfrm>
            <a:off x="15994350" y="2939003"/>
            <a:ext cx="3860156" cy="5817685"/>
            <a:chOff x="0" y="0"/>
            <a:chExt cx="3860154" cy="5817684"/>
          </a:xfrm>
        </p:grpSpPr>
        <p:sp>
          <p:nvSpPr>
            <p:cNvPr id="1211" name="Afgeronde rechthoek"/>
            <p:cNvSpPr/>
            <p:nvPr/>
          </p:nvSpPr>
          <p:spPr>
            <a:xfrm>
              <a:off x="0" y="0"/>
              <a:ext cx="3860155" cy="5817685"/>
            </a:xfrm>
            <a:prstGeom prst="roundRect">
              <a:avLst>
                <a:gd name="adj" fmla="val 10300"/>
              </a:avLst>
            </a:prstGeom>
            <a:solidFill>
              <a:srgbClr val="FFFFFE"/>
            </a:solidFill>
            <a:ln w="50800" cap="flat">
              <a:solidFill>
                <a:schemeClr val="accent5">
                  <a:hueOff val="-82419"/>
                  <a:satOff val="-9513"/>
                  <a:lumOff val="-16343"/>
                </a:schemeClr>
              </a:solidFill>
              <a:prstDash val="solid"/>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txBody>
            <a:bodyPr wrap="square" lIns="71437" tIns="71437" rIns="71437" bIns="71437" numCol="1" anchor="ctr">
              <a:noAutofit/>
            </a:bodyPr>
            <a:lstStyle/>
            <a:p>
              <a:pPr algn="ctr" defTabSz="821531">
                <a:lnSpc>
                  <a:spcPct val="100000"/>
                </a:lnSpc>
                <a:spcBef>
                  <a:spcPts val="0"/>
                </a:spcBef>
                <a:defRPr sz="3600">
                  <a:solidFill>
                    <a:srgbClr val="FFFFFF"/>
                  </a:solidFill>
                  <a:latin typeface="Helvetica Light"/>
                  <a:ea typeface="Helvetica Light"/>
                  <a:cs typeface="Helvetica Light"/>
                  <a:sym typeface="Helvetica Light"/>
                </a:defRPr>
              </a:pPr>
            </a:p>
          </p:txBody>
        </p:sp>
        <p:pic>
          <p:nvPicPr>
            <p:cNvPr id="1212" name="pasted-image.tiff" descr="pasted-image.tiff"/>
            <p:cNvPicPr>
              <a:picLocks noChangeAspect="1"/>
            </p:cNvPicPr>
            <p:nvPr/>
          </p:nvPicPr>
          <p:blipFill>
            <a:blip r:embed="rId3">
              <a:alphaModFix amt="79311"/>
              <a:extLst/>
            </a:blip>
            <a:srcRect l="5357" t="19455" r="3464" b="21336"/>
            <a:stretch>
              <a:fillRect/>
            </a:stretch>
          </p:blipFill>
          <p:spPr>
            <a:xfrm rot="16200000">
              <a:off x="-765973" y="1105008"/>
              <a:ext cx="5391945" cy="36306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lnTo>
                    <a:pt x="21600" y="0"/>
                  </a:lnTo>
                  <a:lnTo>
                    <a:pt x="0" y="0"/>
                  </a:lnTo>
                  <a:close/>
                </a:path>
              </a:pathLst>
            </a:custGeom>
            <a:ln w="12700" cap="flat">
              <a:noFill/>
              <a:miter lim="400000"/>
            </a:ln>
            <a:effectLst/>
          </p:spPr>
        </p:pic>
      </p:grpSp>
      <p:sp>
        <p:nvSpPr>
          <p:cNvPr id="1214" name="Rechthoek"/>
          <p:cNvSpPr/>
          <p:nvPr/>
        </p:nvSpPr>
        <p:spPr>
          <a:xfrm>
            <a:off x="4545211" y="7484360"/>
            <a:ext cx="10890913" cy="1270001"/>
          </a:xfrm>
          <a:prstGeom prst="rect">
            <a:avLst/>
          </a:prstGeom>
          <a:solidFill>
            <a:srgbClr val="FFFFFF">
              <a:alpha val="73066"/>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215" name="TextBox 28"/>
          <p:cNvSpPr txBox="1"/>
          <p:nvPr/>
        </p:nvSpPr>
        <p:spPr>
          <a:xfrm>
            <a:off x="8532915" y="5943639"/>
            <a:ext cx="6939203" cy="1828722"/>
          </a:xfrm>
          <a:prstGeom prst="rect">
            <a:avLst/>
          </a:prstGeom>
          <a:ln w="12700">
            <a:miter lim="400000"/>
          </a:ln>
          <a:extLst>
            <a:ext uri="{C572A759-6A51-4108-AA02-DFA0A04FC94B}">
              <ma14:wrappingTextBoxFlag xmlns:ma14="http://schemas.microsoft.com/office/mac/drawingml/2011/main" val="1"/>
            </a:ext>
          </a:extLst>
        </p:spPr>
        <p:txBody>
          <a:bodyPr wrap="none" lIns="12660" tIns="12660" rIns="12660" bIns="12660" anchor="ctr">
            <a:spAutoFit/>
          </a:bodyPr>
          <a:lstStyle>
            <a:lvl1pPr defTabSz="126609">
              <a:lnSpc>
                <a:spcPct val="100000"/>
              </a:lnSpc>
              <a:spcBef>
                <a:spcPts val="0"/>
              </a:spcBef>
              <a:defRPr b="1" cap="all" sz="10400">
                <a:solidFill>
                  <a:srgbClr val="FFFFFF"/>
                </a:solidFill>
                <a:latin typeface="Avenir Next Regular"/>
                <a:ea typeface="Avenir Next Regular"/>
                <a:cs typeface="Avenir Next Regular"/>
                <a:sym typeface="Avenir Next Regular"/>
              </a:defRPr>
            </a:lvl1pPr>
          </a:lstStyle>
          <a:p>
            <a:pPr/>
            <a:r>
              <a:t>Welcome</a:t>
            </a:r>
          </a:p>
        </p:txBody>
      </p:sp>
      <p:pic>
        <p:nvPicPr>
          <p:cNvPr id="1216" name="FC_Pro_Vercelli_1892.svg.png" descr="FC_Pro_Vercelli_1892.svg.png"/>
          <p:cNvPicPr>
            <a:picLocks noChangeAspect="1"/>
          </p:cNvPicPr>
          <p:nvPr/>
        </p:nvPicPr>
        <p:blipFill>
          <a:blip r:embed="rId4">
            <a:extLst/>
          </a:blip>
          <a:stretch>
            <a:fillRect/>
          </a:stretch>
        </p:blipFill>
        <p:spPr>
          <a:xfrm>
            <a:off x="652843" y="11597034"/>
            <a:ext cx="1321258" cy="1825538"/>
          </a:xfrm>
          <a:prstGeom prst="rect">
            <a:avLst/>
          </a:prstGeom>
          <a:ln w="12700">
            <a:miter lim="400000"/>
          </a:ln>
        </p:spPr>
      </p:pic>
      <p:pic>
        <p:nvPicPr>
          <p:cNvPr id="1217" name="Afbeelding" descr="Afbeelding"/>
          <p:cNvPicPr>
            <a:picLocks noChangeAspect="1"/>
          </p:cNvPicPr>
          <p:nvPr/>
        </p:nvPicPr>
        <p:blipFill>
          <a:blip r:embed="rId5">
            <a:extLst/>
          </a:blip>
          <a:stretch>
            <a:fillRect/>
          </a:stretch>
        </p:blipFill>
        <p:spPr>
          <a:xfrm>
            <a:off x="16842824" y="12357920"/>
            <a:ext cx="7184464" cy="945175"/>
          </a:xfrm>
          <a:prstGeom prst="rect">
            <a:avLst/>
          </a:prstGeom>
          <a:ln w="12700">
            <a:miter lim="400000"/>
          </a:ln>
        </p:spPr>
      </p:pic>
      <p:pic>
        <p:nvPicPr>
          <p:cNvPr id="1218" name="01.+ witFOURTEEN LOGO BLACK WHITE kopie.pdf" descr="01.+ witFOURTEEN LOGO BLACK WHITE kopie.pdf"/>
          <p:cNvPicPr>
            <a:picLocks noChangeAspect="1"/>
          </p:cNvPicPr>
          <p:nvPr/>
        </p:nvPicPr>
        <p:blipFill>
          <a:blip r:embed="rId6">
            <a:extLst/>
          </a:blip>
          <a:stretch>
            <a:fillRect/>
          </a:stretch>
        </p:blipFill>
        <p:spPr>
          <a:xfrm>
            <a:off x="2821564" y="11810017"/>
            <a:ext cx="1825537" cy="1399573"/>
          </a:xfrm>
          <a:prstGeom prst="rect">
            <a:avLst/>
          </a:prstGeom>
          <a:ln w="12700">
            <a:miter lim="400000"/>
          </a:ln>
        </p:spPr>
      </p:pic>
      <p:sp>
        <p:nvSpPr>
          <p:cNvPr id="1219" name="Dianummer"/>
          <p:cNvSpPr txBox="1"/>
          <p:nvPr>
            <p:ph type="sldNum" sz="quarter" idx="2"/>
          </p:nvPr>
        </p:nvSpPr>
        <p:spPr>
          <a:xfrm>
            <a:off x="12051322" y="12344399"/>
            <a:ext cx="1969479" cy="736601"/>
          </a:xfrm>
          <a:prstGeom prst="rect">
            <a:avLst/>
          </a:prstGeom>
        </p:spPr>
        <p:txBody>
          <a:bodyPr lIns="12660" tIns="12660" rIns="12660" bIns="12660" anchor="ctr"/>
          <a:lstStyle>
            <a:lvl1pPr algn="r" defTabSz="126609">
              <a:defRPr sz="300">
                <a:solidFill>
                  <a:srgbClr val="FFFFFF"/>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chtergrond kopie 2">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pic>
        <p:nvPicPr>
          <p:cNvPr id="1226" name="Afbeelding" descr="Afbeelding"/>
          <p:cNvPicPr>
            <a:picLocks noChangeAspect="1"/>
          </p:cNvPicPr>
          <p:nvPr/>
        </p:nvPicPr>
        <p:blipFill>
          <a:blip r:embed="rId2">
            <a:alphaModFix amt="70678"/>
            <a:extLst/>
          </a:blip>
          <a:stretch>
            <a:fillRect/>
          </a:stretch>
        </p:blipFill>
        <p:spPr>
          <a:xfrm>
            <a:off x="5242424" y="215842"/>
            <a:ext cx="13520184" cy="13621452"/>
          </a:xfrm>
          <a:prstGeom prst="rect">
            <a:avLst/>
          </a:prstGeom>
          <a:ln w="12700">
            <a:miter lim="400000"/>
          </a:ln>
        </p:spPr>
      </p:pic>
      <p:grpSp>
        <p:nvGrpSpPr>
          <p:cNvPr id="1229" name="Groepeer"/>
          <p:cNvGrpSpPr/>
          <p:nvPr/>
        </p:nvGrpSpPr>
        <p:grpSpPr>
          <a:xfrm>
            <a:off x="15994350" y="2939003"/>
            <a:ext cx="3860156" cy="5817685"/>
            <a:chOff x="0" y="0"/>
            <a:chExt cx="3860154" cy="5817684"/>
          </a:xfrm>
        </p:grpSpPr>
        <p:sp>
          <p:nvSpPr>
            <p:cNvPr id="1227" name="Afgeronde rechthoek"/>
            <p:cNvSpPr/>
            <p:nvPr/>
          </p:nvSpPr>
          <p:spPr>
            <a:xfrm>
              <a:off x="0" y="0"/>
              <a:ext cx="3860155" cy="5817685"/>
            </a:xfrm>
            <a:prstGeom prst="roundRect">
              <a:avLst>
                <a:gd name="adj" fmla="val 10300"/>
              </a:avLst>
            </a:prstGeom>
            <a:solidFill>
              <a:srgbClr val="FFFFFE"/>
            </a:solidFill>
            <a:ln w="50800" cap="flat">
              <a:solidFill>
                <a:srgbClr val="173883"/>
              </a:solidFill>
              <a:prstDash val="solid"/>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txBody>
            <a:bodyPr wrap="square" lIns="71437" tIns="71437" rIns="71437" bIns="71437" numCol="1" anchor="ctr">
              <a:noAutofit/>
            </a:bodyPr>
            <a:lstStyle/>
            <a:p>
              <a:pPr algn="ctr" defTabSz="821531">
                <a:lnSpc>
                  <a:spcPct val="100000"/>
                </a:lnSpc>
                <a:spcBef>
                  <a:spcPts val="0"/>
                </a:spcBef>
                <a:defRPr sz="3600">
                  <a:solidFill>
                    <a:srgbClr val="FFFFFF"/>
                  </a:solidFill>
                  <a:latin typeface="Helvetica Light"/>
                  <a:ea typeface="Helvetica Light"/>
                  <a:cs typeface="Helvetica Light"/>
                  <a:sym typeface="Helvetica Light"/>
                </a:defRPr>
              </a:pPr>
            </a:p>
          </p:txBody>
        </p:sp>
        <p:pic>
          <p:nvPicPr>
            <p:cNvPr id="1228" name="pasted-image.tiff" descr="pasted-image.tiff"/>
            <p:cNvPicPr>
              <a:picLocks noChangeAspect="1"/>
            </p:cNvPicPr>
            <p:nvPr/>
          </p:nvPicPr>
          <p:blipFill>
            <a:blip r:embed="rId3">
              <a:alphaModFix amt="79311"/>
              <a:extLst/>
            </a:blip>
            <a:srcRect l="5357" t="19455" r="3464" b="21336"/>
            <a:stretch>
              <a:fillRect/>
            </a:stretch>
          </p:blipFill>
          <p:spPr>
            <a:xfrm rot="16200000">
              <a:off x="-765973" y="1105008"/>
              <a:ext cx="5391945" cy="36306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lnTo>
                    <a:pt x="21600" y="0"/>
                  </a:lnTo>
                  <a:lnTo>
                    <a:pt x="0" y="0"/>
                  </a:lnTo>
                  <a:close/>
                </a:path>
              </a:pathLst>
            </a:custGeom>
            <a:ln w="12700" cap="flat">
              <a:noFill/>
              <a:miter lim="400000"/>
            </a:ln>
            <a:effectLst/>
          </p:spPr>
        </p:pic>
      </p:grpSp>
      <p:sp>
        <p:nvSpPr>
          <p:cNvPr id="1230" name="Rechthoek"/>
          <p:cNvSpPr/>
          <p:nvPr/>
        </p:nvSpPr>
        <p:spPr>
          <a:xfrm>
            <a:off x="4545211" y="7484360"/>
            <a:ext cx="10890913" cy="1270001"/>
          </a:xfrm>
          <a:prstGeom prst="rect">
            <a:avLst/>
          </a:prstGeom>
          <a:solidFill>
            <a:srgbClr val="FFFFFF">
              <a:alpha val="73066"/>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231" name="TextBox 28"/>
          <p:cNvSpPr txBox="1"/>
          <p:nvPr/>
        </p:nvSpPr>
        <p:spPr>
          <a:xfrm>
            <a:off x="8532915" y="5951167"/>
            <a:ext cx="6939203" cy="1828723"/>
          </a:xfrm>
          <a:prstGeom prst="rect">
            <a:avLst/>
          </a:prstGeom>
          <a:ln w="12700">
            <a:miter lim="400000"/>
          </a:ln>
          <a:extLst>
            <a:ext uri="{C572A759-6A51-4108-AA02-DFA0A04FC94B}">
              <ma14:wrappingTextBoxFlag xmlns:ma14="http://schemas.microsoft.com/office/mac/drawingml/2011/main" val="1"/>
            </a:ext>
          </a:extLst>
        </p:spPr>
        <p:txBody>
          <a:bodyPr wrap="none" lIns="12660" tIns="12660" rIns="12660" bIns="12660" anchor="ctr">
            <a:spAutoFit/>
          </a:bodyPr>
          <a:lstStyle>
            <a:lvl1pPr defTabSz="126609">
              <a:lnSpc>
                <a:spcPct val="100000"/>
              </a:lnSpc>
              <a:spcBef>
                <a:spcPts val="0"/>
              </a:spcBef>
              <a:defRPr b="1" cap="all" sz="10400">
                <a:solidFill>
                  <a:srgbClr val="FFFFFF"/>
                </a:solidFill>
                <a:latin typeface="Avenir Next Regular"/>
                <a:ea typeface="Avenir Next Regular"/>
                <a:cs typeface="Avenir Next Regular"/>
                <a:sym typeface="Avenir Next Regular"/>
              </a:defRPr>
            </a:lvl1pPr>
          </a:lstStyle>
          <a:p>
            <a:pPr/>
            <a:r>
              <a:t>Welcome</a:t>
            </a:r>
          </a:p>
        </p:txBody>
      </p:sp>
      <p:pic>
        <p:nvPicPr>
          <p:cNvPr id="1232" name="FC DEN BOSCH LOGO.png" descr="FC DEN BOSCH LOGO.png"/>
          <p:cNvPicPr>
            <a:picLocks noChangeAspect="1"/>
          </p:cNvPicPr>
          <p:nvPr/>
        </p:nvPicPr>
        <p:blipFill>
          <a:blip r:embed="rId4">
            <a:extLst/>
          </a:blip>
          <a:stretch>
            <a:fillRect/>
          </a:stretch>
        </p:blipFill>
        <p:spPr>
          <a:xfrm>
            <a:off x="400703" y="11597034"/>
            <a:ext cx="1825538" cy="1825538"/>
          </a:xfrm>
          <a:prstGeom prst="rect">
            <a:avLst/>
          </a:prstGeom>
          <a:ln w="12700">
            <a:miter lim="400000"/>
          </a:ln>
        </p:spPr>
      </p:pic>
      <p:pic>
        <p:nvPicPr>
          <p:cNvPr id="1233" name="Afbeelding" descr="Afbeelding"/>
          <p:cNvPicPr>
            <a:picLocks noChangeAspect="1"/>
          </p:cNvPicPr>
          <p:nvPr/>
        </p:nvPicPr>
        <p:blipFill>
          <a:blip r:embed="rId5">
            <a:extLst/>
          </a:blip>
          <a:stretch>
            <a:fillRect/>
          </a:stretch>
        </p:blipFill>
        <p:spPr>
          <a:xfrm>
            <a:off x="16842824" y="12357920"/>
            <a:ext cx="7184464" cy="945175"/>
          </a:xfrm>
          <a:prstGeom prst="rect">
            <a:avLst/>
          </a:prstGeom>
          <a:ln w="12700">
            <a:miter lim="400000"/>
          </a:ln>
        </p:spPr>
      </p:pic>
      <p:pic>
        <p:nvPicPr>
          <p:cNvPr id="1234" name="01.+ witFOURTEEN LOGO BLACK WHITE kopie.pdf" descr="01.+ witFOURTEEN LOGO BLACK WHITE kopie.pdf"/>
          <p:cNvPicPr>
            <a:picLocks noChangeAspect="1"/>
          </p:cNvPicPr>
          <p:nvPr/>
        </p:nvPicPr>
        <p:blipFill>
          <a:blip r:embed="rId6">
            <a:extLst/>
          </a:blip>
          <a:stretch>
            <a:fillRect/>
          </a:stretch>
        </p:blipFill>
        <p:spPr>
          <a:xfrm>
            <a:off x="2821564" y="11810017"/>
            <a:ext cx="1825537" cy="1399573"/>
          </a:xfrm>
          <a:prstGeom prst="rect">
            <a:avLst/>
          </a:prstGeom>
          <a:ln w="12700">
            <a:miter lim="400000"/>
          </a:ln>
        </p:spPr>
      </p:pic>
      <p:sp>
        <p:nvSpPr>
          <p:cNvPr id="1235"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chtergrond kopie">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pic>
        <p:nvPicPr>
          <p:cNvPr id="1242" name="Afbeelding" descr="Afbeelding"/>
          <p:cNvPicPr>
            <a:picLocks noChangeAspect="1"/>
          </p:cNvPicPr>
          <p:nvPr/>
        </p:nvPicPr>
        <p:blipFill>
          <a:blip r:embed="rId2">
            <a:alphaModFix amt="70678"/>
            <a:extLst/>
          </a:blip>
          <a:stretch>
            <a:fillRect/>
          </a:stretch>
        </p:blipFill>
        <p:spPr>
          <a:xfrm>
            <a:off x="5242424" y="215842"/>
            <a:ext cx="13520184" cy="13621452"/>
          </a:xfrm>
          <a:prstGeom prst="rect">
            <a:avLst/>
          </a:prstGeom>
          <a:ln w="12700">
            <a:miter lim="400000"/>
          </a:ln>
        </p:spPr>
      </p:pic>
      <p:pic>
        <p:nvPicPr>
          <p:cNvPr id="1243" name="FC DEN BOSCH LOGO.png" descr="FC DEN BOSCH LOGO.png"/>
          <p:cNvPicPr>
            <a:picLocks noChangeAspect="1"/>
          </p:cNvPicPr>
          <p:nvPr/>
        </p:nvPicPr>
        <p:blipFill>
          <a:blip r:embed="rId3">
            <a:extLst/>
          </a:blip>
          <a:stretch>
            <a:fillRect/>
          </a:stretch>
        </p:blipFill>
        <p:spPr>
          <a:xfrm>
            <a:off x="400703" y="11597034"/>
            <a:ext cx="1825538" cy="1825538"/>
          </a:xfrm>
          <a:prstGeom prst="rect">
            <a:avLst/>
          </a:prstGeom>
          <a:ln w="12700">
            <a:miter lim="400000"/>
          </a:ln>
        </p:spPr>
      </p:pic>
      <p:pic>
        <p:nvPicPr>
          <p:cNvPr id="1244" name="Afbeelding" descr="Afbeelding"/>
          <p:cNvPicPr>
            <a:picLocks noChangeAspect="1"/>
          </p:cNvPicPr>
          <p:nvPr/>
        </p:nvPicPr>
        <p:blipFill>
          <a:blip r:embed="rId4">
            <a:extLst/>
          </a:blip>
          <a:stretch>
            <a:fillRect/>
          </a:stretch>
        </p:blipFill>
        <p:spPr>
          <a:xfrm>
            <a:off x="16842824" y="12357920"/>
            <a:ext cx="7184464" cy="945175"/>
          </a:xfrm>
          <a:prstGeom prst="rect">
            <a:avLst/>
          </a:prstGeom>
          <a:ln w="12700">
            <a:miter lim="400000"/>
          </a:ln>
        </p:spPr>
      </p:pic>
      <p:pic>
        <p:nvPicPr>
          <p:cNvPr id="1245" name="01.+ witFOURTEEN LOGO BLACK WHITE kopie.pdf" descr="01.+ witFOURTEEN LOGO BLACK WHITE kopie.pdf"/>
          <p:cNvPicPr>
            <a:picLocks noChangeAspect="1"/>
          </p:cNvPicPr>
          <p:nvPr/>
        </p:nvPicPr>
        <p:blipFill>
          <a:blip r:embed="rId5">
            <a:extLst/>
          </a:blip>
          <a:stretch>
            <a:fillRect/>
          </a:stretch>
        </p:blipFill>
        <p:spPr>
          <a:xfrm>
            <a:off x="2821564" y="11810017"/>
            <a:ext cx="1825537" cy="1399573"/>
          </a:xfrm>
          <a:prstGeom prst="rect">
            <a:avLst/>
          </a:prstGeom>
          <a:ln w="12700">
            <a:miter lim="400000"/>
          </a:ln>
        </p:spPr>
      </p:pic>
      <p:sp>
        <p:nvSpPr>
          <p:cNvPr id="1246" name="Rechthoek"/>
          <p:cNvSpPr/>
          <p:nvPr/>
        </p:nvSpPr>
        <p:spPr>
          <a:xfrm>
            <a:off x="6746544" y="8618893"/>
            <a:ext cx="10890913" cy="1270001"/>
          </a:xfrm>
          <a:prstGeom prst="rect">
            <a:avLst/>
          </a:prstGeom>
          <a:solidFill>
            <a:srgbClr val="FFFFFF">
              <a:alpha val="73066"/>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247"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chtergrond kopie 2">
    <p:bg>
      <p:bgPr>
        <a:gradFill flip="none" rotWithShape="1">
          <a:gsLst>
            <a:gs pos="0">
              <a:srgbClr val="173883"/>
            </a:gs>
            <a:gs pos="100000">
              <a:schemeClr val="accent1">
                <a:lumOff val="-13575"/>
              </a:schemeClr>
            </a:gs>
          </a:gsLst>
          <a:lin ang="9897784" scaled="0"/>
        </a:gradFill>
      </p:bgPr>
    </p:bg>
    <p:spTree>
      <p:nvGrpSpPr>
        <p:cNvPr id="1" name=""/>
        <p:cNvGrpSpPr/>
        <p:nvPr/>
      </p:nvGrpSpPr>
      <p:grpSpPr>
        <a:xfrm>
          <a:off x="0" y="0"/>
          <a:ext cx="0" cy="0"/>
          <a:chOff x="0" y="0"/>
          <a:chExt cx="0" cy="0"/>
        </a:xfrm>
      </p:grpSpPr>
      <p:pic>
        <p:nvPicPr>
          <p:cNvPr id="1254" name="Afbeelding" descr="Afbeelding"/>
          <p:cNvPicPr>
            <a:picLocks noChangeAspect="1"/>
          </p:cNvPicPr>
          <p:nvPr/>
        </p:nvPicPr>
        <p:blipFill>
          <a:blip r:embed="rId2">
            <a:alphaModFix amt="70678"/>
            <a:extLst/>
          </a:blip>
          <a:stretch>
            <a:fillRect/>
          </a:stretch>
        </p:blipFill>
        <p:spPr>
          <a:xfrm>
            <a:off x="5242424" y="215842"/>
            <a:ext cx="13520184" cy="13621452"/>
          </a:xfrm>
          <a:prstGeom prst="rect">
            <a:avLst/>
          </a:prstGeom>
          <a:ln w="12700">
            <a:miter lim="400000"/>
          </a:ln>
        </p:spPr>
      </p:pic>
      <p:grpSp>
        <p:nvGrpSpPr>
          <p:cNvPr id="1257" name="Groepeer"/>
          <p:cNvGrpSpPr/>
          <p:nvPr/>
        </p:nvGrpSpPr>
        <p:grpSpPr>
          <a:xfrm>
            <a:off x="15994350" y="2939003"/>
            <a:ext cx="3860156" cy="5817685"/>
            <a:chOff x="0" y="0"/>
            <a:chExt cx="3860154" cy="5817684"/>
          </a:xfrm>
        </p:grpSpPr>
        <p:sp>
          <p:nvSpPr>
            <p:cNvPr id="1255" name="Afgeronde rechthoek"/>
            <p:cNvSpPr/>
            <p:nvPr/>
          </p:nvSpPr>
          <p:spPr>
            <a:xfrm>
              <a:off x="0" y="0"/>
              <a:ext cx="3860155" cy="5817685"/>
            </a:xfrm>
            <a:prstGeom prst="roundRect">
              <a:avLst>
                <a:gd name="adj" fmla="val 10300"/>
              </a:avLst>
            </a:prstGeom>
            <a:solidFill>
              <a:srgbClr val="FFFFFE"/>
            </a:solidFill>
            <a:ln w="50800" cap="flat">
              <a:solidFill>
                <a:srgbClr val="173883"/>
              </a:solidFill>
              <a:prstDash val="solid"/>
              <a:miter lim="400000"/>
            </a:ln>
            <a:effectLst>
              <a:outerShdw sx="100000" sy="100000" kx="0" ky="0" algn="b" rotWithShape="0" blurRad="139700" dist="148130" dir="5400000">
                <a:srgbClr val="000000">
                  <a:alpha val="50000"/>
                </a:srgbClr>
              </a:outerShdw>
              <a:reflection blurRad="0" stA="50000" stPos="0" endA="0" endPos="40000" dist="0" dir="5400000" fadeDir="5400000" sx="100000" sy="-100000" kx="0" ky="0" algn="bl" rotWithShape="0"/>
            </a:effectLst>
          </p:spPr>
          <p:txBody>
            <a:bodyPr wrap="square" lIns="71437" tIns="71437" rIns="71437" bIns="71437" numCol="1" anchor="ctr">
              <a:noAutofit/>
            </a:bodyPr>
            <a:lstStyle/>
            <a:p>
              <a:pPr algn="ctr" defTabSz="821531">
                <a:lnSpc>
                  <a:spcPct val="100000"/>
                </a:lnSpc>
                <a:spcBef>
                  <a:spcPts val="0"/>
                </a:spcBef>
                <a:defRPr sz="3600">
                  <a:solidFill>
                    <a:srgbClr val="FFFFFF"/>
                  </a:solidFill>
                  <a:latin typeface="Helvetica Light"/>
                  <a:ea typeface="Helvetica Light"/>
                  <a:cs typeface="Helvetica Light"/>
                  <a:sym typeface="Helvetica Light"/>
                </a:defRPr>
              </a:pPr>
            </a:p>
          </p:txBody>
        </p:sp>
        <p:pic>
          <p:nvPicPr>
            <p:cNvPr id="1256" name="pasted-image.tiff" descr="pasted-image.tiff"/>
            <p:cNvPicPr>
              <a:picLocks noChangeAspect="1"/>
            </p:cNvPicPr>
            <p:nvPr/>
          </p:nvPicPr>
          <p:blipFill>
            <a:blip r:embed="rId3">
              <a:alphaModFix amt="79311"/>
              <a:extLst/>
            </a:blip>
            <a:srcRect l="5357" t="19455" r="3464" b="21336"/>
            <a:stretch>
              <a:fillRect/>
            </a:stretch>
          </p:blipFill>
          <p:spPr>
            <a:xfrm rot="16200000">
              <a:off x="-765973" y="1105008"/>
              <a:ext cx="5391945" cy="36306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lnTo>
                    <a:pt x="21600" y="0"/>
                  </a:lnTo>
                  <a:lnTo>
                    <a:pt x="0" y="0"/>
                  </a:lnTo>
                  <a:close/>
                </a:path>
              </a:pathLst>
            </a:custGeom>
            <a:ln w="12700" cap="flat">
              <a:noFill/>
              <a:miter lim="400000"/>
            </a:ln>
            <a:effectLst/>
          </p:spPr>
        </p:pic>
      </p:grpSp>
      <p:sp>
        <p:nvSpPr>
          <p:cNvPr id="1258" name="Rechthoek"/>
          <p:cNvSpPr/>
          <p:nvPr/>
        </p:nvSpPr>
        <p:spPr>
          <a:xfrm>
            <a:off x="4545211" y="7484360"/>
            <a:ext cx="10890913" cy="1270001"/>
          </a:xfrm>
          <a:prstGeom prst="rect">
            <a:avLst/>
          </a:prstGeom>
          <a:solidFill>
            <a:srgbClr val="FFFFFF">
              <a:alpha val="73066"/>
            </a:srgbClr>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259" name="TextBox 28"/>
          <p:cNvSpPr txBox="1"/>
          <p:nvPr/>
        </p:nvSpPr>
        <p:spPr>
          <a:xfrm>
            <a:off x="9228608" y="5951167"/>
            <a:ext cx="6159931" cy="1828723"/>
          </a:xfrm>
          <a:prstGeom prst="rect">
            <a:avLst/>
          </a:prstGeom>
          <a:ln w="12700">
            <a:miter lim="400000"/>
          </a:ln>
          <a:extLst>
            <a:ext uri="{C572A759-6A51-4108-AA02-DFA0A04FC94B}">
              <ma14:wrappingTextBoxFlag xmlns:ma14="http://schemas.microsoft.com/office/mac/drawingml/2011/main" val="1"/>
            </a:ext>
          </a:extLst>
        </p:spPr>
        <p:txBody>
          <a:bodyPr wrap="none" lIns="12660" tIns="12660" rIns="12660" bIns="12660" anchor="ctr">
            <a:spAutoFit/>
          </a:bodyPr>
          <a:lstStyle>
            <a:lvl1pPr defTabSz="126609">
              <a:lnSpc>
                <a:spcPct val="100000"/>
              </a:lnSpc>
              <a:spcBef>
                <a:spcPts val="0"/>
              </a:spcBef>
              <a:defRPr b="1" cap="all" sz="10400">
                <a:solidFill>
                  <a:srgbClr val="FFFFFF"/>
                </a:solidFill>
                <a:latin typeface="Avenir Next Regular"/>
                <a:ea typeface="Avenir Next Regular"/>
                <a:cs typeface="Avenir Next Regular"/>
                <a:sym typeface="Avenir Next Regular"/>
              </a:defRPr>
            </a:lvl1pPr>
          </a:lstStyle>
          <a:p>
            <a:pPr/>
            <a:r>
              <a:t>WELKOM</a:t>
            </a:r>
          </a:p>
        </p:txBody>
      </p:sp>
      <p:pic>
        <p:nvPicPr>
          <p:cNvPr id="1260" name="FC DEN BOSCH LOGO.png" descr="FC DEN BOSCH LOGO.png"/>
          <p:cNvPicPr>
            <a:picLocks noChangeAspect="1"/>
          </p:cNvPicPr>
          <p:nvPr/>
        </p:nvPicPr>
        <p:blipFill>
          <a:blip r:embed="rId4">
            <a:extLst/>
          </a:blip>
          <a:stretch>
            <a:fillRect/>
          </a:stretch>
        </p:blipFill>
        <p:spPr>
          <a:xfrm>
            <a:off x="400703" y="11597034"/>
            <a:ext cx="1825538" cy="1825538"/>
          </a:xfrm>
          <a:prstGeom prst="rect">
            <a:avLst/>
          </a:prstGeom>
          <a:ln w="12700">
            <a:miter lim="400000"/>
          </a:ln>
        </p:spPr>
      </p:pic>
      <p:pic>
        <p:nvPicPr>
          <p:cNvPr id="1261" name="Afbeelding" descr="Afbeelding"/>
          <p:cNvPicPr>
            <a:picLocks noChangeAspect="1"/>
          </p:cNvPicPr>
          <p:nvPr/>
        </p:nvPicPr>
        <p:blipFill>
          <a:blip r:embed="rId5">
            <a:extLst/>
          </a:blip>
          <a:stretch>
            <a:fillRect/>
          </a:stretch>
        </p:blipFill>
        <p:spPr>
          <a:xfrm>
            <a:off x="16842824" y="12357920"/>
            <a:ext cx="7184464" cy="945175"/>
          </a:xfrm>
          <a:prstGeom prst="rect">
            <a:avLst/>
          </a:prstGeom>
          <a:ln w="12700">
            <a:miter lim="400000"/>
          </a:ln>
        </p:spPr>
      </p:pic>
      <p:pic>
        <p:nvPicPr>
          <p:cNvPr id="1262" name="01.+ witFOURTEEN LOGO BLACK WHITE kopie.pdf" descr="01.+ witFOURTEEN LOGO BLACK WHITE kopie.pdf"/>
          <p:cNvPicPr>
            <a:picLocks noChangeAspect="1"/>
          </p:cNvPicPr>
          <p:nvPr/>
        </p:nvPicPr>
        <p:blipFill>
          <a:blip r:embed="rId6">
            <a:extLst/>
          </a:blip>
          <a:stretch>
            <a:fillRect/>
          </a:stretch>
        </p:blipFill>
        <p:spPr>
          <a:xfrm>
            <a:off x="2821564" y="11810017"/>
            <a:ext cx="1825537" cy="1399573"/>
          </a:xfrm>
          <a:prstGeom prst="rect">
            <a:avLst/>
          </a:prstGeom>
          <a:ln w="12700">
            <a:miter lim="400000"/>
          </a:ln>
        </p:spPr>
      </p:pic>
      <p:sp>
        <p:nvSpPr>
          <p:cNvPr id="126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Naam presentatie"/>
          <p:cNvSpPr txBox="1"/>
          <p:nvPr>
            <p:ph type="title" hasCustomPrompt="1"/>
          </p:nvPr>
        </p:nvSpPr>
        <p:spPr>
          <a:xfrm>
            <a:off x="1206496" y="2574991"/>
            <a:ext cx="21971004" cy="4648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a:r>
              <a:t>Naam presentatie</a:t>
            </a:r>
          </a:p>
        </p:txBody>
      </p:sp>
      <p:sp>
        <p:nvSpPr>
          <p:cNvPr id="3" name="Hoofdtekst - niveau één…"/>
          <p:cNvSpPr txBox="1"/>
          <p:nvPr>
            <p:ph type="body" idx="1" hasCustomPrompt="1"/>
          </p:nvPr>
        </p:nvSpPr>
        <p:spPr>
          <a:xfrm>
            <a:off x="1201342" y="7223190"/>
            <a:ext cx="21971001" cy="1905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Ondertitel presentatie</a:t>
            </a:r>
          </a:p>
          <a:p>
            <a:pPr lvl="1"/>
            <a:r>
              <a:t/>
            </a:r>
          </a:p>
          <a:p>
            <a:pPr lvl="2"/>
            <a:r>
              <a:t/>
            </a:r>
          </a:p>
          <a:p>
            <a:pPr lvl="3"/>
            <a:r>
              <a:t/>
            </a:r>
          </a:p>
          <a:p>
            <a:pPr lvl="4"/>
            <a:r>
              <a:t/>
            </a:r>
          </a:p>
        </p:txBody>
      </p:sp>
      <p:sp>
        <p:nvSpPr>
          <p:cNvPr id="4" name="Dianumm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232" strike="noStrike" sz="11600" u="none">
          <a:solidFill>
            <a:srgbClr val="000000"/>
          </a:solidFill>
          <a:uFillTx/>
          <a:latin typeface="+mn-lt"/>
          <a:ea typeface="+mn-ea"/>
          <a:cs typeface="+mn-cs"/>
          <a:sym typeface="Helvetica Neue"/>
        </a:defRPr>
      </a:lvl9pPr>
    </p:titleStyle>
    <p:bodyStyle>
      <a:lvl1pPr marL="0" marR="0" indent="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1pPr>
      <a:lvl2pPr marL="0" marR="0" indent="45720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2pPr>
      <a:lvl3pPr marL="0" marR="0" indent="91440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3pPr>
      <a:lvl4pPr marL="0" marR="0" indent="137160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4pPr>
      <a:lvl5pPr marL="0" marR="0" indent="182880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5pPr>
      <a:lvl6pPr marL="0" marR="0" indent="228600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6pPr>
      <a:lvl7pPr marL="0" marR="0" indent="274320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7pPr>
      <a:lvl8pPr marL="0" marR="0" indent="320040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8pPr>
      <a:lvl9pPr marL="0" marR="0" indent="3657600" algn="l" defTabSz="825500" rtl="0" latinLnBrk="0">
        <a:lnSpc>
          <a:spcPct val="100000"/>
        </a:lnSpc>
        <a:spcBef>
          <a:spcPts val="0"/>
        </a:spcBef>
        <a:spcAft>
          <a:spcPts val="0"/>
        </a:spcAft>
        <a:buClrTx/>
        <a:buSzTx/>
        <a:buFontTx/>
        <a:buNone/>
        <a:tabLst/>
        <a:defRPr b="1" baseline="0" cap="none" i="0" spc="0" strike="noStrike" sz="55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9.png"/><Relationship Id="rId3" Type="http://schemas.openxmlformats.org/officeDocument/2006/relationships/image" Target="../media/image10.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hyperlink" Target="https://recruitment.scisports.app/" TargetMode="External"/><Relationship Id="rId3" Type="http://schemas.openxmlformats.org/officeDocument/2006/relationships/image" Target="../media/image1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2.xml"/><Relationship Id="rId6" Type="http://schemas.openxmlformats.org/officeDocument/2006/relationships/slide" Target="slide8.xml"/><Relationship Id="rId7" Type="http://schemas.openxmlformats.org/officeDocument/2006/relationships/slide" Target="slide10.xml"/><Relationship Id="rId8" Type="http://schemas.openxmlformats.org/officeDocument/2006/relationships/slide" Target="slide1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image" Target="../media/image12.png"/><Relationship Id="rId3" Type="http://schemas.openxmlformats.org/officeDocument/2006/relationships/image" Target="../media/image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image" Target="../media/image12.png"/><Relationship Id="rId3"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2.png"/><Relationship Id="rId3"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image" Target="../media/image12.png"/><Relationship Id="rId3"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12.png"/><Relationship Id="rId3"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12.png"/><Relationship Id="rId3"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12.png"/><Relationship Id="rId3"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000000"/>
            </a:gs>
            <a:gs pos="100000">
              <a:srgbClr val="DA3832"/>
            </a:gs>
          </a:gsLst>
          <a:lin ang="9897784" scaled="0"/>
        </a:gradFill>
      </p:bgPr>
    </p:bg>
    <p:spTree>
      <p:nvGrpSpPr>
        <p:cNvPr id="1" name=""/>
        <p:cNvGrpSpPr/>
        <p:nvPr/>
      </p:nvGrpSpPr>
      <p:grpSpPr>
        <a:xfrm>
          <a:off x="0" y="0"/>
          <a:ext cx="0" cy="0"/>
          <a:chOff x="0" y="0"/>
          <a:chExt cx="0" cy="0"/>
        </a:xfrm>
      </p:grpSpPr>
      <p:sp>
        <p:nvSpPr>
          <p:cNvPr id="1272" name="11"/>
          <p:cNvSpPr/>
          <p:nvPr/>
        </p:nvSpPr>
        <p:spPr>
          <a:xfrm>
            <a:off x="16537263" y="4033831"/>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11</a:t>
            </a:r>
          </a:p>
        </p:txBody>
      </p:sp>
      <p:sp>
        <p:nvSpPr>
          <p:cNvPr id="1273" name="7"/>
          <p:cNvSpPr/>
          <p:nvPr/>
        </p:nvSpPr>
        <p:spPr>
          <a:xfrm>
            <a:off x="18835144" y="4033831"/>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7</a:t>
            </a:r>
          </a:p>
        </p:txBody>
      </p:sp>
      <p:sp>
        <p:nvSpPr>
          <p:cNvPr id="1274" name="5"/>
          <p:cNvSpPr/>
          <p:nvPr/>
        </p:nvSpPr>
        <p:spPr>
          <a:xfrm>
            <a:off x="16461063" y="6494574"/>
            <a:ext cx="527646" cy="547639"/>
          </a:xfrm>
          <a:prstGeom prst="ellipse">
            <a:avLst/>
          </a:prstGeom>
          <a:solidFill>
            <a:schemeClr val="accent5">
              <a:hueOff val="-82419"/>
              <a:satOff val="-9513"/>
              <a:lumOff val="-16343"/>
            </a:schemeClr>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5</a:t>
            </a:r>
          </a:p>
        </p:txBody>
      </p:sp>
      <p:sp>
        <p:nvSpPr>
          <p:cNvPr id="1275" name="2"/>
          <p:cNvSpPr/>
          <p:nvPr/>
        </p:nvSpPr>
        <p:spPr>
          <a:xfrm>
            <a:off x="18936744" y="6494574"/>
            <a:ext cx="527646" cy="547639"/>
          </a:xfrm>
          <a:prstGeom prst="ellipse">
            <a:avLst/>
          </a:prstGeom>
          <a:solidFill>
            <a:schemeClr val="accent5">
              <a:hueOff val="-82419"/>
              <a:satOff val="-9513"/>
              <a:lumOff val="-16343"/>
            </a:schemeClr>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2</a:t>
            </a:r>
          </a:p>
        </p:txBody>
      </p:sp>
      <p:sp>
        <p:nvSpPr>
          <p:cNvPr id="1276" name="4"/>
          <p:cNvSpPr/>
          <p:nvPr/>
        </p:nvSpPr>
        <p:spPr>
          <a:xfrm>
            <a:off x="17127425" y="6943530"/>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4</a:t>
            </a:r>
          </a:p>
        </p:txBody>
      </p:sp>
      <p:sp>
        <p:nvSpPr>
          <p:cNvPr id="1277" name="3"/>
          <p:cNvSpPr/>
          <p:nvPr/>
        </p:nvSpPr>
        <p:spPr>
          <a:xfrm>
            <a:off x="18248351" y="6943530"/>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3</a:t>
            </a:r>
          </a:p>
        </p:txBody>
      </p:sp>
      <p:sp>
        <p:nvSpPr>
          <p:cNvPr id="1278" name="1"/>
          <p:cNvSpPr/>
          <p:nvPr/>
        </p:nvSpPr>
        <p:spPr>
          <a:xfrm>
            <a:off x="17686204" y="7634559"/>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1</a:t>
            </a:r>
          </a:p>
        </p:txBody>
      </p:sp>
      <p:sp>
        <p:nvSpPr>
          <p:cNvPr id="1279" name="9"/>
          <p:cNvSpPr/>
          <p:nvPr/>
        </p:nvSpPr>
        <p:spPr>
          <a:xfrm>
            <a:off x="17686204" y="3565061"/>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9</a:t>
            </a:r>
          </a:p>
        </p:txBody>
      </p:sp>
      <p:sp>
        <p:nvSpPr>
          <p:cNvPr id="1280" name="10"/>
          <p:cNvSpPr/>
          <p:nvPr/>
        </p:nvSpPr>
        <p:spPr>
          <a:xfrm>
            <a:off x="18041804" y="4945217"/>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10</a:t>
            </a:r>
          </a:p>
        </p:txBody>
      </p:sp>
      <p:sp>
        <p:nvSpPr>
          <p:cNvPr id="1281" name="8"/>
          <p:cNvSpPr/>
          <p:nvPr/>
        </p:nvSpPr>
        <p:spPr>
          <a:xfrm>
            <a:off x="17229025" y="5338231"/>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8</a:t>
            </a:r>
          </a:p>
        </p:txBody>
      </p:sp>
      <p:sp>
        <p:nvSpPr>
          <p:cNvPr id="1282" name="6"/>
          <p:cNvSpPr/>
          <p:nvPr/>
        </p:nvSpPr>
        <p:spPr>
          <a:xfrm>
            <a:off x="17867351" y="5899923"/>
            <a:ext cx="527646" cy="547639"/>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1900">
                <a:latin typeface="Futura Condensed"/>
                <a:ea typeface="Futura Condensed"/>
                <a:cs typeface="Futura Condensed"/>
                <a:sym typeface="Futura Condensed"/>
              </a:defRPr>
            </a:lvl1pPr>
          </a:lstStyle>
          <a:p>
            <a:pPr/>
            <a:r>
              <a:t>6</a:t>
            </a:r>
          </a:p>
        </p:txBody>
      </p:sp>
      <p:sp>
        <p:nvSpPr>
          <p:cNvPr id="1283" name="TextBox 28"/>
          <p:cNvSpPr txBox="1"/>
          <p:nvPr/>
        </p:nvSpPr>
        <p:spPr>
          <a:xfrm>
            <a:off x="12679937" y="7643110"/>
            <a:ext cx="2374698" cy="1104901"/>
          </a:xfrm>
          <a:prstGeom prst="rect">
            <a:avLst/>
          </a:prstGeom>
          <a:ln w="12700">
            <a:miter lim="400000"/>
          </a:ln>
        </p:spPr>
        <p:txBody>
          <a:bodyPr wrap="none" lIns="0" tIns="0" rIns="0" bIns="0" anchor="ctr">
            <a:spAutoFit/>
          </a:bodyPr>
          <a:lstStyle/>
          <a:p>
            <a:pPr algn="r" defTabSz="457200">
              <a:lnSpc>
                <a:spcPct val="100000"/>
              </a:lnSpc>
              <a:spcBef>
                <a:spcPts val="0"/>
              </a:spcBef>
              <a:defRPr cap="all" sz="6400">
                <a:solidFill>
                  <a:schemeClr val="accent5">
                    <a:hueOff val="-82419"/>
                    <a:satOff val="-9513"/>
                    <a:lumOff val="-16343"/>
                  </a:schemeClr>
                </a:solidFill>
                <a:latin typeface="Avenir Next Regular"/>
                <a:ea typeface="Avenir Next Regular"/>
                <a:cs typeface="Avenir Next Regular"/>
                <a:sym typeface="Avenir Next Regular"/>
              </a:defRPr>
            </a:pPr>
          </a:p>
        </p:txBody>
      </p:sp>
      <p:pic>
        <p:nvPicPr>
          <p:cNvPr id="1284" name="Achterkant Pro Vercelli nr. 2.psd" descr="Achterkant Pro Vercelli nr. 2.psd"/>
          <p:cNvPicPr>
            <a:picLocks noChangeAspect="1"/>
          </p:cNvPicPr>
          <p:nvPr/>
        </p:nvPicPr>
        <p:blipFill>
          <a:blip r:embed="rId2">
            <a:extLst/>
          </a:blip>
          <a:srcRect l="14949" t="0" r="14949" b="0"/>
          <a:stretch>
            <a:fillRect/>
          </a:stretch>
        </p:blipFill>
        <p:spPr>
          <a:xfrm>
            <a:off x="18508125" y="7472384"/>
            <a:ext cx="2642323" cy="2642322"/>
          </a:xfrm>
          <a:prstGeom prst="rect">
            <a:avLst/>
          </a:prstGeom>
          <a:ln w="12700">
            <a:miter lim="400000"/>
          </a:ln>
          <a:effectLst>
            <a:reflection blurRad="0" stA="50000" stPos="0" endA="0" endPos="40000" dist="0" dir="5400000" fadeDir="5400000" sx="100000" sy="-100000" kx="0" ky="0" algn="bl" rotWithShape="0"/>
          </a:effectLst>
        </p:spPr>
      </p:pic>
      <p:pic>
        <p:nvPicPr>
          <p:cNvPr id="1285" name="Achterkant Pro Vercelli nr.5.png" descr="Achterkant Pro Vercelli nr.5.png"/>
          <p:cNvPicPr>
            <a:picLocks noChangeAspect="1"/>
          </p:cNvPicPr>
          <p:nvPr/>
        </p:nvPicPr>
        <p:blipFill>
          <a:blip r:embed="rId3">
            <a:extLst/>
          </a:blip>
          <a:srcRect l="14949" t="0" r="14949" b="0"/>
          <a:stretch>
            <a:fillRect/>
          </a:stretch>
        </p:blipFill>
        <p:spPr>
          <a:xfrm>
            <a:off x="19997538" y="7472420"/>
            <a:ext cx="2642323" cy="2642323"/>
          </a:xfrm>
          <a:prstGeom prst="rect">
            <a:avLst/>
          </a:prstGeom>
          <a:ln w="12700">
            <a:miter lim="400000"/>
          </a:ln>
          <a:effectLst>
            <a:reflection blurRad="0" stA="50000" stPos="0" endA="0" endPos="40000" dist="0" dir="5400000" fadeDir="5400000" sx="100000" sy="-100000" kx="0" ky="0" algn="bl" rotWithShape="0"/>
          </a:effectLst>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7" name="TextBox 11"/>
          <p:cNvSpPr txBox="1"/>
          <p:nvPr/>
        </p:nvSpPr>
        <p:spPr>
          <a:xfrm>
            <a:off x="3436486" y="2190748"/>
            <a:ext cx="3686159" cy="397765"/>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88" name="TextBox 37"/>
          <p:cNvSpPr txBox="1"/>
          <p:nvPr/>
        </p:nvSpPr>
        <p:spPr>
          <a:xfrm>
            <a:off x="2262943" y="839474"/>
            <a:ext cx="4440638" cy="6597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9200">
              <a:lnSpc>
                <a:spcPts val="5200"/>
              </a:lnSpc>
              <a:spcBef>
                <a:spcPts val="0"/>
              </a:spcBef>
              <a:defRPr b="1" sz="4500">
                <a:solidFill>
                  <a:srgbClr val="FFFFFF"/>
                </a:solidFill>
                <a:latin typeface="Cabin Bold"/>
                <a:ea typeface="Cabin Bold"/>
                <a:cs typeface="Cabin Bold"/>
                <a:sym typeface="Cabin Bold"/>
              </a:defRPr>
            </a:lvl1pPr>
          </a:lstStyle>
          <a:p>
            <a:pPr/>
            <a:r>
              <a:t>Player name</a:t>
            </a:r>
          </a:p>
        </p:txBody>
      </p:sp>
      <p:sp>
        <p:nvSpPr>
          <p:cNvPr id="1289" name="TextBox 23"/>
          <p:cNvSpPr txBox="1"/>
          <p:nvPr/>
        </p:nvSpPr>
        <p:spPr>
          <a:xfrm>
            <a:off x="18363004" y="584214"/>
            <a:ext cx="5467955" cy="3223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9200">
              <a:lnSpc>
                <a:spcPct val="140000"/>
              </a:lnSpc>
              <a:spcBef>
                <a:spcPts val="0"/>
              </a:spcBef>
              <a:defRPr b="1" sz="2000">
                <a:latin typeface="Avenir Next Condensed Regular"/>
                <a:ea typeface="Avenir Next Condensed Regular"/>
                <a:cs typeface="Avenir Next Condensed Regular"/>
                <a:sym typeface="Avenir Next Condensed Regular"/>
              </a:defRPr>
            </a:pPr>
            <a:r>
              <a:t>DD/MM/YYYY: Game / Training</a:t>
            </a:r>
          </a:p>
          <a:p>
            <a:pPr defTabSz="1219200">
              <a:lnSpc>
                <a:spcPct val="140000"/>
              </a:lnSpc>
              <a:spcBef>
                <a:spcPts val="0"/>
              </a:spcBef>
              <a:defRPr b="1" sz="2000">
                <a:latin typeface="Avenir Next Condensed Regular"/>
                <a:ea typeface="Avenir Next Condensed Regular"/>
                <a:cs typeface="Avenir Next Condensed Regular"/>
                <a:sym typeface="Avenir Next Condensed Regular"/>
              </a:defRPr>
            </a:pPr>
            <a:r>
              <a:t>DD/MM/YYYY: Game / Training</a:t>
            </a:r>
          </a:p>
          <a:p>
            <a:pPr defTabSz="1219200">
              <a:lnSpc>
                <a:spcPct val="140000"/>
              </a:lnSpc>
              <a:spcBef>
                <a:spcPts val="0"/>
              </a:spcBef>
              <a:defRPr b="1" sz="2000">
                <a:latin typeface="Avenir Next Condensed Regular"/>
                <a:ea typeface="Avenir Next Condensed Regular"/>
                <a:cs typeface="Avenir Next Condensed Regular"/>
                <a:sym typeface="Avenir Next Condensed Regular"/>
              </a:defRPr>
            </a:pPr>
            <a:r>
              <a:t>DD/MM/YYYY: Game / Training</a:t>
            </a:r>
          </a:p>
          <a:p>
            <a:pPr defTabSz="1219200">
              <a:lnSpc>
                <a:spcPct val="140000"/>
              </a:lnSpc>
              <a:spcBef>
                <a:spcPts val="0"/>
              </a:spcBef>
              <a:defRPr b="1" sz="2000">
                <a:latin typeface="Avenir Next Condensed Regular"/>
                <a:ea typeface="Avenir Next Condensed Regular"/>
                <a:cs typeface="Avenir Next Condensed Regular"/>
                <a:sym typeface="Avenir Next Condensed Regular"/>
              </a:defRPr>
            </a:pPr>
            <a:r>
              <a:t>DD/MM/YYYY: Game / Training</a:t>
            </a:r>
          </a:p>
          <a:p>
            <a:pPr defTabSz="1219200">
              <a:lnSpc>
                <a:spcPct val="140000"/>
              </a:lnSpc>
              <a:spcBef>
                <a:spcPts val="0"/>
              </a:spcBef>
              <a:defRPr b="1" sz="2000">
                <a:latin typeface="Avenir Next Condensed Regular"/>
                <a:ea typeface="Avenir Next Condensed Regular"/>
                <a:cs typeface="Avenir Next Condensed Regular"/>
                <a:sym typeface="Avenir Next Condensed Regular"/>
              </a:defRPr>
            </a:pPr>
            <a:r>
              <a:t>DD/MM/YYYY: Game / Training</a:t>
            </a:r>
          </a:p>
          <a:p>
            <a:pPr defTabSz="1219200">
              <a:lnSpc>
                <a:spcPct val="140000"/>
              </a:lnSpc>
              <a:spcBef>
                <a:spcPts val="0"/>
              </a:spcBef>
              <a:defRPr b="1" sz="2000">
                <a:latin typeface="Avenir Next Condensed Regular"/>
                <a:ea typeface="Avenir Next Condensed Regular"/>
                <a:cs typeface="Avenir Next Condensed Regular"/>
                <a:sym typeface="Avenir Next Condensed Regular"/>
              </a:defRPr>
            </a:pPr>
            <a:r>
              <a:t>DD/MM/YYYY: Game / Training</a:t>
            </a:r>
          </a:p>
          <a:p>
            <a:pPr defTabSz="1219200">
              <a:lnSpc>
                <a:spcPct val="140000"/>
              </a:lnSpc>
              <a:spcBef>
                <a:spcPts val="0"/>
              </a:spcBef>
              <a:defRPr b="1" sz="2000">
                <a:latin typeface="Avenir Next Condensed Regular"/>
                <a:ea typeface="Avenir Next Condensed Regular"/>
                <a:cs typeface="Avenir Next Condensed Regular"/>
                <a:sym typeface="Avenir Next Condensed Regular"/>
              </a:defRPr>
            </a:pPr>
            <a:r>
              <a:t>DD/MM/YYYY: Game / Training</a:t>
            </a:r>
          </a:p>
        </p:txBody>
      </p:sp>
      <p:sp>
        <p:nvSpPr>
          <p:cNvPr id="1290" name="TextBox 11"/>
          <p:cNvSpPr txBox="1"/>
          <p:nvPr/>
        </p:nvSpPr>
        <p:spPr>
          <a:xfrm>
            <a:off x="3445861" y="2944472"/>
            <a:ext cx="3686159"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1" name="TextBox 11"/>
          <p:cNvSpPr txBox="1"/>
          <p:nvPr/>
        </p:nvSpPr>
        <p:spPr>
          <a:xfrm>
            <a:off x="3443265" y="3701887"/>
            <a:ext cx="3686159"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2" name="TextBox 11"/>
          <p:cNvSpPr txBox="1"/>
          <p:nvPr/>
        </p:nvSpPr>
        <p:spPr>
          <a:xfrm>
            <a:off x="3468167" y="4459302"/>
            <a:ext cx="3686159"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3" name="TextBox 11"/>
          <p:cNvSpPr txBox="1"/>
          <p:nvPr/>
        </p:nvSpPr>
        <p:spPr>
          <a:xfrm>
            <a:off x="3468167" y="5211678"/>
            <a:ext cx="3686159"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4" name="TextBox 11"/>
          <p:cNvSpPr txBox="1"/>
          <p:nvPr/>
        </p:nvSpPr>
        <p:spPr>
          <a:xfrm>
            <a:off x="3468167" y="5945826"/>
            <a:ext cx="3686159"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5" name="TextBox 11"/>
          <p:cNvSpPr txBox="1"/>
          <p:nvPr/>
        </p:nvSpPr>
        <p:spPr>
          <a:xfrm>
            <a:off x="3468167" y="6678032"/>
            <a:ext cx="3686159" cy="397765"/>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6" name="TextBox 11"/>
          <p:cNvSpPr txBox="1"/>
          <p:nvPr/>
        </p:nvSpPr>
        <p:spPr>
          <a:xfrm>
            <a:off x="11203802" y="1088478"/>
            <a:ext cx="2152564"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7" name="TextBox 11"/>
          <p:cNvSpPr txBox="1"/>
          <p:nvPr/>
        </p:nvSpPr>
        <p:spPr>
          <a:xfrm>
            <a:off x="11203802" y="1806760"/>
            <a:ext cx="2152564" cy="397765"/>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8" name="TextBox 11"/>
          <p:cNvSpPr txBox="1"/>
          <p:nvPr/>
        </p:nvSpPr>
        <p:spPr>
          <a:xfrm>
            <a:off x="11203802" y="2611665"/>
            <a:ext cx="2152564" cy="397765"/>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299" name="TextBox 11"/>
          <p:cNvSpPr txBox="1"/>
          <p:nvPr/>
        </p:nvSpPr>
        <p:spPr>
          <a:xfrm>
            <a:off x="11203802" y="3370677"/>
            <a:ext cx="2152564"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300" name="TextBox 11"/>
          <p:cNvSpPr txBox="1"/>
          <p:nvPr/>
        </p:nvSpPr>
        <p:spPr>
          <a:xfrm>
            <a:off x="13587460" y="1088478"/>
            <a:ext cx="2152563"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301" name="TextBox 11"/>
          <p:cNvSpPr txBox="1"/>
          <p:nvPr/>
        </p:nvSpPr>
        <p:spPr>
          <a:xfrm>
            <a:off x="13587460" y="1806760"/>
            <a:ext cx="2152563" cy="397765"/>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302" name="TextBox 11"/>
          <p:cNvSpPr txBox="1"/>
          <p:nvPr/>
        </p:nvSpPr>
        <p:spPr>
          <a:xfrm>
            <a:off x="13587460" y="2611665"/>
            <a:ext cx="2152563" cy="397765"/>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303" name="TextBox 11"/>
          <p:cNvSpPr txBox="1"/>
          <p:nvPr/>
        </p:nvSpPr>
        <p:spPr>
          <a:xfrm>
            <a:off x="13587460" y="3370677"/>
            <a:ext cx="2152563"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304" name="xxxx"/>
          <p:cNvSpPr txBox="1"/>
          <p:nvPr/>
        </p:nvSpPr>
        <p:spPr>
          <a:xfrm>
            <a:off x="19741483" y="9664487"/>
            <a:ext cx="3576986" cy="397083"/>
          </a:xfrm>
          <a:prstGeom prst="rect">
            <a:avLst/>
          </a:prstGeom>
          <a:ln w="12700">
            <a:miter lim="400000"/>
          </a:ln>
          <a:extLst>
            <a:ext uri="{C572A759-6A51-4108-AA02-DFA0A04FC94B}">
              <ma14:wrappingTextBoxFlag xmlns:ma14="http://schemas.microsoft.com/office/mac/drawingml/2011/main" val="1"/>
            </a:ext>
          </a:extLst>
        </p:spPr>
        <p:txBody>
          <a:bodyPr lIns="60959" tIns="60959" rIns="60959" bIns="60959" anchor="ctr">
            <a:spAutoFit/>
          </a:bodyPr>
          <a:lstStyle>
            <a:lvl1pPr algn="ctr" defTabSz="1219200">
              <a:lnSpc>
                <a:spcPts val="2100"/>
              </a:lnSpc>
              <a:spcBef>
                <a:spcPts val="0"/>
              </a:spcBef>
              <a:defRPr b="1" sz="2000">
                <a:latin typeface="Cabin Medium"/>
                <a:ea typeface="Cabin Medium"/>
                <a:cs typeface="Cabin Medium"/>
                <a:sym typeface="Cabin Medium"/>
              </a:defRPr>
            </a:lvl1pPr>
          </a:lstStyle>
          <a:p>
            <a:pPr/>
            <a:r>
              <a:t>xxxx</a:t>
            </a:r>
          </a:p>
        </p:txBody>
      </p:sp>
      <p:sp>
        <p:nvSpPr>
          <p:cNvPr id="1305" name="xxxx"/>
          <p:cNvSpPr txBox="1"/>
          <p:nvPr/>
        </p:nvSpPr>
        <p:spPr>
          <a:xfrm>
            <a:off x="19741483" y="10420204"/>
            <a:ext cx="3576986" cy="397083"/>
          </a:xfrm>
          <a:prstGeom prst="rect">
            <a:avLst/>
          </a:prstGeom>
          <a:ln w="12700">
            <a:miter lim="400000"/>
          </a:ln>
          <a:extLst>
            <a:ext uri="{C572A759-6A51-4108-AA02-DFA0A04FC94B}">
              <ma14:wrappingTextBoxFlag xmlns:ma14="http://schemas.microsoft.com/office/mac/drawingml/2011/main" val="1"/>
            </a:ext>
          </a:extLst>
        </p:spPr>
        <p:txBody>
          <a:bodyPr lIns="60959" tIns="60959" rIns="60959" bIns="60959" anchor="ctr">
            <a:spAutoFit/>
          </a:bodyPr>
          <a:lstStyle>
            <a:lvl1pPr algn="ctr" defTabSz="1219200">
              <a:lnSpc>
                <a:spcPts val="2100"/>
              </a:lnSpc>
              <a:spcBef>
                <a:spcPts val="0"/>
              </a:spcBef>
              <a:defRPr b="1" sz="2000">
                <a:latin typeface="Cabin Medium"/>
                <a:ea typeface="Cabin Medium"/>
                <a:cs typeface="Cabin Medium"/>
                <a:sym typeface="Cabin Medium"/>
              </a:defRPr>
            </a:lvl1pPr>
          </a:lstStyle>
          <a:p>
            <a:pPr/>
            <a:r>
              <a:t>xxxx</a:t>
            </a:r>
          </a:p>
        </p:txBody>
      </p:sp>
      <p:sp>
        <p:nvSpPr>
          <p:cNvPr id="1306" name="xxxx"/>
          <p:cNvSpPr txBox="1"/>
          <p:nvPr/>
        </p:nvSpPr>
        <p:spPr>
          <a:xfrm>
            <a:off x="19741483" y="11197829"/>
            <a:ext cx="3576986" cy="397083"/>
          </a:xfrm>
          <a:prstGeom prst="rect">
            <a:avLst/>
          </a:prstGeom>
          <a:ln w="12700">
            <a:miter lim="400000"/>
          </a:ln>
          <a:extLst>
            <a:ext uri="{C572A759-6A51-4108-AA02-DFA0A04FC94B}">
              <ma14:wrappingTextBoxFlag xmlns:ma14="http://schemas.microsoft.com/office/mac/drawingml/2011/main" val="1"/>
            </a:ext>
          </a:extLst>
        </p:spPr>
        <p:txBody>
          <a:bodyPr lIns="60959" tIns="60959" rIns="60959" bIns="60959" anchor="ctr">
            <a:spAutoFit/>
          </a:bodyPr>
          <a:lstStyle>
            <a:lvl1pPr algn="ctr" defTabSz="1219200">
              <a:lnSpc>
                <a:spcPts val="2100"/>
              </a:lnSpc>
              <a:spcBef>
                <a:spcPts val="0"/>
              </a:spcBef>
              <a:defRPr b="1" sz="2000">
                <a:latin typeface="Cabin Medium"/>
                <a:ea typeface="Cabin Medium"/>
                <a:cs typeface="Cabin Medium"/>
                <a:sym typeface="Cabin Medium"/>
              </a:defRPr>
            </a:lvl1pPr>
          </a:lstStyle>
          <a:p>
            <a:pPr/>
            <a:r>
              <a:t>xxxx</a:t>
            </a:r>
          </a:p>
        </p:txBody>
      </p:sp>
      <p:sp>
        <p:nvSpPr>
          <p:cNvPr id="1307" name="xxxx"/>
          <p:cNvSpPr txBox="1"/>
          <p:nvPr/>
        </p:nvSpPr>
        <p:spPr>
          <a:xfrm>
            <a:off x="19753848" y="11925556"/>
            <a:ext cx="3576987" cy="397083"/>
          </a:xfrm>
          <a:prstGeom prst="rect">
            <a:avLst/>
          </a:prstGeom>
          <a:ln w="12700">
            <a:miter lim="400000"/>
          </a:ln>
          <a:extLst>
            <a:ext uri="{C572A759-6A51-4108-AA02-DFA0A04FC94B}">
              <ma14:wrappingTextBoxFlag xmlns:ma14="http://schemas.microsoft.com/office/mac/drawingml/2011/main" val="1"/>
            </a:ext>
          </a:extLst>
        </p:spPr>
        <p:txBody>
          <a:bodyPr lIns="60959" tIns="60959" rIns="60959" bIns="60959" anchor="ctr">
            <a:spAutoFit/>
          </a:bodyPr>
          <a:lstStyle>
            <a:lvl1pPr algn="ctr" defTabSz="1219200">
              <a:lnSpc>
                <a:spcPts val="2100"/>
              </a:lnSpc>
              <a:spcBef>
                <a:spcPts val="0"/>
              </a:spcBef>
              <a:defRPr b="1" sz="2000">
                <a:latin typeface="Cabin Medium"/>
                <a:ea typeface="Cabin Medium"/>
                <a:cs typeface="Cabin Medium"/>
                <a:sym typeface="Cabin Medium"/>
              </a:defRPr>
            </a:lvl1pPr>
          </a:lstStyle>
          <a:p>
            <a:pPr/>
            <a:r>
              <a:t>xxxx</a:t>
            </a:r>
          </a:p>
        </p:txBody>
      </p:sp>
      <p:sp>
        <p:nvSpPr>
          <p:cNvPr id="1308" name="xxxx"/>
          <p:cNvSpPr txBox="1"/>
          <p:nvPr/>
        </p:nvSpPr>
        <p:spPr>
          <a:xfrm>
            <a:off x="19753848" y="12652539"/>
            <a:ext cx="3576987" cy="397082"/>
          </a:xfrm>
          <a:prstGeom prst="rect">
            <a:avLst/>
          </a:prstGeom>
          <a:ln w="12700">
            <a:miter lim="400000"/>
          </a:ln>
          <a:extLst>
            <a:ext uri="{C572A759-6A51-4108-AA02-DFA0A04FC94B}">
              <ma14:wrappingTextBoxFlag xmlns:ma14="http://schemas.microsoft.com/office/mac/drawingml/2011/main" val="1"/>
            </a:ext>
          </a:extLst>
        </p:spPr>
        <p:txBody>
          <a:bodyPr lIns="60959" tIns="60959" rIns="60959" bIns="60959" anchor="ctr">
            <a:spAutoFit/>
          </a:bodyPr>
          <a:lstStyle>
            <a:lvl1pPr algn="ctr" defTabSz="1219200">
              <a:lnSpc>
                <a:spcPts val="2100"/>
              </a:lnSpc>
              <a:spcBef>
                <a:spcPts val="0"/>
              </a:spcBef>
              <a:defRPr b="1" sz="2000">
                <a:latin typeface="Cabin Medium"/>
                <a:ea typeface="Cabin Medium"/>
                <a:cs typeface="Cabin Medium"/>
                <a:sym typeface="Cabin Medium"/>
              </a:defRPr>
            </a:lvl1pPr>
          </a:lstStyle>
          <a:p>
            <a:pPr/>
            <a:r>
              <a:t>xxxx</a:t>
            </a:r>
          </a:p>
        </p:txBody>
      </p:sp>
      <p:sp>
        <p:nvSpPr>
          <p:cNvPr id="1309" name="TextBox 31"/>
          <p:cNvSpPr txBox="1"/>
          <p:nvPr/>
        </p:nvSpPr>
        <p:spPr>
          <a:xfrm>
            <a:off x="8032505" y="9220708"/>
            <a:ext cx="7940022" cy="3771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defRPr sz="20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 Lorem ipsum.</a:t>
            </a:r>
          </a:p>
        </p:txBody>
      </p:sp>
      <p:sp>
        <p:nvSpPr>
          <p:cNvPr id="1310" name="TextBox 11"/>
          <p:cNvSpPr txBox="1"/>
          <p:nvPr/>
        </p:nvSpPr>
        <p:spPr>
          <a:xfrm>
            <a:off x="3468167" y="7435014"/>
            <a:ext cx="3686159" cy="397764"/>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311" name="TextBox 11"/>
          <p:cNvSpPr txBox="1"/>
          <p:nvPr/>
        </p:nvSpPr>
        <p:spPr>
          <a:xfrm>
            <a:off x="3468015" y="8147343"/>
            <a:ext cx="3686159" cy="397765"/>
          </a:xfrm>
          <a:prstGeom prst="rect">
            <a:avLst/>
          </a:prstGeom>
          <a:ln w="12700">
            <a:miter lim="400000"/>
          </a:ln>
        </p:spPr>
        <p:txBody>
          <a:bodyPr lIns="0" tIns="0" rIns="0" bIns="0">
            <a:spAutoFit/>
          </a:bodyPr>
          <a:lstStyle/>
          <a:p>
            <a:pPr algn="ctr" defTabSz="914400">
              <a:lnSpc>
                <a:spcPts val="3000"/>
              </a:lnSpc>
              <a:spcBef>
                <a:spcPts val="0"/>
              </a:spcBef>
              <a:defRPr b="1" sz="2000">
                <a:latin typeface="Avenir Next Condensed Regular"/>
                <a:ea typeface="Avenir Next Condensed Regular"/>
                <a:cs typeface="Avenir Next Condensed Regular"/>
                <a:sym typeface="Avenir Next Condensed Regular"/>
              </a:defRPr>
            </a:pPr>
          </a:p>
        </p:txBody>
      </p:sp>
      <p:sp>
        <p:nvSpPr>
          <p:cNvPr id="1312" name="xx"/>
          <p:cNvSpPr/>
          <p:nvPr/>
        </p:nvSpPr>
        <p:spPr>
          <a:xfrm>
            <a:off x="8372141" y="5119587"/>
            <a:ext cx="2857501" cy="2857501"/>
          </a:xfrm>
          <a:prstGeom prst="ellipse">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0" tIns="0" rIns="0" bIns="0" anchor="ctr"/>
          <a:lstStyle>
            <a:lvl1pPr algn="ctr" defTabSz="1155278">
              <a:lnSpc>
                <a:spcPct val="100000"/>
              </a:lnSpc>
              <a:spcBef>
                <a:spcPts val="0"/>
              </a:spcBef>
              <a:defRPr b="1" sz="8700">
                <a:latin typeface="Avenir Next Condensed Regular"/>
                <a:ea typeface="Avenir Next Condensed Regular"/>
                <a:cs typeface="Avenir Next Condensed Regular"/>
                <a:sym typeface="Avenir Next Condensed Regular"/>
              </a:defRPr>
            </a:lvl1pPr>
          </a:lstStyle>
          <a:p>
            <a:pPr/>
            <a:r>
              <a:t>xx</a:t>
            </a:r>
          </a:p>
        </p:txBody>
      </p:sp>
      <p:sp>
        <p:nvSpPr>
          <p:cNvPr id="1313" name="xx%"/>
          <p:cNvSpPr/>
          <p:nvPr/>
        </p:nvSpPr>
        <p:spPr>
          <a:xfrm>
            <a:off x="12695199" y="5123876"/>
            <a:ext cx="2857501" cy="2857501"/>
          </a:xfrm>
          <a:prstGeom prst="ellipse">
            <a:avLst/>
          </a:prstGeom>
          <a:solidFill>
            <a:srgbClr val="FFFFFF"/>
          </a:solidFill>
          <a:ln w="12700">
            <a:solidFill>
              <a:srgbClr val="000000"/>
            </a:solidFill>
            <a:miter lim="400000"/>
          </a:ln>
          <a:extLst>
            <a:ext uri="{C572A759-6A51-4108-AA02-DFA0A04FC94B}">
              <ma14:wrappingTextBoxFlag xmlns:ma14="http://schemas.microsoft.com/office/mac/drawingml/2011/main" val="1"/>
            </a:ext>
          </a:extLst>
        </p:spPr>
        <p:txBody>
          <a:bodyPr lIns="0" tIns="0" rIns="0" bIns="0" anchor="ctr"/>
          <a:lstStyle>
            <a:lvl1pPr algn="ctr" defTabSz="1155278">
              <a:lnSpc>
                <a:spcPct val="100000"/>
              </a:lnSpc>
              <a:spcBef>
                <a:spcPts val="0"/>
              </a:spcBef>
              <a:defRPr b="1" sz="8700">
                <a:latin typeface="Avenir Next Condensed Regular"/>
                <a:ea typeface="Avenir Next Condensed Regular"/>
                <a:cs typeface="Avenir Next Condensed Regular"/>
                <a:sym typeface="Avenir Next Condensed Regular"/>
              </a:defRPr>
            </a:lvl1pPr>
          </a:lstStyle>
          <a:p>
            <a:pPr/>
            <a:r>
              <a:t>xx%</a:t>
            </a:r>
          </a:p>
        </p:txBody>
      </p:sp>
      <p:sp>
        <p:nvSpPr>
          <p:cNvPr id="1314" name="DATE: DD-MM-JJJJ"/>
          <p:cNvSpPr txBox="1"/>
          <p:nvPr/>
        </p:nvSpPr>
        <p:spPr>
          <a:xfrm>
            <a:off x="4875976" y="268498"/>
            <a:ext cx="267701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b="1" cap="all" sz="2000">
                <a:solidFill>
                  <a:srgbClr val="FFFFFF"/>
                </a:solidFill>
                <a:uFill>
                  <a:solidFill>
                    <a:srgbClr val="525252"/>
                  </a:solidFill>
                </a:uFill>
                <a:latin typeface="Century Gothic"/>
                <a:ea typeface="Century Gothic"/>
                <a:cs typeface="Century Gothic"/>
                <a:sym typeface="Century Gothic"/>
              </a:defRPr>
            </a:lvl1pPr>
          </a:lstStyle>
          <a:p>
            <a:pPr/>
            <a:r>
              <a:t>DATE: DD-MM-JJJJ</a:t>
            </a:r>
          </a:p>
        </p:txBody>
      </p:sp>
      <p:grpSp>
        <p:nvGrpSpPr>
          <p:cNvPr id="1317" name="9"/>
          <p:cNvGrpSpPr/>
          <p:nvPr/>
        </p:nvGrpSpPr>
        <p:grpSpPr>
          <a:xfrm>
            <a:off x="5636046" y="9988295"/>
            <a:ext cx="369517" cy="383519"/>
            <a:chOff x="0" y="0"/>
            <a:chExt cx="369516" cy="383518"/>
          </a:xfrm>
        </p:grpSpPr>
        <p:sp>
          <p:nvSpPr>
            <p:cNvPr id="1315"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16" name="9"/>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9</a:t>
              </a:r>
            </a:p>
          </p:txBody>
        </p:sp>
      </p:grpSp>
      <p:grpSp>
        <p:nvGrpSpPr>
          <p:cNvPr id="1320" name="11"/>
          <p:cNvGrpSpPr/>
          <p:nvPr/>
        </p:nvGrpSpPr>
        <p:grpSpPr>
          <a:xfrm>
            <a:off x="4831430" y="10316581"/>
            <a:ext cx="369517" cy="383519"/>
            <a:chOff x="0" y="0"/>
            <a:chExt cx="369516" cy="383518"/>
          </a:xfrm>
        </p:grpSpPr>
        <p:sp>
          <p:nvSpPr>
            <p:cNvPr id="1318"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19" name="11"/>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11</a:t>
              </a:r>
            </a:p>
          </p:txBody>
        </p:sp>
      </p:grpSp>
      <p:grpSp>
        <p:nvGrpSpPr>
          <p:cNvPr id="1323" name="7"/>
          <p:cNvGrpSpPr/>
          <p:nvPr/>
        </p:nvGrpSpPr>
        <p:grpSpPr>
          <a:xfrm>
            <a:off x="6440658" y="10316581"/>
            <a:ext cx="369517" cy="383519"/>
            <a:chOff x="0" y="0"/>
            <a:chExt cx="369516" cy="383518"/>
          </a:xfrm>
        </p:grpSpPr>
        <p:sp>
          <p:nvSpPr>
            <p:cNvPr id="1321"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22" name="7"/>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7</a:t>
              </a:r>
            </a:p>
          </p:txBody>
        </p:sp>
      </p:grpSp>
      <p:grpSp>
        <p:nvGrpSpPr>
          <p:cNvPr id="1326" name="8"/>
          <p:cNvGrpSpPr/>
          <p:nvPr/>
        </p:nvGrpSpPr>
        <p:grpSpPr>
          <a:xfrm>
            <a:off x="5244725" y="10893821"/>
            <a:ext cx="369517" cy="383519"/>
            <a:chOff x="0" y="0"/>
            <a:chExt cx="369516" cy="383518"/>
          </a:xfrm>
        </p:grpSpPr>
        <p:sp>
          <p:nvSpPr>
            <p:cNvPr id="1324"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25" name="8"/>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8</a:t>
              </a:r>
            </a:p>
          </p:txBody>
        </p:sp>
      </p:grpSp>
      <p:grpSp>
        <p:nvGrpSpPr>
          <p:cNvPr id="1329" name="6"/>
          <p:cNvGrpSpPr/>
          <p:nvPr/>
        </p:nvGrpSpPr>
        <p:grpSpPr>
          <a:xfrm>
            <a:off x="5636046" y="11377755"/>
            <a:ext cx="369517" cy="383519"/>
            <a:chOff x="0" y="0"/>
            <a:chExt cx="369516" cy="383518"/>
          </a:xfrm>
        </p:grpSpPr>
        <p:sp>
          <p:nvSpPr>
            <p:cNvPr id="1327"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28" name="6"/>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6</a:t>
              </a:r>
            </a:p>
          </p:txBody>
        </p:sp>
      </p:grpSp>
      <p:grpSp>
        <p:nvGrpSpPr>
          <p:cNvPr id="1332" name="5"/>
          <p:cNvGrpSpPr/>
          <p:nvPr/>
        </p:nvGrpSpPr>
        <p:grpSpPr>
          <a:xfrm>
            <a:off x="4778064" y="11609513"/>
            <a:ext cx="369517" cy="383519"/>
            <a:chOff x="0" y="0"/>
            <a:chExt cx="369516" cy="383518"/>
          </a:xfrm>
        </p:grpSpPr>
        <p:sp>
          <p:nvSpPr>
            <p:cNvPr id="1330" name="Ovaal"/>
            <p:cNvSpPr/>
            <p:nvPr/>
          </p:nvSpPr>
          <p:spPr>
            <a:xfrm>
              <a:off x="-1" y="-1"/>
              <a:ext cx="369518" cy="383520"/>
            </a:xfrm>
            <a:prstGeom prst="ellipse">
              <a:avLst/>
            </a:prstGeom>
            <a:solidFill>
              <a:schemeClr val="accent5">
                <a:hueOff val="-82419"/>
                <a:satOff val="-9513"/>
                <a:lumOff val="-16343"/>
              </a:schemeClr>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31" name="5"/>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5</a:t>
              </a:r>
            </a:p>
          </p:txBody>
        </p:sp>
      </p:grpSp>
      <p:grpSp>
        <p:nvGrpSpPr>
          <p:cNvPr id="1335" name="2"/>
          <p:cNvGrpSpPr/>
          <p:nvPr/>
        </p:nvGrpSpPr>
        <p:grpSpPr>
          <a:xfrm>
            <a:off x="6511809" y="11609513"/>
            <a:ext cx="369517" cy="383519"/>
            <a:chOff x="0" y="0"/>
            <a:chExt cx="369516" cy="383518"/>
          </a:xfrm>
        </p:grpSpPr>
        <p:sp>
          <p:nvSpPr>
            <p:cNvPr id="1333" name="Ovaal"/>
            <p:cNvSpPr/>
            <p:nvPr/>
          </p:nvSpPr>
          <p:spPr>
            <a:xfrm>
              <a:off x="-1" y="-1"/>
              <a:ext cx="369518" cy="383520"/>
            </a:xfrm>
            <a:prstGeom prst="ellipse">
              <a:avLst/>
            </a:prstGeom>
            <a:solidFill>
              <a:schemeClr val="accent5">
                <a:hueOff val="-82419"/>
                <a:satOff val="-9513"/>
                <a:lumOff val="-16343"/>
              </a:schemeClr>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34" name="2"/>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2</a:t>
              </a:r>
            </a:p>
          </p:txBody>
        </p:sp>
      </p:grpSp>
      <p:grpSp>
        <p:nvGrpSpPr>
          <p:cNvPr id="1338" name="4"/>
          <p:cNvGrpSpPr/>
          <p:nvPr/>
        </p:nvGrpSpPr>
        <p:grpSpPr>
          <a:xfrm>
            <a:off x="5244725" y="11923923"/>
            <a:ext cx="369517" cy="383519"/>
            <a:chOff x="0" y="0"/>
            <a:chExt cx="369516" cy="383518"/>
          </a:xfrm>
        </p:grpSpPr>
        <p:sp>
          <p:nvSpPr>
            <p:cNvPr id="1336"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37" name="4"/>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4</a:t>
              </a:r>
            </a:p>
          </p:txBody>
        </p:sp>
      </p:grpSp>
      <p:grpSp>
        <p:nvGrpSpPr>
          <p:cNvPr id="1341" name="3"/>
          <p:cNvGrpSpPr/>
          <p:nvPr/>
        </p:nvGrpSpPr>
        <p:grpSpPr>
          <a:xfrm>
            <a:off x="6029723" y="11923923"/>
            <a:ext cx="369517" cy="383519"/>
            <a:chOff x="0" y="0"/>
            <a:chExt cx="369516" cy="383518"/>
          </a:xfrm>
        </p:grpSpPr>
        <p:sp>
          <p:nvSpPr>
            <p:cNvPr id="1339"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40" name="3"/>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3</a:t>
              </a:r>
            </a:p>
          </p:txBody>
        </p:sp>
      </p:grpSp>
      <p:grpSp>
        <p:nvGrpSpPr>
          <p:cNvPr id="1344" name="1"/>
          <p:cNvGrpSpPr/>
          <p:nvPr/>
        </p:nvGrpSpPr>
        <p:grpSpPr>
          <a:xfrm>
            <a:off x="5636046" y="12531862"/>
            <a:ext cx="369517" cy="383519"/>
            <a:chOff x="0" y="0"/>
            <a:chExt cx="369516" cy="383518"/>
          </a:xfrm>
        </p:grpSpPr>
        <p:sp>
          <p:nvSpPr>
            <p:cNvPr id="1342"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43" name="1"/>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1</a:t>
              </a:r>
            </a:p>
          </p:txBody>
        </p:sp>
      </p:grpSp>
      <p:grpSp>
        <p:nvGrpSpPr>
          <p:cNvPr id="1347" name="10"/>
          <p:cNvGrpSpPr/>
          <p:nvPr/>
        </p:nvGrpSpPr>
        <p:grpSpPr>
          <a:xfrm>
            <a:off x="5858298" y="10651021"/>
            <a:ext cx="369517" cy="383519"/>
            <a:chOff x="0" y="0"/>
            <a:chExt cx="369516" cy="383518"/>
          </a:xfrm>
        </p:grpSpPr>
        <p:sp>
          <p:nvSpPr>
            <p:cNvPr id="1345" name="Ovaal"/>
            <p:cNvSpPr/>
            <p:nvPr/>
          </p:nvSpPr>
          <p:spPr>
            <a:xfrm>
              <a:off x="-1" y="-1"/>
              <a:ext cx="369518" cy="383520"/>
            </a:xfrm>
            <a:prstGeom prst="ellipse">
              <a:avLst/>
            </a:prstGeom>
            <a:solidFill>
              <a:srgbClr val="FFFFFF"/>
            </a:solidFill>
            <a:ln w="12700" cap="flat">
              <a:solidFill>
                <a:srgbClr val="000000"/>
              </a:solidFill>
              <a:prstDash val="solid"/>
              <a:miter lim="400000"/>
            </a:ln>
            <a:effectLst/>
          </p:spPr>
          <p:txBody>
            <a:bodyPr wrap="square" lIns="50800" tIns="50800" rIns="50800" bIns="50800" numCol="1" anchor="ctr">
              <a:noAutofit/>
            </a:bodyPr>
            <a:lstStyle/>
            <a:p>
              <a: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pPr>
            </a:p>
          </p:txBody>
        </p:sp>
        <p:sp>
          <p:nvSpPr>
            <p:cNvPr id="1346" name="10"/>
            <p:cNvSpPr txBox="1"/>
            <p:nvPr/>
          </p:nvSpPr>
          <p:spPr>
            <a:xfrm>
              <a:off x="60463" y="71108"/>
              <a:ext cx="24858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defTabSz="1155278">
                <a:lnSpc>
                  <a:spcPct val="100000"/>
                </a:lnSpc>
                <a:spcBef>
                  <a:spcPts val="0"/>
                </a:spcBef>
                <a:defRPr b="1" sz="1400">
                  <a:latin typeface="Avenir Next Condensed Regular"/>
                  <a:ea typeface="Avenir Next Condensed Regular"/>
                  <a:cs typeface="Avenir Next Condensed Regular"/>
                  <a:sym typeface="Avenir Next Condensed Regular"/>
                </a:defRPr>
              </a:lvl1pPr>
            </a:lstStyle>
            <a:p>
              <a:pPr/>
              <a:r>
                <a:t>10</a:t>
              </a:r>
            </a:p>
          </p:txBody>
        </p:sp>
      </p:grpSp>
      <p:sp>
        <p:nvSpPr>
          <p:cNvPr id="1348" name="Wingback nr. 02 &amp; 05"/>
          <p:cNvSpPr txBox="1"/>
          <p:nvPr/>
        </p:nvSpPr>
        <p:spPr>
          <a:xfrm>
            <a:off x="374971" y="10045556"/>
            <a:ext cx="2870201" cy="1320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cap="all" sz="38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Wingback nr. 02 &amp; 05</a:t>
            </a:r>
          </a:p>
        </p:txBody>
      </p:sp>
      <p:sp>
        <p:nvSpPr>
          <p:cNvPr id="1349" name="TextBox 31"/>
          <p:cNvSpPr txBox="1"/>
          <p:nvPr/>
        </p:nvSpPr>
        <p:spPr>
          <a:xfrm>
            <a:off x="2609789" y="11554262"/>
            <a:ext cx="1556417" cy="167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85875">
              <a:lnSpc>
                <a:spcPct val="100000"/>
              </a:lnSpc>
              <a:spcBef>
                <a:spcPts val="0"/>
              </a:spcBef>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xx</a:t>
            </a:r>
          </a:p>
          <a:p>
            <a:pPr defTabSz="1285875">
              <a:lnSpc>
                <a:spcPct val="100000"/>
              </a:lnSpc>
              <a:spcBef>
                <a:spcPts val="0"/>
              </a:spcBef>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xx</a:t>
            </a:r>
          </a:p>
          <a:p>
            <a:pPr defTabSz="1285875">
              <a:lnSpc>
                <a:spcPct val="100000"/>
              </a:lnSpc>
              <a:spcBef>
                <a:spcPts val="0"/>
              </a:spcBef>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xx</a:t>
            </a:r>
          </a:p>
          <a:p>
            <a:pPr defTabSz="1285875">
              <a:lnSpc>
                <a:spcPct val="100000"/>
              </a:lnSpc>
              <a:spcBef>
                <a:spcPts val="0"/>
              </a:spcBef>
              <a:defRPr sz="24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pPr>
            <a:r>
              <a:t>xx</a:t>
            </a:r>
          </a:p>
        </p:txBody>
      </p:sp>
      <p:pic>
        <p:nvPicPr>
          <p:cNvPr id="1350" name="Logo_Scisports.png" descr="Logo_Scisports.png">
            <a:hlinkClick r:id="rId2" invalidUrl="" action="" tgtFrame="" tooltip="" history="1" highlightClick="0" endSnd="0"/>
          </p:cNvPr>
          <p:cNvPicPr>
            <a:picLocks noChangeAspect="1"/>
          </p:cNvPicPr>
          <p:nvPr/>
        </p:nvPicPr>
        <p:blipFill>
          <a:blip r:embed="rId3">
            <a:extLst/>
          </a:blip>
          <a:srcRect l="37777" t="0" r="0" b="0"/>
          <a:stretch>
            <a:fillRect/>
          </a:stretch>
        </p:blipFill>
        <p:spPr>
          <a:xfrm>
            <a:off x="16586944" y="785320"/>
            <a:ext cx="922534" cy="510944"/>
          </a:xfrm>
          <a:prstGeom prst="rect">
            <a:avLst/>
          </a:prstGeom>
          <a:ln w="12700">
            <a:miter lim="400000"/>
          </a:ln>
        </p:spPr>
      </p:pic>
      <p:sp>
        <p:nvSpPr>
          <p:cNvPr id="1351" name="Browse…"/>
          <p:cNvSpPr/>
          <p:nvPr/>
        </p:nvSpPr>
        <p:spPr>
          <a:xfrm>
            <a:off x="463550" y="296333"/>
            <a:ext cx="1397069" cy="1397069"/>
          </a:xfrm>
          <a:prstGeom prst="ellipse">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a:lnSpc>
                <a:spcPct val="100000"/>
              </a:lnSpc>
              <a:spcBef>
                <a:spcPts val="0"/>
              </a:spcBef>
              <a:defRPr cap="all" sz="2600">
                <a:solidFill>
                  <a:srgbClr val="FFFFFF"/>
                </a:solidFill>
                <a:latin typeface="Acumin Pro Condensed Regular"/>
                <a:ea typeface="Acumin Pro Condensed Regular"/>
                <a:cs typeface="Acumin Pro Condensed Regular"/>
                <a:sym typeface="Acumin Pro Condensed Regular"/>
              </a:defRPr>
            </a:pPr>
            <a:r>
              <a:t>Browse </a:t>
            </a:r>
          </a:p>
          <a:p>
            <a:pPr algn="ctr">
              <a:lnSpc>
                <a:spcPct val="100000"/>
              </a:lnSpc>
              <a:spcBef>
                <a:spcPts val="0"/>
              </a:spcBef>
              <a:defRPr cap="all" sz="2600">
                <a:solidFill>
                  <a:srgbClr val="FFFFFF"/>
                </a:solidFill>
                <a:latin typeface="Acumin Pro Condensed Regular"/>
                <a:ea typeface="Acumin Pro Condensed Regular"/>
                <a:cs typeface="Acumin Pro Condensed Regular"/>
                <a:sym typeface="Acumin Pro Condensed Regular"/>
              </a:defRPr>
            </a:pPr>
            <a:r>
              <a:t>Foto</a:t>
            </a:r>
          </a:p>
        </p:txBody>
      </p:sp>
      <p:sp>
        <p:nvSpPr>
          <p:cNvPr id="1352" name="Agility"/>
          <p:cNvSpPr txBox="1"/>
          <p:nvPr/>
        </p:nvSpPr>
        <p:spPr>
          <a:xfrm>
            <a:off x="16838432" y="7313752"/>
            <a:ext cx="287020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cap="all" sz="20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Agility</a:t>
            </a:r>
          </a:p>
        </p:txBody>
      </p:sp>
      <p:sp>
        <p:nvSpPr>
          <p:cNvPr id="1353" name="Stamina"/>
          <p:cNvSpPr txBox="1"/>
          <p:nvPr/>
        </p:nvSpPr>
        <p:spPr>
          <a:xfrm>
            <a:off x="16856595" y="6807672"/>
            <a:ext cx="2517449"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cap="all" sz="20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Stamina</a:t>
            </a:r>
          </a:p>
        </p:txBody>
      </p:sp>
      <p:sp>
        <p:nvSpPr>
          <p:cNvPr id="1354" name="Speed"/>
          <p:cNvSpPr txBox="1"/>
          <p:nvPr/>
        </p:nvSpPr>
        <p:spPr>
          <a:xfrm>
            <a:off x="16856595" y="6289566"/>
            <a:ext cx="2138965"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cap="all" sz="20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Speed</a:t>
            </a:r>
          </a:p>
        </p:txBody>
      </p:sp>
      <p:sp>
        <p:nvSpPr>
          <p:cNvPr id="1355" name="Carries"/>
          <p:cNvSpPr txBox="1"/>
          <p:nvPr/>
        </p:nvSpPr>
        <p:spPr>
          <a:xfrm>
            <a:off x="16856595" y="5745514"/>
            <a:ext cx="2138965"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cap="all" sz="20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Carries</a:t>
            </a:r>
          </a:p>
        </p:txBody>
      </p:sp>
      <p:sp>
        <p:nvSpPr>
          <p:cNvPr id="1356" name="Crosses"/>
          <p:cNvSpPr txBox="1"/>
          <p:nvPr/>
        </p:nvSpPr>
        <p:spPr>
          <a:xfrm>
            <a:off x="16856595" y="5214708"/>
            <a:ext cx="2517449"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cap="all" sz="20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Crosses</a:t>
            </a:r>
          </a:p>
        </p:txBody>
      </p:sp>
      <p:sp>
        <p:nvSpPr>
          <p:cNvPr id="1357" name="Overlap/underlap"/>
          <p:cNvSpPr txBox="1"/>
          <p:nvPr/>
        </p:nvSpPr>
        <p:spPr>
          <a:xfrm>
            <a:off x="16856595" y="4731517"/>
            <a:ext cx="2138965"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cap="all" sz="20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Overlap/underlap</a:t>
            </a:r>
          </a:p>
        </p:txBody>
      </p:sp>
      <p:sp>
        <p:nvSpPr>
          <p:cNvPr id="1358" name="Ster"/>
          <p:cNvSpPr/>
          <p:nvPr/>
        </p:nvSpPr>
        <p:spPr>
          <a:xfrm>
            <a:off x="20512512" y="7294639"/>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59" name="Ster"/>
          <p:cNvSpPr/>
          <p:nvPr/>
        </p:nvSpPr>
        <p:spPr>
          <a:xfrm>
            <a:off x="20851100" y="7294639"/>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0" name="Ster"/>
          <p:cNvSpPr/>
          <p:nvPr/>
        </p:nvSpPr>
        <p:spPr>
          <a:xfrm>
            <a:off x="21189691" y="7294639"/>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1" name="Ster"/>
          <p:cNvSpPr/>
          <p:nvPr/>
        </p:nvSpPr>
        <p:spPr>
          <a:xfrm>
            <a:off x="21528279" y="7294639"/>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2" name="Ster"/>
          <p:cNvSpPr/>
          <p:nvPr/>
        </p:nvSpPr>
        <p:spPr>
          <a:xfrm>
            <a:off x="21862129" y="7294639"/>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3" name="Ster"/>
          <p:cNvSpPr/>
          <p:nvPr/>
        </p:nvSpPr>
        <p:spPr>
          <a:xfrm>
            <a:off x="22200717" y="7294639"/>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4" name="Ster"/>
          <p:cNvSpPr/>
          <p:nvPr/>
        </p:nvSpPr>
        <p:spPr>
          <a:xfrm>
            <a:off x="22539307" y="7294639"/>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5" name="Ster"/>
          <p:cNvSpPr/>
          <p:nvPr/>
        </p:nvSpPr>
        <p:spPr>
          <a:xfrm>
            <a:off x="22877896" y="7294639"/>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6" name="Ster"/>
          <p:cNvSpPr/>
          <p:nvPr/>
        </p:nvSpPr>
        <p:spPr>
          <a:xfrm>
            <a:off x="23212485" y="7294639"/>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7" name="Ster"/>
          <p:cNvSpPr/>
          <p:nvPr/>
        </p:nvSpPr>
        <p:spPr>
          <a:xfrm>
            <a:off x="23551074" y="7294639"/>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8" name="Ster"/>
          <p:cNvSpPr/>
          <p:nvPr/>
        </p:nvSpPr>
        <p:spPr>
          <a:xfrm>
            <a:off x="20516318" y="6789848"/>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69" name="Ster"/>
          <p:cNvSpPr/>
          <p:nvPr/>
        </p:nvSpPr>
        <p:spPr>
          <a:xfrm>
            <a:off x="20854906" y="6789848"/>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0" name="Ster"/>
          <p:cNvSpPr/>
          <p:nvPr/>
        </p:nvSpPr>
        <p:spPr>
          <a:xfrm>
            <a:off x="21193497" y="6789848"/>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1" name="Ster"/>
          <p:cNvSpPr/>
          <p:nvPr/>
        </p:nvSpPr>
        <p:spPr>
          <a:xfrm>
            <a:off x="21532085" y="6789848"/>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2" name="Ster"/>
          <p:cNvSpPr/>
          <p:nvPr/>
        </p:nvSpPr>
        <p:spPr>
          <a:xfrm>
            <a:off x="21865935" y="6789848"/>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3" name="Ster"/>
          <p:cNvSpPr/>
          <p:nvPr/>
        </p:nvSpPr>
        <p:spPr>
          <a:xfrm>
            <a:off x="22204523" y="6789848"/>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4" name="Ster"/>
          <p:cNvSpPr/>
          <p:nvPr/>
        </p:nvSpPr>
        <p:spPr>
          <a:xfrm>
            <a:off x="22543113" y="6789848"/>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5" name="Ster"/>
          <p:cNvSpPr/>
          <p:nvPr/>
        </p:nvSpPr>
        <p:spPr>
          <a:xfrm>
            <a:off x="22881702" y="6789848"/>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6" name="Ster"/>
          <p:cNvSpPr/>
          <p:nvPr/>
        </p:nvSpPr>
        <p:spPr>
          <a:xfrm>
            <a:off x="23216291" y="6789848"/>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7" name="Ster"/>
          <p:cNvSpPr/>
          <p:nvPr/>
        </p:nvSpPr>
        <p:spPr>
          <a:xfrm>
            <a:off x="23554880" y="6789848"/>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8" name="Ster"/>
          <p:cNvSpPr/>
          <p:nvPr/>
        </p:nvSpPr>
        <p:spPr>
          <a:xfrm>
            <a:off x="20521565" y="574292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79" name="Ster"/>
          <p:cNvSpPr/>
          <p:nvPr/>
        </p:nvSpPr>
        <p:spPr>
          <a:xfrm>
            <a:off x="20860154" y="574292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0" name="Ster"/>
          <p:cNvSpPr/>
          <p:nvPr/>
        </p:nvSpPr>
        <p:spPr>
          <a:xfrm>
            <a:off x="21198743" y="5742921"/>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1" name="Ster"/>
          <p:cNvSpPr/>
          <p:nvPr/>
        </p:nvSpPr>
        <p:spPr>
          <a:xfrm>
            <a:off x="21537331" y="574292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2" name="Ster"/>
          <p:cNvSpPr/>
          <p:nvPr/>
        </p:nvSpPr>
        <p:spPr>
          <a:xfrm>
            <a:off x="21871182" y="574292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3" name="Ster"/>
          <p:cNvSpPr/>
          <p:nvPr/>
        </p:nvSpPr>
        <p:spPr>
          <a:xfrm>
            <a:off x="22209771" y="5742921"/>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4" name="Ster"/>
          <p:cNvSpPr/>
          <p:nvPr/>
        </p:nvSpPr>
        <p:spPr>
          <a:xfrm>
            <a:off x="22548360" y="5742921"/>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5" name="Ster"/>
          <p:cNvSpPr/>
          <p:nvPr/>
        </p:nvSpPr>
        <p:spPr>
          <a:xfrm>
            <a:off x="22886948" y="574292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6" name="Ster"/>
          <p:cNvSpPr/>
          <p:nvPr/>
        </p:nvSpPr>
        <p:spPr>
          <a:xfrm>
            <a:off x="23221539" y="5742921"/>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7" name="Ster"/>
          <p:cNvSpPr/>
          <p:nvPr/>
        </p:nvSpPr>
        <p:spPr>
          <a:xfrm>
            <a:off x="23560127" y="574292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8" name="Ster"/>
          <p:cNvSpPr/>
          <p:nvPr/>
        </p:nvSpPr>
        <p:spPr>
          <a:xfrm>
            <a:off x="20521565" y="627580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89" name="Ster"/>
          <p:cNvSpPr/>
          <p:nvPr/>
        </p:nvSpPr>
        <p:spPr>
          <a:xfrm>
            <a:off x="20860154" y="627580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0" name="Ster"/>
          <p:cNvSpPr/>
          <p:nvPr/>
        </p:nvSpPr>
        <p:spPr>
          <a:xfrm>
            <a:off x="21198743" y="6275801"/>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1" name="Ster"/>
          <p:cNvSpPr/>
          <p:nvPr/>
        </p:nvSpPr>
        <p:spPr>
          <a:xfrm>
            <a:off x="21537331" y="627580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2" name="Ster"/>
          <p:cNvSpPr/>
          <p:nvPr/>
        </p:nvSpPr>
        <p:spPr>
          <a:xfrm>
            <a:off x="21871182" y="627580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3" name="Ster"/>
          <p:cNvSpPr/>
          <p:nvPr/>
        </p:nvSpPr>
        <p:spPr>
          <a:xfrm>
            <a:off x="22209771" y="6275801"/>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4" name="Ster"/>
          <p:cNvSpPr/>
          <p:nvPr/>
        </p:nvSpPr>
        <p:spPr>
          <a:xfrm>
            <a:off x="22548360" y="6275801"/>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5" name="Ster"/>
          <p:cNvSpPr/>
          <p:nvPr/>
        </p:nvSpPr>
        <p:spPr>
          <a:xfrm>
            <a:off x="22886948" y="627580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6" name="Ster"/>
          <p:cNvSpPr/>
          <p:nvPr/>
        </p:nvSpPr>
        <p:spPr>
          <a:xfrm>
            <a:off x="23221539" y="6275801"/>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7" name="Ster"/>
          <p:cNvSpPr/>
          <p:nvPr/>
        </p:nvSpPr>
        <p:spPr>
          <a:xfrm>
            <a:off x="23560127" y="6275801"/>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8" name="Ster"/>
          <p:cNvSpPr/>
          <p:nvPr/>
        </p:nvSpPr>
        <p:spPr>
          <a:xfrm>
            <a:off x="20521565" y="5212730"/>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399" name="Ster"/>
          <p:cNvSpPr/>
          <p:nvPr/>
        </p:nvSpPr>
        <p:spPr>
          <a:xfrm>
            <a:off x="20860154" y="5212730"/>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0" name="Ster"/>
          <p:cNvSpPr/>
          <p:nvPr/>
        </p:nvSpPr>
        <p:spPr>
          <a:xfrm>
            <a:off x="21198743" y="5212730"/>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1" name="Ster"/>
          <p:cNvSpPr/>
          <p:nvPr/>
        </p:nvSpPr>
        <p:spPr>
          <a:xfrm>
            <a:off x="21537331" y="5212730"/>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2" name="Ster"/>
          <p:cNvSpPr/>
          <p:nvPr/>
        </p:nvSpPr>
        <p:spPr>
          <a:xfrm>
            <a:off x="21871182" y="5212730"/>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3" name="Ster"/>
          <p:cNvSpPr/>
          <p:nvPr/>
        </p:nvSpPr>
        <p:spPr>
          <a:xfrm>
            <a:off x="22209771" y="5212730"/>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4" name="Ster"/>
          <p:cNvSpPr/>
          <p:nvPr/>
        </p:nvSpPr>
        <p:spPr>
          <a:xfrm>
            <a:off x="22548360" y="5212730"/>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5" name="Ster"/>
          <p:cNvSpPr/>
          <p:nvPr/>
        </p:nvSpPr>
        <p:spPr>
          <a:xfrm>
            <a:off x="22886948" y="5212730"/>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6" name="Ster"/>
          <p:cNvSpPr/>
          <p:nvPr/>
        </p:nvSpPr>
        <p:spPr>
          <a:xfrm>
            <a:off x="23221539" y="5212730"/>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7" name="Ster"/>
          <p:cNvSpPr/>
          <p:nvPr/>
        </p:nvSpPr>
        <p:spPr>
          <a:xfrm>
            <a:off x="23560127" y="5212730"/>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8" name="Ster"/>
          <p:cNvSpPr/>
          <p:nvPr/>
        </p:nvSpPr>
        <p:spPr>
          <a:xfrm>
            <a:off x="20525371" y="4707939"/>
            <a:ext cx="297092"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09" name="Ster"/>
          <p:cNvSpPr/>
          <p:nvPr/>
        </p:nvSpPr>
        <p:spPr>
          <a:xfrm>
            <a:off x="20863960" y="4707939"/>
            <a:ext cx="297091"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0" name="Ster"/>
          <p:cNvSpPr/>
          <p:nvPr/>
        </p:nvSpPr>
        <p:spPr>
          <a:xfrm>
            <a:off x="21202549" y="4707939"/>
            <a:ext cx="297091"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1" name="Ster"/>
          <p:cNvSpPr/>
          <p:nvPr/>
        </p:nvSpPr>
        <p:spPr>
          <a:xfrm>
            <a:off x="21541137" y="4707939"/>
            <a:ext cx="297092"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2" name="Ster"/>
          <p:cNvSpPr/>
          <p:nvPr/>
        </p:nvSpPr>
        <p:spPr>
          <a:xfrm>
            <a:off x="21874988" y="4707939"/>
            <a:ext cx="297092"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3" name="Ster"/>
          <p:cNvSpPr/>
          <p:nvPr/>
        </p:nvSpPr>
        <p:spPr>
          <a:xfrm>
            <a:off x="22213577" y="4707939"/>
            <a:ext cx="297091"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4" name="Ster"/>
          <p:cNvSpPr/>
          <p:nvPr/>
        </p:nvSpPr>
        <p:spPr>
          <a:xfrm>
            <a:off x="22552166" y="4707939"/>
            <a:ext cx="297091"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5" name="Ster"/>
          <p:cNvSpPr/>
          <p:nvPr/>
        </p:nvSpPr>
        <p:spPr>
          <a:xfrm>
            <a:off x="22890754" y="4707939"/>
            <a:ext cx="297092"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6" name="Ster"/>
          <p:cNvSpPr/>
          <p:nvPr/>
        </p:nvSpPr>
        <p:spPr>
          <a:xfrm>
            <a:off x="23225345" y="4707939"/>
            <a:ext cx="297091"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7" name="Ster"/>
          <p:cNvSpPr/>
          <p:nvPr/>
        </p:nvSpPr>
        <p:spPr>
          <a:xfrm>
            <a:off x="23563933" y="4707939"/>
            <a:ext cx="297092" cy="331552"/>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18" name="Determination"/>
          <p:cNvSpPr txBox="1"/>
          <p:nvPr/>
        </p:nvSpPr>
        <p:spPr>
          <a:xfrm>
            <a:off x="16838432" y="7773379"/>
            <a:ext cx="287020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85875">
              <a:lnSpc>
                <a:spcPct val="100000"/>
              </a:lnSpc>
              <a:spcBef>
                <a:spcPts val="0"/>
              </a:spcBef>
              <a:buClr>
                <a:srgbClr val="525252"/>
              </a:buClr>
              <a:buFont typeface="Gill Sans"/>
              <a:defRPr cap="all" sz="2000">
                <a:solidFill>
                  <a:srgbClr val="FFFFFF"/>
                </a:solidFill>
                <a:uFill>
                  <a:solidFill>
                    <a:srgbClr val="525252"/>
                  </a:solidFill>
                </a:uFill>
                <a:latin typeface="Avenir Next Condensed Regular"/>
                <a:ea typeface="Avenir Next Condensed Regular"/>
                <a:cs typeface="Avenir Next Condensed Regular"/>
                <a:sym typeface="Avenir Next Condensed Regular"/>
              </a:defRPr>
            </a:lvl1pPr>
          </a:lstStyle>
          <a:p>
            <a:pPr/>
            <a:r>
              <a:t>Determination</a:t>
            </a:r>
          </a:p>
        </p:txBody>
      </p:sp>
      <p:sp>
        <p:nvSpPr>
          <p:cNvPr id="1419" name="Ster"/>
          <p:cNvSpPr/>
          <p:nvPr/>
        </p:nvSpPr>
        <p:spPr>
          <a:xfrm>
            <a:off x="20512512" y="7754266"/>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0" name="Ster"/>
          <p:cNvSpPr/>
          <p:nvPr/>
        </p:nvSpPr>
        <p:spPr>
          <a:xfrm>
            <a:off x="20851100" y="7754266"/>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1" name="Ster"/>
          <p:cNvSpPr/>
          <p:nvPr/>
        </p:nvSpPr>
        <p:spPr>
          <a:xfrm>
            <a:off x="21189691" y="7754266"/>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2" name="Ster"/>
          <p:cNvSpPr/>
          <p:nvPr/>
        </p:nvSpPr>
        <p:spPr>
          <a:xfrm>
            <a:off x="21528279" y="7754266"/>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3" name="Ster"/>
          <p:cNvSpPr/>
          <p:nvPr/>
        </p:nvSpPr>
        <p:spPr>
          <a:xfrm>
            <a:off x="21862129" y="7754266"/>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4" name="Ster"/>
          <p:cNvSpPr/>
          <p:nvPr/>
        </p:nvSpPr>
        <p:spPr>
          <a:xfrm>
            <a:off x="22200717" y="7754266"/>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5" name="Ster"/>
          <p:cNvSpPr/>
          <p:nvPr/>
        </p:nvSpPr>
        <p:spPr>
          <a:xfrm>
            <a:off x="22539307" y="7754266"/>
            <a:ext cx="297092"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6" name="Ster"/>
          <p:cNvSpPr/>
          <p:nvPr/>
        </p:nvSpPr>
        <p:spPr>
          <a:xfrm>
            <a:off x="22877896" y="7754266"/>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7" name="Ster"/>
          <p:cNvSpPr/>
          <p:nvPr/>
        </p:nvSpPr>
        <p:spPr>
          <a:xfrm>
            <a:off x="23212485" y="7754266"/>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28" name="Ster"/>
          <p:cNvSpPr/>
          <p:nvPr/>
        </p:nvSpPr>
        <p:spPr>
          <a:xfrm>
            <a:off x="23551074" y="7754266"/>
            <a:ext cx="297091" cy="33155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430" name="Tabel 1"/>
          <p:cNvGraphicFramePr/>
          <p:nvPr/>
        </p:nvGraphicFramePr>
        <p:xfrm>
          <a:off x="4052286" y="673006"/>
          <a:ext cx="17879300" cy="12382688"/>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573319"/>
                <a:gridCol w="3573319"/>
                <a:gridCol w="4482413"/>
                <a:gridCol w="2664226"/>
                <a:gridCol w="3573319"/>
              </a:tblGrid>
              <a:tr h="1124544">
                <a:tc>
                  <a:txBody>
                    <a:bodyPr/>
                    <a:lstStyle/>
                    <a:p>
                      <a:pPr defTabSz="914400"/>
                      <a:r>
                        <a:rPr sz="2900"/>
                        <a:t>WB</a:t>
                      </a:r>
                    </a:p>
                  </a:txBody>
                  <a:tcPr marL="50800" marR="50800" marT="50800" marB="50800" anchor="ctr" anchorCtr="0" horzOverflow="overflow">
                    <a:solidFill>
                      <a:schemeClr val="accent5"/>
                    </a:solidFill>
                  </a:tcPr>
                </a:tc>
                <a:tc>
                  <a:txBody>
                    <a:bodyPr/>
                    <a:lstStyle/>
                    <a:p>
                      <a:pPr defTabSz="914400"/>
                      <a:r>
                        <a:rPr sz="3200"/>
                        <a:t>Rating</a:t>
                      </a:r>
                    </a:p>
                  </a:txBody>
                  <a:tcPr marL="50800" marR="50800" marT="50800" marB="50800" anchor="ctr" anchorCtr="0" horzOverflow="overflow">
                    <a:solidFill>
                      <a:schemeClr val="accent5"/>
                    </a:solidFill>
                  </a:tcPr>
                </a:tc>
                <a:tc>
                  <a:txBody>
                    <a:bodyPr/>
                    <a:lstStyle/>
                    <a:p>
                      <a:pPr defTabSz="914400"/>
                      <a:r>
                        <a:rPr sz="1900"/>
                        <a:t>Vermenigvuldigingsfactor</a:t>
                      </a:r>
                    </a:p>
                  </a:txBody>
                  <a:tcPr marL="50800" marR="50800" marT="50800" marB="50800" anchor="ctr" anchorCtr="0" horzOverflow="overflow">
                    <a:solidFill>
                      <a:schemeClr val="accent5"/>
                    </a:solidFill>
                  </a:tcPr>
                </a:tc>
                <a:tc>
                  <a:txBody>
                    <a:bodyPr/>
                    <a:lstStyle/>
                    <a:p>
                      <a:pPr defTabSz="914400"/>
                      <a:r>
                        <a:rPr sz="3200"/>
                        <a:t>Resultaat</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1285875"/>
                      <a:r>
                        <a:rPr b="1" sz="2600">
                          <a:solidFill>
                            <a:srgbClr val="FFFFFF"/>
                          </a:solidFill>
                          <a:uFill>
                            <a:solidFill>
                              <a:srgbClr val="525252"/>
                            </a:solidFill>
                          </a:uFill>
                          <a:latin typeface="Century Gothic"/>
                          <a:ea typeface="Century Gothic"/>
                          <a:cs typeface="Century Gothic"/>
                          <a:sym typeface="Century Gothic"/>
                        </a:rPr>
                        <a:t>Overlap / underlap</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r>
                        <a:rPr sz="3200"/>
                        <a:t>1,1</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1285875"/>
                      <a:r>
                        <a:rPr b="1" sz="2600">
                          <a:solidFill>
                            <a:srgbClr val="FFFFFF"/>
                          </a:solidFill>
                          <a:uFill>
                            <a:solidFill>
                              <a:srgbClr val="525252"/>
                            </a:solidFill>
                          </a:uFill>
                          <a:latin typeface="Century Gothic"/>
                          <a:ea typeface="Century Gothic"/>
                          <a:cs typeface="Century Gothic"/>
                          <a:sym typeface="Century Gothic"/>
                        </a:rPr>
                        <a:t>Crosses</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r>
                        <a:rPr sz="3200"/>
                        <a:t>1</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1285875"/>
                      <a:r>
                        <a:rPr b="1" sz="2600">
                          <a:solidFill>
                            <a:srgbClr val="FFFFFF"/>
                          </a:solidFill>
                          <a:uFill>
                            <a:solidFill>
                              <a:srgbClr val="525252"/>
                            </a:solidFill>
                          </a:uFill>
                          <a:latin typeface="Century Gothic"/>
                          <a:ea typeface="Century Gothic"/>
                          <a:cs typeface="Century Gothic"/>
                          <a:sym typeface="Century Gothic"/>
                        </a:rPr>
                        <a:t>Carries</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r>
                        <a:rPr sz="3200"/>
                        <a:t>1</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1285875"/>
                      <a:r>
                        <a:rPr b="1" sz="2600">
                          <a:solidFill>
                            <a:srgbClr val="FFFFFF"/>
                          </a:solidFill>
                          <a:uFill>
                            <a:solidFill>
                              <a:srgbClr val="525252"/>
                            </a:solidFill>
                          </a:uFill>
                          <a:latin typeface="Century Gothic"/>
                          <a:ea typeface="Century Gothic"/>
                          <a:cs typeface="Century Gothic"/>
                          <a:sym typeface="Century Gothic"/>
                        </a:rPr>
                        <a:t>Speed</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r>
                        <a:rPr sz="3200"/>
                        <a:t>1,1</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1285875"/>
                      <a:r>
                        <a:rPr b="1" sz="2600">
                          <a:solidFill>
                            <a:srgbClr val="FFFFFF"/>
                          </a:solidFill>
                          <a:uFill>
                            <a:solidFill>
                              <a:srgbClr val="525252"/>
                            </a:solidFill>
                          </a:uFill>
                          <a:latin typeface="Century Gothic"/>
                          <a:ea typeface="Century Gothic"/>
                          <a:cs typeface="Century Gothic"/>
                          <a:sym typeface="Century Gothic"/>
                        </a:rPr>
                        <a:t>Stamina</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r>
                        <a:rPr sz="3200"/>
                        <a:t>1</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1285875"/>
                      <a:r>
                        <a:rPr b="1" sz="2600">
                          <a:solidFill>
                            <a:srgbClr val="FFFFFF"/>
                          </a:solidFill>
                          <a:uFill>
                            <a:solidFill>
                              <a:srgbClr val="525252"/>
                            </a:solidFill>
                          </a:uFill>
                          <a:latin typeface="Century Gothic"/>
                          <a:ea typeface="Century Gothic"/>
                          <a:cs typeface="Century Gothic"/>
                          <a:sym typeface="Century Gothic"/>
                        </a:rPr>
                        <a:t>Agility</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r>
                        <a:rPr sz="3200"/>
                        <a:t>1</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1285875"/>
                      <a:r>
                        <a:rPr b="1" sz="2600">
                          <a:solidFill>
                            <a:srgbClr val="FFFFFF"/>
                          </a:solidFill>
                          <a:uFill>
                            <a:solidFill>
                              <a:srgbClr val="525252"/>
                            </a:solidFill>
                          </a:uFill>
                          <a:latin typeface="Century Gothic"/>
                          <a:ea typeface="Century Gothic"/>
                          <a:cs typeface="Century Gothic"/>
                          <a:sym typeface="Century Gothic"/>
                        </a:rPr>
                        <a:t>Determination</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r>
                        <a:rPr sz="3200"/>
                        <a:t>1</a:t>
                      </a:r>
                    </a:p>
                  </a:txBody>
                  <a:tcPr marL="50800" marR="50800" marT="50800" marB="50800" anchor="ctr" anchorCtr="0" horzOverflow="overflow">
                    <a:solidFill>
                      <a:schemeClr val="accent5"/>
                    </a:solidFill>
                  </a:tcPr>
                </a:tc>
                <a:tc>
                  <a:txBody>
                    <a:bodyPr/>
                    <a:lstStyle/>
                    <a:p>
                      <a:pPr defTabSz="914400"/>
                      <a:r>
                        <a:rPr sz="3200"/>
                        <a:t>0</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1285875">
                        <a:defRPr b="1" sz="2600">
                          <a:solidFill>
                            <a:srgbClr val="FFFFFF"/>
                          </a:solidFill>
                          <a:uFill>
                            <a:solidFill>
                              <a:srgbClr val="525252"/>
                            </a:solidFill>
                          </a:uFill>
                          <a:latin typeface="Century Gothic"/>
                          <a:ea typeface="Century Gothic"/>
                          <a:cs typeface="Century Gothic"/>
                          <a:sym typeface="Century Gothic"/>
                        </a:defRPr>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r h="1124544">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c>
                  <a:txBody>
                    <a:bodyPr/>
                    <a:lstStyle/>
                    <a:p>
                      <a:pPr defTabSz="914400"/>
                      <a:r>
                        <a:rPr sz="3200"/>
                        <a:t>Gemiddelde rating</a:t>
                      </a:r>
                    </a:p>
                  </a:txBody>
                  <a:tcPr marL="50800" marR="50800" marT="50800" marB="50800" anchor="ctr" anchorCtr="0" horzOverflow="overflow">
                    <a:solidFill>
                      <a:schemeClr val="accent5"/>
                    </a:solidFill>
                  </a:tcPr>
                </a:tc>
                <a:tc>
                  <a:txBody>
                    <a:bodyPr/>
                    <a:lstStyle/>
                    <a:p>
                      <a:pPr defTabSz="914400"/>
                      <a:r>
                        <a:rPr sz="3200"/>
                        <a:t>0,00</a:t>
                      </a:r>
                    </a:p>
                  </a:txBody>
                  <a:tcPr marL="50800" marR="50800" marT="50800" marB="50800" anchor="ctr" anchorCtr="0" horzOverflow="overflow">
                    <a:solidFill>
                      <a:schemeClr val="accent5"/>
                    </a:solidFill>
                  </a:tcPr>
                </a:tc>
                <a:tc>
                  <a:txBody>
                    <a:bodyPr/>
                    <a:lstStyle/>
                    <a:p>
                      <a:pPr defTabSz="914400">
                        <a:defRPr sz="3200"/>
                      </a:pPr>
                    </a:p>
                  </a:txBody>
                  <a:tcPr marL="50800" marR="50800" marT="50800" marB="50800" anchor="ctr" anchorCtr="0" horzOverflow="overflow">
                    <a:solidFill>
                      <a:schemeClr val="accent5"/>
                    </a:solidFill>
                  </a:tcPr>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2" name="9"/>
          <p:cNvSpPr/>
          <p:nvPr/>
        </p:nvSpPr>
        <p:spPr>
          <a:xfrm>
            <a:off x="20427404" y="4955068"/>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latin typeface="Futura Condensed"/>
                <a:ea typeface="Futura Condensed"/>
                <a:cs typeface="Futura Condensed"/>
                <a:sym typeface="Futura Condensed"/>
              </a:defRPr>
            </a:lvl1pPr>
          </a:lstStyle>
          <a:p>
            <a:pPr/>
            <a:r>
              <a:t>9</a:t>
            </a:r>
          </a:p>
        </p:txBody>
      </p:sp>
      <p:sp>
        <p:nvSpPr>
          <p:cNvPr id="1433" name="11"/>
          <p:cNvSpPr/>
          <p:nvPr/>
        </p:nvSpPr>
        <p:spPr>
          <a:xfrm>
            <a:off x="18995767" y="5275320"/>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700">
                <a:latin typeface="Futura Condensed"/>
                <a:ea typeface="Futura Condensed"/>
                <a:cs typeface="Futura Condensed"/>
                <a:sym typeface="Futura Condensed"/>
              </a:defRPr>
            </a:lvl1pPr>
          </a:lstStyle>
          <a:p>
            <a:pPr/>
            <a:r>
              <a:t>11</a:t>
            </a:r>
          </a:p>
        </p:txBody>
      </p:sp>
      <p:sp>
        <p:nvSpPr>
          <p:cNvPr id="1434" name="7"/>
          <p:cNvSpPr/>
          <p:nvPr/>
        </p:nvSpPr>
        <p:spPr>
          <a:xfrm>
            <a:off x="21859042" y="5275320"/>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latin typeface="Futura Condensed"/>
                <a:ea typeface="Futura Condensed"/>
                <a:cs typeface="Futura Condensed"/>
                <a:sym typeface="Futura Condensed"/>
              </a:defRPr>
            </a:lvl1pPr>
          </a:lstStyle>
          <a:p>
            <a:pPr/>
            <a:r>
              <a:t>7</a:t>
            </a:r>
          </a:p>
        </p:txBody>
      </p:sp>
      <p:sp>
        <p:nvSpPr>
          <p:cNvPr id="1435" name="5"/>
          <p:cNvSpPr/>
          <p:nvPr/>
        </p:nvSpPr>
        <p:spPr>
          <a:xfrm>
            <a:off x="18900818" y="8341528"/>
            <a:ext cx="657473" cy="682386"/>
          </a:xfrm>
          <a:prstGeom prst="ellipse">
            <a:avLst/>
          </a:prstGeom>
          <a:solidFill>
            <a:schemeClr val="accent5">
              <a:hueOff val="-82419"/>
              <a:satOff val="-9513"/>
              <a:lumOff val="-16343"/>
            </a:schemeClr>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solidFill>
                  <a:srgbClr val="FFFFFF"/>
                </a:solidFill>
                <a:latin typeface="Futura Condensed"/>
                <a:ea typeface="Futura Condensed"/>
                <a:cs typeface="Futura Condensed"/>
                <a:sym typeface="Futura Condensed"/>
              </a:defRPr>
            </a:lvl1pPr>
          </a:lstStyle>
          <a:p>
            <a:pPr/>
            <a:r>
              <a:t>5</a:t>
            </a:r>
          </a:p>
        </p:txBody>
      </p:sp>
      <p:sp>
        <p:nvSpPr>
          <p:cNvPr id="1436" name="2"/>
          <p:cNvSpPr/>
          <p:nvPr/>
        </p:nvSpPr>
        <p:spPr>
          <a:xfrm>
            <a:off x="21985640" y="8341528"/>
            <a:ext cx="657473" cy="682386"/>
          </a:xfrm>
          <a:prstGeom prst="ellipse">
            <a:avLst/>
          </a:prstGeom>
          <a:solidFill>
            <a:schemeClr val="accent5">
              <a:hueOff val="-82419"/>
              <a:satOff val="-9513"/>
              <a:lumOff val="-16343"/>
            </a:schemeClr>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solidFill>
                  <a:srgbClr val="FFFFFF"/>
                </a:solidFill>
                <a:latin typeface="Futura Condensed"/>
                <a:ea typeface="Futura Condensed"/>
                <a:cs typeface="Futura Condensed"/>
                <a:sym typeface="Futura Condensed"/>
              </a:defRPr>
            </a:lvl1pPr>
          </a:lstStyle>
          <a:p>
            <a:pPr/>
            <a:r>
              <a:t>2</a:t>
            </a:r>
          </a:p>
        </p:txBody>
      </p:sp>
      <p:sp>
        <p:nvSpPr>
          <p:cNvPr id="1437" name="4"/>
          <p:cNvSpPr/>
          <p:nvPr/>
        </p:nvSpPr>
        <p:spPr>
          <a:xfrm>
            <a:off x="19731139" y="8900949"/>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latin typeface="Futura Condensed"/>
                <a:ea typeface="Futura Condensed"/>
                <a:cs typeface="Futura Condensed"/>
                <a:sym typeface="Futura Condensed"/>
              </a:defRPr>
            </a:lvl1pPr>
          </a:lstStyle>
          <a:p>
            <a:pPr/>
            <a:r>
              <a:t>4</a:t>
            </a:r>
          </a:p>
        </p:txBody>
      </p:sp>
      <p:sp>
        <p:nvSpPr>
          <p:cNvPr id="1438" name="3"/>
          <p:cNvSpPr/>
          <p:nvPr/>
        </p:nvSpPr>
        <p:spPr>
          <a:xfrm>
            <a:off x="21127868" y="8900949"/>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latin typeface="Futura Condensed"/>
                <a:ea typeface="Futura Condensed"/>
                <a:cs typeface="Futura Condensed"/>
                <a:sym typeface="Futura Condensed"/>
              </a:defRPr>
            </a:lvl1pPr>
          </a:lstStyle>
          <a:p>
            <a:pPr/>
            <a:r>
              <a:t>3</a:t>
            </a:r>
          </a:p>
        </p:txBody>
      </p:sp>
      <p:sp>
        <p:nvSpPr>
          <p:cNvPr id="1439" name="1"/>
          <p:cNvSpPr/>
          <p:nvPr/>
        </p:nvSpPr>
        <p:spPr>
          <a:xfrm>
            <a:off x="20427404" y="9762007"/>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latin typeface="Futura Condensed"/>
                <a:ea typeface="Futura Condensed"/>
                <a:cs typeface="Futura Condensed"/>
                <a:sym typeface="Futura Condensed"/>
              </a:defRPr>
            </a:lvl1pPr>
          </a:lstStyle>
          <a:p>
            <a:pPr/>
            <a:r>
              <a:t>1</a:t>
            </a:r>
          </a:p>
        </p:txBody>
      </p:sp>
      <p:sp>
        <p:nvSpPr>
          <p:cNvPr id="1440" name="6"/>
          <p:cNvSpPr/>
          <p:nvPr/>
        </p:nvSpPr>
        <p:spPr>
          <a:xfrm>
            <a:off x="20653123" y="7600564"/>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latin typeface="Futura Condensed"/>
                <a:ea typeface="Futura Condensed"/>
                <a:cs typeface="Futura Condensed"/>
                <a:sym typeface="Futura Condensed"/>
              </a:defRPr>
            </a:lvl1pPr>
          </a:lstStyle>
          <a:p>
            <a:pPr/>
            <a:r>
              <a:t>6</a:t>
            </a:r>
          </a:p>
        </p:txBody>
      </p:sp>
      <p:sp>
        <p:nvSpPr>
          <p:cNvPr id="1441" name="8"/>
          <p:cNvSpPr/>
          <p:nvPr/>
        </p:nvSpPr>
        <p:spPr>
          <a:xfrm>
            <a:off x="19920776" y="6914048"/>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800">
                <a:latin typeface="Futura Condensed"/>
                <a:ea typeface="Futura Condensed"/>
                <a:cs typeface="Futura Condensed"/>
                <a:sym typeface="Futura Condensed"/>
              </a:defRPr>
            </a:lvl1pPr>
          </a:lstStyle>
          <a:p>
            <a:pPr/>
            <a:r>
              <a:t>8</a:t>
            </a:r>
          </a:p>
        </p:txBody>
      </p:sp>
      <p:sp>
        <p:nvSpPr>
          <p:cNvPr id="1442" name="10"/>
          <p:cNvSpPr/>
          <p:nvPr/>
        </p:nvSpPr>
        <p:spPr>
          <a:xfrm>
            <a:off x="20933539" y="6424333"/>
            <a:ext cx="657473" cy="682385"/>
          </a:xfrm>
          <a:prstGeom prst="ellipse">
            <a:avLst/>
          </a:prstGeom>
          <a:solidFill>
            <a:srgbClr val="FFFFFF"/>
          </a:solidFill>
          <a:ln w="25400">
            <a:solidFill>
              <a:srgbClr val="000000"/>
            </a:solidFill>
            <a:miter lim="400000"/>
          </a:ln>
          <a:extLst>
            <a:ext uri="{C572A759-6A51-4108-AA02-DFA0A04FC94B}">
              <ma14:wrappingTextBoxFlag xmlns:ma14="http://schemas.microsoft.com/office/mac/drawingml/2011/main" val="1"/>
            </a:ext>
          </a:extLst>
        </p:spPr>
        <p:txBody>
          <a:bodyPr lIns="71437" tIns="71437" rIns="71437" bIns="71437" anchor="ctr"/>
          <a:lstStyle>
            <a:lvl1pPr algn="ctr" defTabSz="821531">
              <a:lnSpc>
                <a:spcPct val="100000"/>
              </a:lnSpc>
              <a:spcBef>
                <a:spcPts val="0"/>
              </a:spcBef>
              <a:defRPr sz="2600">
                <a:latin typeface="Futura Condensed"/>
                <a:ea typeface="Futura Condensed"/>
                <a:cs typeface="Futura Condensed"/>
                <a:sym typeface="Futura Condensed"/>
              </a:defRPr>
            </a:lvl1pPr>
          </a:lstStyle>
          <a:p>
            <a:pPr/>
            <a:r>
              <a:t>10</a:t>
            </a:r>
          </a:p>
        </p:txBody>
      </p:sp>
      <p:sp>
        <p:nvSpPr>
          <p:cNvPr id="1443" name="TextBox 17">
            <a:hlinkClick r:id="rId2" invalidUrl="" action="ppaction://hlinksldjump" tgtFrame="" tooltip="" history="1" highlightClick="0" endSnd="0"/>
          </p:cNvPr>
          <p:cNvSpPr txBox="1"/>
          <p:nvPr/>
        </p:nvSpPr>
        <p:spPr>
          <a:xfrm>
            <a:off x="2700811" y="6157140"/>
            <a:ext cx="4370794"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2500">
                <a:solidFill>
                  <a:srgbClr val="FFFFFF"/>
                </a:solidFill>
                <a:uFill>
                  <a:solidFill>
                    <a:srgbClr val="525252"/>
                  </a:solidFill>
                </a:uFill>
                <a:latin typeface="Century Gothic"/>
                <a:ea typeface="Century Gothic"/>
                <a:cs typeface="Century Gothic"/>
                <a:sym typeface="Century Gothic"/>
              </a:defRPr>
            </a:lvl1pPr>
          </a:lstStyle>
          <a:p>
            <a:pPr/>
            <a:r>
              <a:t>Overlap/underlap</a:t>
            </a:r>
          </a:p>
        </p:txBody>
      </p:sp>
      <p:sp>
        <p:nvSpPr>
          <p:cNvPr id="1444" name="TextBox 17">
            <a:hlinkClick r:id="rId3" invalidUrl="" action="ppaction://hlinksldjump" tgtFrame="" tooltip="" history="1" highlightClick="0" endSnd="0"/>
          </p:cNvPr>
          <p:cNvSpPr txBox="1"/>
          <p:nvPr/>
        </p:nvSpPr>
        <p:spPr>
          <a:xfrm>
            <a:off x="2700811" y="9976654"/>
            <a:ext cx="4370794"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2500">
                <a:solidFill>
                  <a:srgbClr val="FFFFFF"/>
                </a:solidFill>
                <a:uFill>
                  <a:solidFill>
                    <a:srgbClr val="525252"/>
                  </a:solidFill>
                </a:uFill>
                <a:latin typeface="Century Gothic"/>
                <a:ea typeface="Century Gothic"/>
                <a:cs typeface="Century Gothic"/>
                <a:sym typeface="Century Gothic"/>
              </a:defRPr>
            </a:lvl1pPr>
          </a:lstStyle>
          <a:p>
            <a:pPr/>
            <a:r>
              <a:t>Crosses</a:t>
            </a:r>
          </a:p>
        </p:txBody>
      </p:sp>
      <p:sp>
        <p:nvSpPr>
          <p:cNvPr id="1445" name="TextBox 17">
            <a:hlinkClick r:id="rId4" invalidUrl="" action="ppaction://hlinksldjump" tgtFrame="" tooltip="" history="1" highlightClick="0" endSnd="0"/>
          </p:cNvPr>
          <p:cNvSpPr txBox="1"/>
          <p:nvPr/>
        </p:nvSpPr>
        <p:spPr>
          <a:xfrm>
            <a:off x="7588917" y="6168320"/>
            <a:ext cx="4370793"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2500">
                <a:solidFill>
                  <a:srgbClr val="FFFFFF"/>
                </a:solidFill>
                <a:uFill>
                  <a:solidFill>
                    <a:srgbClr val="525252"/>
                  </a:solidFill>
                </a:uFill>
                <a:latin typeface="Century Gothic"/>
                <a:ea typeface="Century Gothic"/>
                <a:cs typeface="Century Gothic"/>
                <a:sym typeface="Century Gothic"/>
              </a:defRPr>
            </a:lvl1pPr>
          </a:lstStyle>
          <a:p>
            <a:pPr/>
            <a:r>
              <a:t>Speed</a:t>
            </a:r>
          </a:p>
        </p:txBody>
      </p:sp>
      <p:sp>
        <p:nvSpPr>
          <p:cNvPr id="1446" name="TextBox 17">
            <a:hlinkClick r:id="rId5" invalidUrl="" action="ppaction://hlinksldjump" tgtFrame="" tooltip="" history="1" highlightClick="0" endSnd="0"/>
          </p:cNvPr>
          <p:cNvSpPr txBox="1"/>
          <p:nvPr/>
        </p:nvSpPr>
        <p:spPr>
          <a:xfrm>
            <a:off x="12365868" y="6157140"/>
            <a:ext cx="4370793"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2500">
                <a:solidFill>
                  <a:srgbClr val="FFFFFF"/>
                </a:solidFill>
                <a:uFill>
                  <a:solidFill>
                    <a:srgbClr val="525252"/>
                  </a:solidFill>
                </a:uFill>
                <a:latin typeface="Century Gothic"/>
                <a:ea typeface="Century Gothic"/>
                <a:cs typeface="Century Gothic"/>
                <a:sym typeface="Century Gothic"/>
              </a:defRPr>
            </a:lvl1pPr>
          </a:lstStyle>
          <a:p>
            <a:pPr/>
            <a:r>
              <a:t>Determination</a:t>
            </a:r>
          </a:p>
        </p:txBody>
      </p:sp>
      <p:sp>
        <p:nvSpPr>
          <p:cNvPr id="1447" name="TextBox 17">
            <a:hlinkClick r:id="rId6" invalidUrl="" action="ppaction://hlinksldjump" tgtFrame="" tooltip="" history="1" highlightClick="0" endSnd="0"/>
          </p:cNvPr>
          <p:cNvSpPr txBox="1"/>
          <p:nvPr/>
        </p:nvSpPr>
        <p:spPr>
          <a:xfrm>
            <a:off x="2700811" y="11031166"/>
            <a:ext cx="4370794"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2500">
                <a:solidFill>
                  <a:srgbClr val="FFFFFF"/>
                </a:solidFill>
                <a:uFill>
                  <a:solidFill>
                    <a:srgbClr val="525252"/>
                  </a:solidFill>
                </a:uFill>
                <a:latin typeface="Century Gothic"/>
                <a:ea typeface="Century Gothic"/>
                <a:cs typeface="Century Gothic"/>
                <a:sym typeface="Century Gothic"/>
              </a:defRPr>
            </a:lvl1pPr>
          </a:lstStyle>
          <a:p>
            <a:pPr/>
            <a:r>
              <a:t>Carries</a:t>
            </a:r>
          </a:p>
        </p:txBody>
      </p:sp>
      <p:sp>
        <p:nvSpPr>
          <p:cNvPr id="1448" name="TextBox 17">
            <a:hlinkClick r:id="rId7" invalidUrl="" action="ppaction://hlinksldjump" tgtFrame="" tooltip="" history="1" highlightClick="0" endSnd="0"/>
          </p:cNvPr>
          <p:cNvSpPr txBox="1"/>
          <p:nvPr/>
        </p:nvSpPr>
        <p:spPr>
          <a:xfrm>
            <a:off x="7588917" y="9976654"/>
            <a:ext cx="4370793"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2500">
                <a:solidFill>
                  <a:srgbClr val="FFFFFF"/>
                </a:solidFill>
                <a:uFill>
                  <a:solidFill>
                    <a:srgbClr val="525252"/>
                  </a:solidFill>
                </a:uFill>
                <a:latin typeface="Century Gothic"/>
                <a:ea typeface="Century Gothic"/>
                <a:cs typeface="Century Gothic"/>
                <a:sym typeface="Century Gothic"/>
              </a:defRPr>
            </a:lvl1pPr>
          </a:lstStyle>
          <a:p>
            <a:pPr/>
            <a:r>
              <a:t>Stamina</a:t>
            </a:r>
          </a:p>
        </p:txBody>
      </p:sp>
      <p:sp>
        <p:nvSpPr>
          <p:cNvPr id="1449" name="TextBox 17">
            <a:hlinkClick r:id="rId8" invalidUrl="" action="ppaction://hlinksldjump" tgtFrame="" tooltip="" history="1" highlightClick="0" endSnd="0"/>
          </p:cNvPr>
          <p:cNvSpPr txBox="1"/>
          <p:nvPr/>
        </p:nvSpPr>
        <p:spPr>
          <a:xfrm>
            <a:off x="7588917" y="11031166"/>
            <a:ext cx="4370793"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2500">
                <a:solidFill>
                  <a:srgbClr val="FFFFFF"/>
                </a:solidFill>
                <a:uFill>
                  <a:solidFill>
                    <a:srgbClr val="525252"/>
                  </a:solidFill>
                </a:uFill>
                <a:latin typeface="Century Gothic"/>
                <a:ea typeface="Century Gothic"/>
                <a:cs typeface="Century Gothic"/>
                <a:sym typeface="Century Gothic"/>
              </a:defRPr>
            </a:lvl1pPr>
          </a:lstStyle>
          <a:p>
            <a:pPr/>
            <a:r>
              <a:t>Agility</a:t>
            </a:r>
          </a:p>
        </p:txBody>
      </p:sp>
      <p:sp>
        <p:nvSpPr>
          <p:cNvPr id="1450" name="Wingback #02 - #05"/>
          <p:cNvSpPr txBox="1"/>
          <p:nvPr/>
        </p:nvSpPr>
        <p:spPr>
          <a:xfrm>
            <a:off x="2619004" y="43415"/>
            <a:ext cx="11134957" cy="927101"/>
          </a:xfrm>
          <a:prstGeom prst="rect">
            <a:avLst/>
          </a:prstGeom>
          <a:ln w="12700">
            <a:miter lim="400000"/>
          </a:ln>
          <a:effectLst>
            <a:outerShdw sx="100000" sy="100000" kx="0" ky="0" algn="b" rotWithShape="0" blurRad="38100" dist="57611" dir="5400000">
              <a:srgbClr val="000000">
                <a:alpha val="50000"/>
              </a:srgbClr>
            </a:outerShdw>
          </a:effectLst>
          <a:extLst>
            <a:ext uri="{C572A759-6A51-4108-AA02-DFA0A04FC94B}">
              <ma14:wrappingTextBoxFlag xmlns:ma14="http://schemas.microsoft.com/office/mac/drawingml/2011/main" val="1"/>
            </a:ext>
          </a:extLst>
        </p:spPr>
        <p:txBody>
          <a:bodyPr lIns="0" tIns="0" rIns="0" bIns="0" anchor="ctr">
            <a:spAutoFit/>
          </a:bodyPr>
          <a:lstStyle>
            <a:lvl1pPr defTabSz="12700">
              <a:lnSpc>
                <a:spcPct val="60000"/>
              </a:lnSpc>
              <a:spcBef>
                <a:spcPts val="0"/>
              </a:spcBef>
              <a:defRPr b="1" cap="all" sz="6000">
                <a:solidFill>
                  <a:schemeClr val="accent5">
                    <a:hueOff val="-82419"/>
                    <a:satOff val="-9513"/>
                    <a:lumOff val="-16343"/>
                  </a:schemeClr>
                </a:solidFill>
                <a:latin typeface="Century Gothic"/>
                <a:ea typeface="Century Gothic"/>
                <a:cs typeface="Century Gothic"/>
                <a:sym typeface="Century Gothic"/>
              </a:defRPr>
            </a:lvl1pPr>
          </a:lstStyle>
          <a:p>
            <a:pPr/>
            <a:r>
              <a:t>Wingback #02 - #05</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452" name="TextBox 31"/>
          <p:cNvSpPr txBox="1"/>
          <p:nvPr/>
        </p:nvSpPr>
        <p:spPr>
          <a:xfrm>
            <a:off x="469900" y="4585372"/>
            <a:ext cx="4887608" cy="223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Timing</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Decision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Direction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Pace</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Starting position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Frequency?</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End result</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t>
            </a:r>
          </a:p>
        </p:txBody>
      </p:sp>
      <p:sp>
        <p:nvSpPr>
          <p:cNvPr id="1453" name="TextBox 30"/>
          <p:cNvSpPr txBox="1"/>
          <p:nvPr/>
        </p:nvSpPr>
        <p:spPr>
          <a:xfrm>
            <a:off x="240575" y="2497470"/>
            <a:ext cx="5891026"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“Ball reception after making an overlapping / underlapping run”</a:t>
            </a:r>
          </a:p>
        </p:txBody>
      </p:sp>
      <p:sp>
        <p:nvSpPr>
          <p:cNvPr id="1454" name="TextBox 17"/>
          <p:cNvSpPr txBox="1"/>
          <p:nvPr/>
        </p:nvSpPr>
        <p:spPr>
          <a:xfrm>
            <a:off x="242426" y="1213690"/>
            <a:ext cx="587832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3600">
                <a:solidFill>
                  <a:srgbClr val="FFFFFF"/>
                </a:solidFill>
                <a:uFill>
                  <a:solidFill>
                    <a:srgbClr val="525252"/>
                  </a:solidFill>
                </a:uFill>
                <a:latin typeface="Century Gothic"/>
                <a:ea typeface="Century Gothic"/>
                <a:cs typeface="Century Gothic"/>
                <a:sym typeface="Century Gothic"/>
              </a:defRPr>
            </a:lvl1pPr>
          </a:lstStyle>
          <a:p>
            <a:pPr/>
            <a:r>
              <a:t>Overlap/Underlap</a:t>
            </a:r>
          </a:p>
        </p:txBody>
      </p:sp>
      <p:sp>
        <p:nvSpPr>
          <p:cNvPr id="1455" name="TextBox 31"/>
          <p:cNvSpPr txBox="1"/>
          <p:nvPr/>
        </p:nvSpPr>
        <p:spPr>
          <a:xfrm>
            <a:off x="6439242" y="4585372"/>
            <a:ext cx="4887609" cy="223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Overview</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End location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Cross location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Type of cross</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Preparation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Frequency?</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End result</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t>
            </a:r>
          </a:p>
        </p:txBody>
      </p:sp>
      <p:sp>
        <p:nvSpPr>
          <p:cNvPr id="1456" name="TextBox 17"/>
          <p:cNvSpPr txBox="1"/>
          <p:nvPr/>
        </p:nvSpPr>
        <p:spPr>
          <a:xfrm>
            <a:off x="6233952" y="1218410"/>
            <a:ext cx="587832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3600">
                <a:solidFill>
                  <a:srgbClr val="FFFFFF"/>
                </a:solidFill>
                <a:uFill>
                  <a:solidFill>
                    <a:srgbClr val="525252"/>
                  </a:solidFill>
                </a:uFill>
                <a:latin typeface="Century Gothic"/>
                <a:ea typeface="Century Gothic"/>
                <a:cs typeface="Century Gothic"/>
                <a:sym typeface="Century Gothic"/>
              </a:defRPr>
            </a:lvl1pPr>
          </a:lstStyle>
          <a:p>
            <a:pPr/>
            <a:r>
              <a:t>Crosses</a:t>
            </a:r>
          </a:p>
        </p:txBody>
      </p:sp>
      <p:sp>
        <p:nvSpPr>
          <p:cNvPr id="1457" name="TextBox 30"/>
          <p:cNvSpPr txBox="1"/>
          <p:nvPr/>
        </p:nvSpPr>
        <p:spPr>
          <a:xfrm>
            <a:off x="6216208" y="2095790"/>
            <a:ext cx="5891026" cy="162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“Open play pass, from outside the score box in the flank zones in the final third, into the central zone of the score box”</a:t>
            </a:r>
          </a:p>
        </p:txBody>
      </p:sp>
      <p:sp>
        <p:nvSpPr>
          <p:cNvPr id="1458" name="TextBox 30"/>
          <p:cNvSpPr txBox="1"/>
          <p:nvPr/>
        </p:nvSpPr>
        <p:spPr>
          <a:xfrm>
            <a:off x="12222267" y="2502190"/>
            <a:ext cx="5891026"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defTabSz="1285875">
              <a:lnSpc>
                <a:spcPct val="100000"/>
              </a:lnSpc>
              <a:spcBef>
                <a:spcPts val="0"/>
              </a:spcBef>
              <a:defRPr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'"Dribble with the ball resulting in </a:t>
            </a:r>
          </a:p>
          <a:p>
            <a:pPr algn="ctr" defTabSz="1285875">
              <a:lnSpc>
                <a:spcPct val="100000"/>
              </a:lnSpc>
              <a:spcBef>
                <a:spcPts val="0"/>
              </a:spcBef>
              <a:defRPr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pPr>
            <a:r>
              <a:t>&gt;5m forward displacement”</a:t>
            </a:r>
          </a:p>
        </p:txBody>
      </p:sp>
      <p:sp>
        <p:nvSpPr>
          <p:cNvPr id="1459" name="TextBox 17"/>
          <p:cNvSpPr txBox="1"/>
          <p:nvPr/>
        </p:nvSpPr>
        <p:spPr>
          <a:xfrm>
            <a:off x="12224118" y="1218410"/>
            <a:ext cx="587832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3600">
                <a:solidFill>
                  <a:srgbClr val="FFFFFF"/>
                </a:solidFill>
                <a:uFill>
                  <a:solidFill>
                    <a:srgbClr val="525252"/>
                  </a:solidFill>
                </a:uFill>
                <a:latin typeface="Century Gothic"/>
                <a:ea typeface="Century Gothic"/>
                <a:cs typeface="Century Gothic"/>
                <a:sym typeface="Century Gothic"/>
              </a:defRPr>
            </a:lvl1pPr>
          </a:lstStyle>
          <a:p>
            <a:pPr/>
            <a:r>
              <a:t>Carries</a:t>
            </a:r>
          </a:p>
        </p:txBody>
      </p:sp>
      <p:sp>
        <p:nvSpPr>
          <p:cNvPr id="1460" name="TextBox 31"/>
          <p:cNvSpPr txBox="1"/>
          <p:nvPr/>
        </p:nvSpPr>
        <p:spPr>
          <a:xfrm>
            <a:off x="12440273" y="4585372"/>
            <a:ext cx="4099713" cy="223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Mobility</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Pace &amp; control</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Which leg(s)</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Covering distance</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Space recognition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Frequency</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End result</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t>
            </a:r>
          </a:p>
        </p:txBody>
      </p:sp>
      <p:sp>
        <p:nvSpPr>
          <p:cNvPr id="1461" name="TextBox 31"/>
          <p:cNvSpPr txBox="1"/>
          <p:nvPr/>
        </p:nvSpPr>
        <p:spPr>
          <a:xfrm>
            <a:off x="18441305" y="4585372"/>
            <a:ext cx="3780774" cy="223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Top speed</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Acceleration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Stride length</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Big / small distance</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First meters</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End result</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t>
            </a:r>
          </a:p>
        </p:txBody>
      </p:sp>
      <p:sp>
        <p:nvSpPr>
          <p:cNvPr id="1462" name="TextBox 30"/>
          <p:cNvSpPr txBox="1"/>
          <p:nvPr/>
        </p:nvSpPr>
        <p:spPr>
          <a:xfrm>
            <a:off x="18203191" y="2502190"/>
            <a:ext cx="5891026" cy="812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“Top speed and acceleration capabilities”</a:t>
            </a:r>
          </a:p>
        </p:txBody>
      </p:sp>
      <p:sp>
        <p:nvSpPr>
          <p:cNvPr id="1463" name="TextBox 17"/>
          <p:cNvSpPr txBox="1"/>
          <p:nvPr/>
        </p:nvSpPr>
        <p:spPr>
          <a:xfrm>
            <a:off x="18205043" y="1218410"/>
            <a:ext cx="587832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3600">
                <a:solidFill>
                  <a:srgbClr val="FFFFFF"/>
                </a:solidFill>
                <a:uFill>
                  <a:solidFill>
                    <a:srgbClr val="525252"/>
                  </a:solidFill>
                </a:uFill>
                <a:latin typeface="Century Gothic"/>
                <a:ea typeface="Century Gothic"/>
                <a:cs typeface="Century Gothic"/>
                <a:sym typeface="Century Gothic"/>
              </a:defRPr>
            </a:lvl1pPr>
          </a:lstStyle>
          <a:p>
            <a:pPr/>
            <a:r>
              <a:t>Speed</a:t>
            </a:r>
          </a:p>
        </p:txBody>
      </p:sp>
      <p:sp>
        <p:nvSpPr>
          <p:cNvPr id="1464" name="TextBox 31"/>
          <p:cNvSpPr txBox="1"/>
          <p:nvPr/>
        </p:nvSpPr>
        <p:spPr>
          <a:xfrm>
            <a:off x="480211" y="10841514"/>
            <a:ext cx="3913231" cy="1955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Intensity</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Total distance</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HI-runs</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Sprints</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Maintaining 90 mins</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Average mins p/g</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t>
            </a:r>
          </a:p>
        </p:txBody>
      </p:sp>
      <p:sp>
        <p:nvSpPr>
          <p:cNvPr id="1465" name="TextBox 30"/>
          <p:cNvSpPr txBox="1"/>
          <p:nvPr/>
        </p:nvSpPr>
        <p:spPr>
          <a:xfrm>
            <a:off x="239779" y="8521260"/>
            <a:ext cx="5891026" cy="1219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“Sustain prolonged effort and maintain performance throughout a match without excessive fatigue”</a:t>
            </a:r>
          </a:p>
        </p:txBody>
      </p:sp>
      <p:sp>
        <p:nvSpPr>
          <p:cNvPr id="1466" name="TextBox 17"/>
          <p:cNvSpPr txBox="1"/>
          <p:nvPr/>
        </p:nvSpPr>
        <p:spPr>
          <a:xfrm>
            <a:off x="241631" y="7453380"/>
            <a:ext cx="587832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3600">
                <a:solidFill>
                  <a:srgbClr val="FFFFFF"/>
                </a:solidFill>
                <a:uFill>
                  <a:solidFill>
                    <a:srgbClr val="525252"/>
                  </a:solidFill>
                </a:uFill>
                <a:latin typeface="Century Gothic"/>
                <a:ea typeface="Century Gothic"/>
                <a:cs typeface="Century Gothic"/>
                <a:sym typeface="Century Gothic"/>
              </a:defRPr>
            </a:lvl1pPr>
          </a:lstStyle>
          <a:p>
            <a:pPr/>
            <a:r>
              <a:t>Stamina</a:t>
            </a:r>
          </a:p>
        </p:txBody>
      </p:sp>
      <p:sp>
        <p:nvSpPr>
          <p:cNvPr id="1467" name="TextBox 31"/>
          <p:cNvSpPr txBox="1"/>
          <p:nvPr/>
        </p:nvSpPr>
        <p:spPr>
          <a:xfrm>
            <a:off x="6445592" y="10841514"/>
            <a:ext cx="3780774" cy="1955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Reaction speed</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Footwork</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Balance</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Center of gravity</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Change of direction</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Mobility</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t>
            </a:r>
          </a:p>
        </p:txBody>
      </p:sp>
      <p:sp>
        <p:nvSpPr>
          <p:cNvPr id="1468" name="TextBox 30"/>
          <p:cNvSpPr txBox="1"/>
          <p:nvPr/>
        </p:nvSpPr>
        <p:spPr>
          <a:xfrm>
            <a:off x="6231304" y="8322780"/>
            <a:ext cx="5891026" cy="162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“Quickly change direction, accelerate, and control body movement while maintaining balance”</a:t>
            </a:r>
          </a:p>
        </p:txBody>
      </p:sp>
      <p:sp>
        <p:nvSpPr>
          <p:cNvPr id="1469" name="TextBox 17"/>
          <p:cNvSpPr txBox="1"/>
          <p:nvPr/>
        </p:nvSpPr>
        <p:spPr>
          <a:xfrm>
            <a:off x="6233156" y="7458100"/>
            <a:ext cx="587832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3600">
                <a:solidFill>
                  <a:srgbClr val="FFFFFF"/>
                </a:solidFill>
                <a:uFill>
                  <a:solidFill>
                    <a:srgbClr val="525252"/>
                  </a:solidFill>
                </a:uFill>
                <a:latin typeface="Century Gothic"/>
                <a:ea typeface="Century Gothic"/>
                <a:cs typeface="Century Gothic"/>
                <a:sym typeface="Century Gothic"/>
              </a:defRPr>
            </a:lvl1pPr>
          </a:lstStyle>
          <a:p>
            <a:pPr/>
            <a:r>
              <a:t>Agility</a:t>
            </a:r>
          </a:p>
        </p:txBody>
      </p:sp>
      <p:sp>
        <p:nvSpPr>
          <p:cNvPr id="1470" name="TextBox 31"/>
          <p:cNvSpPr txBox="1"/>
          <p:nvPr/>
        </p:nvSpPr>
        <p:spPr>
          <a:xfrm>
            <a:off x="12446623" y="10841514"/>
            <a:ext cx="4087013" cy="223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Emotion control</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Behaviour (by result)</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Mourning</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Inspiring others</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Never give up</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Fight until the end</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Always 100%</a:t>
            </a:r>
          </a:p>
          <a:p>
            <a:pPr lvl="1" marL="190500" indent="-190500" defTabSz="1285875">
              <a:lnSpc>
                <a:spcPct val="100000"/>
              </a:lnSpc>
              <a:spcBef>
                <a:spcPts val="0"/>
              </a:spcBef>
              <a:buSzPct val="100000"/>
              <a:buFont typeface="Arial"/>
              <a:buChar char="•"/>
              <a:defRPr sz="1800">
                <a:solidFill>
                  <a:srgbClr val="FFFFFF"/>
                </a:solidFill>
                <a:uFill>
                  <a:solidFill>
                    <a:srgbClr val="525252"/>
                  </a:solidFill>
                </a:uFill>
                <a:latin typeface="Century Gothic"/>
                <a:ea typeface="Century Gothic"/>
                <a:cs typeface="Century Gothic"/>
                <a:sym typeface="Century Gothic"/>
              </a:defRPr>
            </a:pPr>
            <a:r>
              <a:t>?</a:t>
            </a:r>
          </a:p>
        </p:txBody>
      </p:sp>
      <p:sp>
        <p:nvSpPr>
          <p:cNvPr id="1471" name="TextBox 30"/>
          <p:cNvSpPr txBox="1"/>
          <p:nvPr/>
        </p:nvSpPr>
        <p:spPr>
          <a:xfrm>
            <a:off x="12221471" y="8525980"/>
            <a:ext cx="5891026" cy="1219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defTabSz="1285875">
              <a:lnSpc>
                <a:spcPct val="100000"/>
              </a:lnSpc>
              <a:spcBef>
                <a:spcPts val="0"/>
              </a:spcBef>
              <a:defRPr sz="2600">
                <a:solidFill>
                  <a:schemeClr val="accent5">
                    <a:hueOff val="-82419"/>
                    <a:satOff val="-9513"/>
                    <a:lumOff val="-16343"/>
                  </a:schemeClr>
                </a:solidFill>
                <a:uFill>
                  <a:solidFill>
                    <a:srgbClr val="525252"/>
                  </a:solidFill>
                </a:uFill>
                <a:latin typeface="Century Gothic"/>
                <a:ea typeface="Century Gothic"/>
                <a:cs typeface="Century Gothic"/>
                <a:sym typeface="Century Gothic"/>
              </a:defRPr>
            </a:lvl1pPr>
          </a:lstStyle>
          <a:p>
            <a:pPr/>
            <a:r>
              <a:t>“Showing strong will, persistence, and commitment to succeed, even in difficult situations”</a:t>
            </a:r>
          </a:p>
        </p:txBody>
      </p:sp>
      <p:sp>
        <p:nvSpPr>
          <p:cNvPr id="1472" name="TextBox 17"/>
          <p:cNvSpPr txBox="1"/>
          <p:nvPr/>
        </p:nvSpPr>
        <p:spPr>
          <a:xfrm>
            <a:off x="12223323" y="7458100"/>
            <a:ext cx="5878328"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85875">
              <a:lnSpc>
                <a:spcPct val="100000"/>
              </a:lnSpc>
              <a:spcBef>
                <a:spcPts val="0"/>
              </a:spcBef>
              <a:defRPr b="1" cap="all" sz="3600">
                <a:solidFill>
                  <a:srgbClr val="FFFFFF"/>
                </a:solidFill>
                <a:uFill>
                  <a:solidFill>
                    <a:srgbClr val="525252"/>
                  </a:solidFill>
                </a:uFill>
                <a:latin typeface="Century Gothic"/>
                <a:ea typeface="Century Gothic"/>
                <a:cs typeface="Century Gothic"/>
                <a:sym typeface="Century Gothic"/>
              </a:defRPr>
            </a:lvl1pPr>
          </a:lstStyle>
          <a:p>
            <a:pPr/>
            <a:r>
              <a:t>Determination</a:t>
            </a:r>
          </a:p>
        </p:txBody>
      </p:sp>
    </p:spTree>
  </p:cSld>
  <p:clrMapOvr>
    <a:masterClrMapping/>
  </p:clrMapOvr>
  <mc:AlternateContent xmlns:mc="http://schemas.openxmlformats.org/markup-compatibility/2006">
    <mc:Choice xmlns:p14="http://schemas.microsoft.com/office/powerpoint/2010/main" Requires="p14">
      <p:transition spd="slow" advClick="1" p14:dur="1500">
        <p14:flip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4" name="TextBox 31"/>
          <p:cNvSpPr txBox="1"/>
          <p:nvPr/>
        </p:nvSpPr>
        <p:spPr>
          <a:xfrm>
            <a:off x="588823" y="11323899"/>
            <a:ext cx="23457773" cy="393701"/>
          </a:xfrm>
          <a:prstGeom prst="rect">
            <a:avLst/>
          </a:prstGeom>
          <a:ln w="12700">
            <a:miter lim="400000"/>
          </a:ln>
        </p:spPr>
        <p:txBody>
          <a:bodyPr lIns="0" tIns="0" rIns="0" bIns="0">
            <a:spAutoFit/>
          </a:bodyPr>
          <a:lstStyle/>
          <a:p>
            <a:pPr lvl="1" indent="0" defTabSz="1285875">
              <a:lnSpc>
                <a:spcPct val="100000"/>
              </a:lnSpc>
              <a:spcBef>
                <a:spcPts val="0"/>
              </a:spcBef>
              <a:buFont typeface="Arial"/>
              <a:defRPr sz="2500">
                <a:uFill>
                  <a:solidFill>
                    <a:srgbClr val="525252"/>
                  </a:solidFill>
                </a:uFill>
                <a:latin typeface="Century Gothic"/>
                <a:ea typeface="Century Gothic"/>
                <a:cs typeface="Century Gothic"/>
                <a:sym typeface="Century Gothic"/>
              </a:defRPr>
            </a:pPr>
          </a:p>
        </p:txBody>
      </p:sp>
      <p:sp>
        <p:nvSpPr>
          <p:cNvPr id="1475" name="Ster"/>
          <p:cNvSpPr/>
          <p:nvPr/>
        </p:nvSpPr>
        <p:spPr>
          <a:xfrm>
            <a:off x="2387850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76" name="Ster"/>
          <p:cNvSpPr/>
          <p:nvPr/>
        </p:nvSpPr>
        <p:spPr>
          <a:xfrm>
            <a:off x="2338955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77" name="Ster"/>
          <p:cNvSpPr/>
          <p:nvPr/>
        </p:nvSpPr>
        <p:spPr>
          <a:xfrm>
            <a:off x="228963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78" name="Ster"/>
          <p:cNvSpPr/>
          <p:nvPr/>
        </p:nvSpPr>
        <p:spPr>
          <a:xfrm>
            <a:off x="2240740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79" name="Ster"/>
          <p:cNvSpPr/>
          <p:nvPr/>
        </p:nvSpPr>
        <p:spPr>
          <a:xfrm>
            <a:off x="219184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80" name="Ster"/>
          <p:cNvSpPr/>
          <p:nvPr/>
        </p:nvSpPr>
        <p:spPr>
          <a:xfrm>
            <a:off x="2142525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81" name="Ster"/>
          <p:cNvSpPr/>
          <p:nvPr/>
        </p:nvSpPr>
        <p:spPr>
          <a:xfrm>
            <a:off x="2093630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82" name="Ster"/>
          <p:cNvSpPr/>
          <p:nvPr/>
        </p:nvSpPr>
        <p:spPr>
          <a:xfrm>
            <a:off x="204431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83" name="Ster"/>
          <p:cNvSpPr/>
          <p:nvPr/>
        </p:nvSpPr>
        <p:spPr>
          <a:xfrm>
            <a:off x="1995415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84" name="Ster"/>
          <p:cNvSpPr/>
          <p:nvPr/>
        </p:nvSpPr>
        <p:spPr>
          <a:xfrm>
            <a:off x="194652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pic>
        <p:nvPicPr>
          <p:cNvPr id="1485" name="Schermafbeelding 2026-03-24 om 21.04.07.png" descr="Schermafbeelding 2026-03-24 om 21.04.07.png"/>
          <p:cNvPicPr>
            <a:picLocks noChangeAspect="1"/>
          </p:cNvPicPr>
          <p:nvPr/>
        </p:nvPicPr>
        <p:blipFill>
          <a:blip r:embed="rId2">
            <a:extLst/>
          </a:blip>
          <a:srcRect l="164" t="0" r="164" b="0"/>
          <a:stretch>
            <a:fillRect/>
          </a:stretch>
        </p:blipFill>
        <p:spPr>
          <a:xfrm>
            <a:off x="333997" y="231011"/>
            <a:ext cx="19021778" cy="10699751"/>
          </a:xfrm>
          <a:prstGeom prst="rect">
            <a:avLst/>
          </a:prstGeom>
          <a:ln w="25400">
            <a:solidFill>
              <a:srgbClr val="173883"/>
            </a:solidFill>
            <a:miter lim="400000"/>
          </a:ln>
        </p:spPr>
      </p:pic>
      <p:pic>
        <p:nvPicPr>
          <p:cNvPr id="1486" name="FC_Pro_Vercelli_1892.svg.png" descr="FC_Pro_Vercelli_1892.svg.png"/>
          <p:cNvPicPr>
            <a:picLocks noChangeAspect="1"/>
          </p:cNvPicPr>
          <p:nvPr/>
        </p:nvPicPr>
        <p:blipFill>
          <a:blip r:embed="rId3">
            <a:extLst/>
          </a:blip>
          <a:srcRect l="0" t="0" r="0" b="0"/>
          <a:stretch>
            <a:fillRect/>
          </a:stretch>
        </p:blipFill>
        <p:spPr>
          <a:xfrm>
            <a:off x="23162500" y="9147271"/>
            <a:ext cx="854638" cy="1180824"/>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8" name="TextBox 31"/>
          <p:cNvSpPr txBox="1"/>
          <p:nvPr/>
        </p:nvSpPr>
        <p:spPr>
          <a:xfrm>
            <a:off x="588823" y="11323899"/>
            <a:ext cx="23457773" cy="393701"/>
          </a:xfrm>
          <a:prstGeom prst="rect">
            <a:avLst/>
          </a:prstGeom>
          <a:ln w="12700">
            <a:miter lim="400000"/>
          </a:ln>
        </p:spPr>
        <p:txBody>
          <a:bodyPr lIns="0" tIns="0" rIns="0" bIns="0">
            <a:spAutoFit/>
          </a:bodyPr>
          <a:lstStyle/>
          <a:p>
            <a:pPr lvl="1" indent="0" defTabSz="1285875">
              <a:lnSpc>
                <a:spcPct val="100000"/>
              </a:lnSpc>
              <a:spcBef>
                <a:spcPts val="0"/>
              </a:spcBef>
              <a:buFont typeface="Arial"/>
              <a:defRPr sz="2500">
                <a:uFill>
                  <a:solidFill>
                    <a:srgbClr val="525252"/>
                  </a:solidFill>
                </a:uFill>
                <a:latin typeface="Century Gothic"/>
                <a:ea typeface="Century Gothic"/>
                <a:cs typeface="Century Gothic"/>
                <a:sym typeface="Century Gothic"/>
              </a:defRPr>
            </a:pPr>
          </a:p>
        </p:txBody>
      </p:sp>
      <p:sp>
        <p:nvSpPr>
          <p:cNvPr id="1489" name="Ster"/>
          <p:cNvSpPr/>
          <p:nvPr/>
        </p:nvSpPr>
        <p:spPr>
          <a:xfrm>
            <a:off x="2387850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0" name="Ster"/>
          <p:cNvSpPr/>
          <p:nvPr/>
        </p:nvSpPr>
        <p:spPr>
          <a:xfrm>
            <a:off x="2338955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1" name="Ster"/>
          <p:cNvSpPr/>
          <p:nvPr/>
        </p:nvSpPr>
        <p:spPr>
          <a:xfrm>
            <a:off x="228963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2" name="Ster"/>
          <p:cNvSpPr/>
          <p:nvPr/>
        </p:nvSpPr>
        <p:spPr>
          <a:xfrm>
            <a:off x="2240740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3" name="Ster"/>
          <p:cNvSpPr/>
          <p:nvPr/>
        </p:nvSpPr>
        <p:spPr>
          <a:xfrm>
            <a:off x="219184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4" name="Ster"/>
          <p:cNvSpPr/>
          <p:nvPr/>
        </p:nvSpPr>
        <p:spPr>
          <a:xfrm>
            <a:off x="2142525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5" name="Ster"/>
          <p:cNvSpPr/>
          <p:nvPr/>
        </p:nvSpPr>
        <p:spPr>
          <a:xfrm>
            <a:off x="2093630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6" name="Ster"/>
          <p:cNvSpPr/>
          <p:nvPr/>
        </p:nvSpPr>
        <p:spPr>
          <a:xfrm>
            <a:off x="204431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7" name="Ster"/>
          <p:cNvSpPr/>
          <p:nvPr/>
        </p:nvSpPr>
        <p:spPr>
          <a:xfrm>
            <a:off x="1995415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498" name="Ster"/>
          <p:cNvSpPr/>
          <p:nvPr/>
        </p:nvSpPr>
        <p:spPr>
          <a:xfrm>
            <a:off x="194652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pic>
        <p:nvPicPr>
          <p:cNvPr id="1499" name="Schermafbeelding 2026-03-24 om 21.04.07.png" descr="Schermafbeelding 2026-03-24 om 21.04.07.png"/>
          <p:cNvPicPr>
            <a:picLocks noChangeAspect="1"/>
          </p:cNvPicPr>
          <p:nvPr/>
        </p:nvPicPr>
        <p:blipFill>
          <a:blip r:embed="rId2">
            <a:extLst/>
          </a:blip>
          <a:srcRect l="164" t="0" r="164" b="0"/>
          <a:stretch>
            <a:fillRect/>
          </a:stretch>
        </p:blipFill>
        <p:spPr>
          <a:xfrm>
            <a:off x="333997" y="231011"/>
            <a:ext cx="19021778" cy="10699751"/>
          </a:xfrm>
          <a:prstGeom prst="rect">
            <a:avLst/>
          </a:prstGeom>
          <a:ln w="25400">
            <a:solidFill>
              <a:srgbClr val="173883"/>
            </a:solidFill>
            <a:miter lim="400000"/>
          </a:ln>
        </p:spPr>
      </p:pic>
      <p:pic>
        <p:nvPicPr>
          <p:cNvPr id="1500" name="FC_Pro_Vercelli_1892.svg.png" descr="FC_Pro_Vercelli_1892.svg.png"/>
          <p:cNvPicPr>
            <a:picLocks noChangeAspect="1"/>
          </p:cNvPicPr>
          <p:nvPr/>
        </p:nvPicPr>
        <p:blipFill>
          <a:blip r:embed="rId3">
            <a:extLst/>
          </a:blip>
          <a:srcRect l="0" t="0" r="0" b="0"/>
          <a:stretch>
            <a:fillRect/>
          </a:stretch>
        </p:blipFill>
        <p:spPr>
          <a:xfrm>
            <a:off x="23162500" y="9147271"/>
            <a:ext cx="854638" cy="118082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wipe dir="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2" name="TextBox 31"/>
          <p:cNvSpPr txBox="1"/>
          <p:nvPr/>
        </p:nvSpPr>
        <p:spPr>
          <a:xfrm>
            <a:off x="588823" y="11323899"/>
            <a:ext cx="23457773" cy="393701"/>
          </a:xfrm>
          <a:prstGeom prst="rect">
            <a:avLst/>
          </a:prstGeom>
          <a:ln w="12700">
            <a:miter lim="400000"/>
          </a:ln>
        </p:spPr>
        <p:txBody>
          <a:bodyPr lIns="0" tIns="0" rIns="0" bIns="0">
            <a:spAutoFit/>
          </a:bodyPr>
          <a:lstStyle/>
          <a:p>
            <a:pPr lvl="1" indent="0" defTabSz="1285875">
              <a:lnSpc>
                <a:spcPct val="100000"/>
              </a:lnSpc>
              <a:spcBef>
                <a:spcPts val="0"/>
              </a:spcBef>
              <a:buFont typeface="Arial"/>
              <a:defRPr sz="2500">
                <a:uFill>
                  <a:solidFill>
                    <a:srgbClr val="525252"/>
                  </a:solidFill>
                </a:uFill>
                <a:latin typeface="Century Gothic"/>
                <a:ea typeface="Century Gothic"/>
                <a:cs typeface="Century Gothic"/>
                <a:sym typeface="Century Gothic"/>
              </a:defRPr>
            </a:pPr>
          </a:p>
        </p:txBody>
      </p:sp>
      <p:sp>
        <p:nvSpPr>
          <p:cNvPr id="1503" name="Ster"/>
          <p:cNvSpPr/>
          <p:nvPr/>
        </p:nvSpPr>
        <p:spPr>
          <a:xfrm>
            <a:off x="2387850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04" name="Ster"/>
          <p:cNvSpPr/>
          <p:nvPr/>
        </p:nvSpPr>
        <p:spPr>
          <a:xfrm>
            <a:off x="2338955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05" name="Ster"/>
          <p:cNvSpPr/>
          <p:nvPr/>
        </p:nvSpPr>
        <p:spPr>
          <a:xfrm>
            <a:off x="228963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06" name="Ster"/>
          <p:cNvSpPr/>
          <p:nvPr/>
        </p:nvSpPr>
        <p:spPr>
          <a:xfrm>
            <a:off x="2240740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07" name="Ster"/>
          <p:cNvSpPr/>
          <p:nvPr/>
        </p:nvSpPr>
        <p:spPr>
          <a:xfrm>
            <a:off x="219184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08" name="Ster"/>
          <p:cNvSpPr/>
          <p:nvPr/>
        </p:nvSpPr>
        <p:spPr>
          <a:xfrm>
            <a:off x="2142525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09" name="Ster"/>
          <p:cNvSpPr/>
          <p:nvPr/>
        </p:nvSpPr>
        <p:spPr>
          <a:xfrm>
            <a:off x="2093630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10" name="Ster"/>
          <p:cNvSpPr/>
          <p:nvPr/>
        </p:nvSpPr>
        <p:spPr>
          <a:xfrm>
            <a:off x="204431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11" name="Ster"/>
          <p:cNvSpPr/>
          <p:nvPr/>
        </p:nvSpPr>
        <p:spPr>
          <a:xfrm>
            <a:off x="1995415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12" name="Ster"/>
          <p:cNvSpPr/>
          <p:nvPr/>
        </p:nvSpPr>
        <p:spPr>
          <a:xfrm>
            <a:off x="194652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pic>
        <p:nvPicPr>
          <p:cNvPr id="1513" name="Schermafbeelding 2026-03-24 om 21.04.07.png" descr="Schermafbeelding 2026-03-24 om 21.04.07.png"/>
          <p:cNvPicPr>
            <a:picLocks noChangeAspect="1"/>
          </p:cNvPicPr>
          <p:nvPr/>
        </p:nvPicPr>
        <p:blipFill>
          <a:blip r:embed="rId2">
            <a:extLst/>
          </a:blip>
          <a:srcRect l="164" t="0" r="164" b="0"/>
          <a:stretch>
            <a:fillRect/>
          </a:stretch>
        </p:blipFill>
        <p:spPr>
          <a:xfrm>
            <a:off x="333997" y="231011"/>
            <a:ext cx="19021778" cy="10699751"/>
          </a:xfrm>
          <a:prstGeom prst="rect">
            <a:avLst/>
          </a:prstGeom>
          <a:ln w="25400">
            <a:solidFill>
              <a:srgbClr val="173883"/>
            </a:solidFill>
            <a:miter lim="400000"/>
          </a:ln>
        </p:spPr>
      </p:pic>
      <p:pic>
        <p:nvPicPr>
          <p:cNvPr id="1514" name="FC_Pro_Vercelli_1892.svg.png" descr="FC_Pro_Vercelli_1892.svg.png"/>
          <p:cNvPicPr>
            <a:picLocks noChangeAspect="1"/>
          </p:cNvPicPr>
          <p:nvPr/>
        </p:nvPicPr>
        <p:blipFill>
          <a:blip r:embed="rId3">
            <a:extLst/>
          </a:blip>
          <a:srcRect l="0" t="0" r="0" b="0"/>
          <a:stretch>
            <a:fillRect/>
          </a:stretch>
        </p:blipFill>
        <p:spPr>
          <a:xfrm>
            <a:off x="23162500" y="9147271"/>
            <a:ext cx="854638" cy="118082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wipe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6" name="TextBox 31"/>
          <p:cNvSpPr txBox="1"/>
          <p:nvPr/>
        </p:nvSpPr>
        <p:spPr>
          <a:xfrm>
            <a:off x="588823" y="11323899"/>
            <a:ext cx="23457773" cy="393701"/>
          </a:xfrm>
          <a:prstGeom prst="rect">
            <a:avLst/>
          </a:prstGeom>
          <a:ln w="12700">
            <a:miter lim="400000"/>
          </a:ln>
        </p:spPr>
        <p:txBody>
          <a:bodyPr lIns="0" tIns="0" rIns="0" bIns="0">
            <a:spAutoFit/>
          </a:bodyPr>
          <a:lstStyle/>
          <a:p>
            <a:pPr lvl="1" indent="0" defTabSz="1285875">
              <a:lnSpc>
                <a:spcPct val="100000"/>
              </a:lnSpc>
              <a:spcBef>
                <a:spcPts val="0"/>
              </a:spcBef>
              <a:buFont typeface="Arial"/>
              <a:defRPr sz="2500">
                <a:uFill>
                  <a:solidFill>
                    <a:srgbClr val="525252"/>
                  </a:solidFill>
                </a:uFill>
                <a:latin typeface="Century Gothic"/>
                <a:ea typeface="Century Gothic"/>
                <a:cs typeface="Century Gothic"/>
                <a:sym typeface="Century Gothic"/>
              </a:defRPr>
            </a:pPr>
          </a:p>
        </p:txBody>
      </p:sp>
      <p:sp>
        <p:nvSpPr>
          <p:cNvPr id="1517" name="Ster"/>
          <p:cNvSpPr/>
          <p:nvPr/>
        </p:nvSpPr>
        <p:spPr>
          <a:xfrm>
            <a:off x="2387850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18" name="Ster"/>
          <p:cNvSpPr/>
          <p:nvPr/>
        </p:nvSpPr>
        <p:spPr>
          <a:xfrm>
            <a:off x="2338955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19" name="Ster"/>
          <p:cNvSpPr/>
          <p:nvPr/>
        </p:nvSpPr>
        <p:spPr>
          <a:xfrm>
            <a:off x="228963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20" name="Ster"/>
          <p:cNvSpPr/>
          <p:nvPr/>
        </p:nvSpPr>
        <p:spPr>
          <a:xfrm>
            <a:off x="2240740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21" name="Ster"/>
          <p:cNvSpPr/>
          <p:nvPr/>
        </p:nvSpPr>
        <p:spPr>
          <a:xfrm>
            <a:off x="219184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22" name="Ster"/>
          <p:cNvSpPr/>
          <p:nvPr/>
        </p:nvSpPr>
        <p:spPr>
          <a:xfrm>
            <a:off x="2142525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23" name="Ster"/>
          <p:cNvSpPr/>
          <p:nvPr/>
        </p:nvSpPr>
        <p:spPr>
          <a:xfrm>
            <a:off x="2093630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24" name="Ster"/>
          <p:cNvSpPr/>
          <p:nvPr/>
        </p:nvSpPr>
        <p:spPr>
          <a:xfrm>
            <a:off x="204431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25" name="Ster"/>
          <p:cNvSpPr/>
          <p:nvPr/>
        </p:nvSpPr>
        <p:spPr>
          <a:xfrm>
            <a:off x="1995415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26" name="Ster"/>
          <p:cNvSpPr/>
          <p:nvPr/>
        </p:nvSpPr>
        <p:spPr>
          <a:xfrm>
            <a:off x="194652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pic>
        <p:nvPicPr>
          <p:cNvPr id="1527" name="Schermafbeelding 2026-03-24 om 21.04.07.png" descr="Schermafbeelding 2026-03-24 om 21.04.07.png"/>
          <p:cNvPicPr>
            <a:picLocks noChangeAspect="1"/>
          </p:cNvPicPr>
          <p:nvPr/>
        </p:nvPicPr>
        <p:blipFill>
          <a:blip r:embed="rId2">
            <a:extLst/>
          </a:blip>
          <a:srcRect l="164" t="0" r="164" b="0"/>
          <a:stretch>
            <a:fillRect/>
          </a:stretch>
        </p:blipFill>
        <p:spPr>
          <a:xfrm>
            <a:off x="333997" y="231011"/>
            <a:ext cx="19021778" cy="10699751"/>
          </a:xfrm>
          <a:prstGeom prst="rect">
            <a:avLst/>
          </a:prstGeom>
          <a:ln w="25400">
            <a:solidFill>
              <a:srgbClr val="173883"/>
            </a:solidFill>
            <a:miter lim="400000"/>
          </a:ln>
        </p:spPr>
      </p:pic>
      <p:pic>
        <p:nvPicPr>
          <p:cNvPr id="1528" name="FC_Pro_Vercelli_1892.svg.png" descr="FC_Pro_Vercelli_1892.svg.png"/>
          <p:cNvPicPr>
            <a:picLocks noChangeAspect="1"/>
          </p:cNvPicPr>
          <p:nvPr/>
        </p:nvPicPr>
        <p:blipFill>
          <a:blip r:embed="rId3">
            <a:extLst/>
          </a:blip>
          <a:srcRect l="0" t="0" r="0" b="0"/>
          <a:stretch>
            <a:fillRect/>
          </a:stretch>
        </p:blipFill>
        <p:spPr>
          <a:xfrm>
            <a:off x="23162500" y="9147271"/>
            <a:ext cx="854638" cy="118082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wipe dir="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0" name="TextBox 31"/>
          <p:cNvSpPr txBox="1"/>
          <p:nvPr/>
        </p:nvSpPr>
        <p:spPr>
          <a:xfrm>
            <a:off x="588823" y="11323899"/>
            <a:ext cx="23457773" cy="393701"/>
          </a:xfrm>
          <a:prstGeom prst="rect">
            <a:avLst/>
          </a:prstGeom>
          <a:ln w="12700">
            <a:miter lim="400000"/>
          </a:ln>
        </p:spPr>
        <p:txBody>
          <a:bodyPr lIns="0" tIns="0" rIns="0" bIns="0">
            <a:spAutoFit/>
          </a:bodyPr>
          <a:lstStyle/>
          <a:p>
            <a:pPr lvl="1" indent="0" defTabSz="1285875">
              <a:lnSpc>
                <a:spcPct val="100000"/>
              </a:lnSpc>
              <a:spcBef>
                <a:spcPts val="0"/>
              </a:spcBef>
              <a:buFont typeface="Arial"/>
              <a:defRPr sz="2500">
                <a:uFill>
                  <a:solidFill>
                    <a:srgbClr val="525252"/>
                  </a:solidFill>
                </a:uFill>
                <a:latin typeface="Century Gothic"/>
                <a:ea typeface="Century Gothic"/>
                <a:cs typeface="Century Gothic"/>
                <a:sym typeface="Century Gothic"/>
              </a:defRPr>
            </a:pPr>
          </a:p>
        </p:txBody>
      </p:sp>
      <p:sp>
        <p:nvSpPr>
          <p:cNvPr id="1531" name="Ster"/>
          <p:cNvSpPr/>
          <p:nvPr/>
        </p:nvSpPr>
        <p:spPr>
          <a:xfrm>
            <a:off x="2387850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32" name="Ster"/>
          <p:cNvSpPr/>
          <p:nvPr/>
        </p:nvSpPr>
        <p:spPr>
          <a:xfrm>
            <a:off x="2338955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33" name="Ster"/>
          <p:cNvSpPr/>
          <p:nvPr/>
        </p:nvSpPr>
        <p:spPr>
          <a:xfrm>
            <a:off x="228963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34" name="Ster"/>
          <p:cNvSpPr/>
          <p:nvPr/>
        </p:nvSpPr>
        <p:spPr>
          <a:xfrm>
            <a:off x="2240740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35" name="Ster"/>
          <p:cNvSpPr/>
          <p:nvPr/>
        </p:nvSpPr>
        <p:spPr>
          <a:xfrm>
            <a:off x="219184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36" name="Ster"/>
          <p:cNvSpPr/>
          <p:nvPr/>
        </p:nvSpPr>
        <p:spPr>
          <a:xfrm>
            <a:off x="2142525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37" name="Ster"/>
          <p:cNvSpPr/>
          <p:nvPr/>
        </p:nvSpPr>
        <p:spPr>
          <a:xfrm>
            <a:off x="2093630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38" name="Ster"/>
          <p:cNvSpPr/>
          <p:nvPr/>
        </p:nvSpPr>
        <p:spPr>
          <a:xfrm>
            <a:off x="204431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39" name="Ster"/>
          <p:cNvSpPr/>
          <p:nvPr/>
        </p:nvSpPr>
        <p:spPr>
          <a:xfrm>
            <a:off x="1995415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40" name="Ster"/>
          <p:cNvSpPr/>
          <p:nvPr/>
        </p:nvSpPr>
        <p:spPr>
          <a:xfrm>
            <a:off x="194652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pic>
        <p:nvPicPr>
          <p:cNvPr id="1541" name="Schermafbeelding 2026-03-24 om 21.04.07.png" descr="Schermafbeelding 2026-03-24 om 21.04.07.png"/>
          <p:cNvPicPr>
            <a:picLocks noChangeAspect="1"/>
          </p:cNvPicPr>
          <p:nvPr/>
        </p:nvPicPr>
        <p:blipFill>
          <a:blip r:embed="rId2">
            <a:extLst/>
          </a:blip>
          <a:srcRect l="164" t="0" r="164" b="0"/>
          <a:stretch>
            <a:fillRect/>
          </a:stretch>
        </p:blipFill>
        <p:spPr>
          <a:xfrm>
            <a:off x="333997" y="231011"/>
            <a:ext cx="19021778" cy="10699751"/>
          </a:xfrm>
          <a:prstGeom prst="rect">
            <a:avLst/>
          </a:prstGeom>
          <a:ln w="25400">
            <a:solidFill>
              <a:srgbClr val="173883"/>
            </a:solidFill>
            <a:miter lim="400000"/>
          </a:ln>
        </p:spPr>
      </p:pic>
      <p:pic>
        <p:nvPicPr>
          <p:cNvPr id="1542" name="FC_Pro_Vercelli_1892.svg.png" descr="FC_Pro_Vercelli_1892.svg.png"/>
          <p:cNvPicPr>
            <a:picLocks noChangeAspect="1"/>
          </p:cNvPicPr>
          <p:nvPr/>
        </p:nvPicPr>
        <p:blipFill>
          <a:blip r:embed="rId3">
            <a:extLst/>
          </a:blip>
          <a:srcRect l="0" t="0" r="0" b="0"/>
          <a:stretch>
            <a:fillRect/>
          </a:stretch>
        </p:blipFill>
        <p:spPr>
          <a:xfrm>
            <a:off x="23162500" y="9147271"/>
            <a:ext cx="854638" cy="118082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wipe dir="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4" name="TextBox 31"/>
          <p:cNvSpPr txBox="1"/>
          <p:nvPr/>
        </p:nvSpPr>
        <p:spPr>
          <a:xfrm>
            <a:off x="588823" y="11323899"/>
            <a:ext cx="23457773" cy="393701"/>
          </a:xfrm>
          <a:prstGeom prst="rect">
            <a:avLst/>
          </a:prstGeom>
          <a:ln w="12700">
            <a:miter lim="400000"/>
          </a:ln>
        </p:spPr>
        <p:txBody>
          <a:bodyPr lIns="0" tIns="0" rIns="0" bIns="0">
            <a:spAutoFit/>
          </a:bodyPr>
          <a:lstStyle/>
          <a:p>
            <a:pPr lvl="1" indent="0" defTabSz="1285875">
              <a:lnSpc>
                <a:spcPct val="100000"/>
              </a:lnSpc>
              <a:spcBef>
                <a:spcPts val="0"/>
              </a:spcBef>
              <a:buFont typeface="Arial"/>
              <a:defRPr sz="2500">
                <a:uFill>
                  <a:solidFill>
                    <a:srgbClr val="525252"/>
                  </a:solidFill>
                </a:uFill>
                <a:latin typeface="Century Gothic"/>
                <a:ea typeface="Century Gothic"/>
                <a:cs typeface="Century Gothic"/>
                <a:sym typeface="Century Gothic"/>
              </a:defRPr>
            </a:pPr>
          </a:p>
        </p:txBody>
      </p:sp>
      <p:sp>
        <p:nvSpPr>
          <p:cNvPr id="1545" name="Ster"/>
          <p:cNvSpPr/>
          <p:nvPr/>
        </p:nvSpPr>
        <p:spPr>
          <a:xfrm>
            <a:off x="2387850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46" name="Ster"/>
          <p:cNvSpPr/>
          <p:nvPr/>
        </p:nvSpPr>
        <p:spPr>
          <a:xfrm>
            <a:off x="2338955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47" name="Ster"/>
          <p:cNvSpPr/>
          <p:nvPr/>
        </p:nvSpPr>
        <p:spPr>
          <a:xfrm>
            <a:off x="228963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48" name="Ster"/>
          <p:cNvSpPr/>
          <p:nvPr/>
        </p:nvSpPr>
        <p:spPr>
          <a:xfrm>
            <a:off x="2240740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49" name="Ster"/>
          <p:cNvSpPr/>
          <p:nvPr/>
        </p:nvSpPr>
        <p:spPr>
          <a:xfrm>
            <a:off x="219184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50" name="Ster"/>
          <p:cNvSpPr/>
          <p:nvPr/>
        </p:nvSpPr>
        <p:spPr>
          <a:xfrm>
            <a:off x="2142525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51" name="Ster"/>
          <p:cNvSpPr/>
          <p:nvPr/>
        </p:nvSpPr>
        <p:spPr>
          <a:xfrm>
            <a:off x="2093630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52" name="Ster"/>
          <p:cNvSpPr/>
          <p:nvPr/>
        </p:nvSpPr>
        <p:spPr>
          <a:xfrm>
            <a:off x="204431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53" name="Ster"/>
          <p:cNvSpPr/>
          <p:nvPr/>
        </p:nvSpPr>
        <p:spPr>
          <a:xfrm>
            <a:off x="1995415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54" name="Ster"/>
          <p:cNvSpPr/>
          <p:nvPr/>
        </p:nvSpPr>
        <p:spPr>
          <a:xfrm>
            <a:off x="194652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pic>
        <p:nvPicPr>
          <p:cNvPr id="1555" name="Schermafbeelding 2026-03-24 om 21.04.07.png" descr="Schermafbeelding 2026-03-24 om 21.04.07.png"/>
          <p:cNvPicPr>
            <a:picLocks noChangeAspect="1"/>
          </p:cNvPicPr>
          <p:nvPr/>
        </p:nvPicPr>
        <p:blipFill>
          <a:blip r:embed="rId2">
            <a:extLst/>
          </a:blip>
          <a:srcRect l="164" t="0" r="164" b="0"/>
          <a:stretch>
            <a:fillRect/>
          </a:stretch>
        </p:blipFill>
        <p:spPr>
          <a:xfrm>
            <a:off x="333997" y="231011"/>
            <a:ext cx="19021778" cy="10699751"/>
          </a:xfrm>
          <a:prstGeom prst="rect">
            <a:avLst/>
          </a:prstGeom>
          <a:ln w="25400">
            <a:solidFill>
              <a:srgbClr val="173883"/>
            </a:solidFill>
            <a:miter lim="400000"/>
          </a:ln>
        </p:spPr>
      </p:pic>
      <p:pic>
        <p:nvPicPr>
          <p:cNvPr id="1556" name="FC_Pro_Vercelli_1892.svg.png" descr="FC_Pro_Vercelli_1892.svg.png"/>
          <p:cNvPicPr>
            <a:picLocks noChangeAspect="1"/>
          </p:cNvPicPr>
          <p:nvPr/>
        </p:nvPicPr>
        <p:blipFill>
          <a:blip r:embed="rId3">
            <a:extLst/>
          </a:blip>
          <a:srcRect l="0" t="0" r="0" b="0"/>
          <a:stretch>
            <a:fillRect/>
          </a:stretch>
        </p:blipFill>
        <p:spPr>
          <a:xfrm>
            <a:off x="23162500" y="9147271"/>
            <a:ext cx="854638" cy="118082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wipe dir="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8" name="TextBox 31"/>
          <p:cNvSpPr txBox="1"/>
          <p:nvPr/>
        </p:nvSpPr>
        <p:spPr>
          <a:xfrm>
            <a:off x="588823" y="11323899"/>
            <a:ext cx="23457773" cy="393701"/>
          </a:xfrm>
          <a:prstGeom prst="rect">
            <a:avLst/>
          </a:prstGeom>
          <a:ln w="12700">
            <a:miter lim="400000"/>
          </a:ln>
        </p:spPr>
        <p:txBody>
          <a:bodyPr lIns="0" tIns="0" rIns="0" bIns="0">
            <a:spAutoFit/>
          </a:bodyPr>
          <a:lstStyle/>
          <a:p>
            <a:pPr lvl="1" indent="0" defTabSz="1285875">
              <a:lnSpc>
                <a:spcPct val="100000"/>
              </a:lnSpc>
              <a:spcBef>
                <a:spcPts val="0"/>
              </a:spcBef>
              <a:buFont typeface="Arial"/>
              <a:defRPr sz="2500">
                <a:uFill>
                  <a:solidFill>
                    <a:srgbClr val="525252"/>
                  </a:solidFill>
                </a:uFill>
                <a:latin typeface="Century Gothic"/>
                <a:ea typeface="Century Gothic"/>
                <a:cs typeface="Century Gothic"/>
                <a:sym typeface="Century Gothic"/>
              </a:defRPr>
            </a:pPr>
          </a:p>
        </p:txBody>
      </p:sp>
      <p:sp>
        <p:nvSpPr>
          <p:cNvPr id="1559" name="Ster"/>
          <p:cNvSpPr/>
          <p:nvPr/>
        </p:nvSpPr>
        <p:spPr>
          <a:xfrm>
            <a:off x="2387850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0" name="Ster"/>
          <p:cNvSpPr/>
          <p:nvPr/>
        </p:nvSpPr>
        <p:spPr>
          <a:xfrm>
            <a:off x="23389550"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1" name="Ster"/>
          <p:cNvSpPr/>
          <p:nvPr/>
        </p:nvSpPr>
        <p:spPr>
          <a:xfrm>
            <a:off x="228963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2" name="Ster"/>
          <p:cNvSpPr/>
          <p:nvPr/>
        </p:nvSpPr>
        <p:spPr>
          <a:xfrm>
            <a:off x="2240740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3" name="Ster"/>
          <p:cNvSpPr/>
          <p:nvPr/>
        </p:nvSpPr>
        <p:spPr>
          <a:xfrm>
            <a:off x="21918451"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4" name="Ster"/>
          <p:cNvSpPr/>
          <p:nvPr/>
        </p:nvSpPr>
        <p:spPr>
          <a:xfrm>
            <a:off x="2142525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5" name="Ster"/>
          <p:cNvSpPr/>
          <p:nvPr/>
        </p:nvSpPr>
        <p:spPr>
          <a:xfrm>
            <a:off x="20936301" y="10496267"/>
            <a:ext cx="400419"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6" name="Ster"/>
          <p:cNvSpPr/>
          <p:nvPr/>
        </p:nvSpPr>
        <p:spPr>
          <a:xfrm>
            <a:off x="204431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7" name="Ster"/>
          <p:cNvSpPr/>
          <p:nvPr/>
        </p:nvSpPr>
        <p:spPr>
          <a:xfrm>
            <a:off x="1995415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1568" name="Ster"/>
          <p:cNvSpPr/>
          <p:nvPr/>
        </p:nvSpPr>
        <p:spPr>
          <a:xfrm>
            <a:off x="19465202" y="10496267"/>
            <a:ext cx="400418" cy="380821"/>
          </a:xfrm>
          <a:prstGeom prst="star5">
            <a:avLst>
              <a:gd name="adj" fmla="val 25120"/>
              <a:gd name="hf" fmla="val 105146"/>
              <a:gd name="vf" fmla="val 110557"/>
            </a:avLst>
          </a:prstGeom>
          <a:solidFill>
            <a:srgbClr val="FFFFFF"/>
          </a:solidFill>
          <a:ln w="12700">
            <a:solidFill>
              <a:srgbClr val="00000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pic>
        <p:nvPicPr>
          <p:cNvPr id="1569" name="Schermafbeelding 2026-03-24 om 21.04.07.png" descr="Schermafbeelding 2026-03-24 om 21.04.07.png"/>
          <p:cNvPicPr>
            <a:picLocks noChangeAspect="1"/>
          </p:cNvPicPr>
          <p:nvPr/>
        </p:nvPicPr>
        <p:blipFill>
          <a:blip r:embed="rId2">
            <a:extLst/>
          </a:blip>
          <a:srcRect l="164" t="0" r="164" b="0"/>
          <a:stretch>
            <a:fillRect/>
          </a:stretch>
        </p:blipFill>
        <p:spPr>
          <a:xfrm>
            <a:off x="333997" y="231011"/>
            <a:ext cx="19021778" cy="10699751"/>
          </a:xfrm>
          <a:prstGeom prst="rect">
            <a:avLst/>
          </a:prstGeom>
          <a:ln w="25400">
            <a:solidFill>
              <a:srgbClr val="173883"/>
            </a:solidFill>
            <a:miter lim="400000"/>
          </a:ln>
        </p:spPr>
      </p:pic>
      <p:pic>
        <p:nvPicPr>
          <p:cNvPr id="1570" name="FC_Pro_Vercelli_1892.svg.png" descr="FC_Pro_Vercelli_1892.svg.png"/>
          <p:cNvPicPr>
            <a:picLocks noChangeAspect="1"/>
          </p:cNvPicPr>
          <p:nvPr/>
        </p:nvPicPr>
        <p:blipFill>
          <a:blip r:embed="rId3">
            <a:extLst/>
          </a:blip>
          <a:srcRect l="0" t="0" r="0" b="0"/>
          <a:stretch>
            <a:fillRect/>
          </a:stretch>
        </p:blipFill>
        <p:spPr>
          <a:xfrm>
            <a:off x="23162500" y="9147271"/>
            <a:ext cx="854638" cy="118082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wipe dir="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2" name="TextBox 28"/>
          <p:cNvSpPr txBox="1"/>
          <p:nvPr/>
        </p:nvSpPr>
        <p:spPr>
          <a:xfrm>
            <a:off x="14881271" y="8777643"/>
            <a:ext cx="2374698" cy="1104901"/>
          </a:xfrm>
          <a:prstGeom prst="rect">
            <a:avLst/>
          </a:prstGeom>
          <a:ln w="12700">
            <a:miter lim="400000"/>
          </a:ln>
        </p:spPr>
        <p:txBody>
          <a:bodyPr wrap="none" lIns="0" tIns="0" rIns="0" bIns="0" anchor="ctr">
            <a:spAutoFit/>
          </a:bodyPr>
          <a:lstStyle/>
          <a:p>
            <a:pPr algn="r" defTabSz="457200">
              <a:lnSpc>
                <a:spcPct val="100000"/>
              </a:lnSpc>
              <a:spcBef>
                <a:spcPts val="0"/>
              </a:spcBef>
              <a:defRPr cap="all" sz="6400">
                <a:solidFill>
                  <a:schemeClr val="accent5">
                    <a:hueOff val="-82419"/>
                    <a:satOff val="-9513"/>
                    <a:lumOff val="-16343"/>
                  </a:schemeClr>
                </a:solidFill>
                <a:latin typeface="Avenir Next Regular"/>
                <a:ea typeface="Avenir Next Regular"/>
                <a:cs typeface="Avenir Next Regular"/>
                <a:sym typeface="Avenir Next Regular"/>
              </a:defRPr>
            </a:pPr>
          </a:p>
        </p:txBody>
      </p:sp>
    </p:spTree>
  </p:cSld>
  <p:clrMapOvr>
    <a:masterClrMapping/>
  </p:clrMapOvr>
  <mc:AlternateContent xmlns:mc="http://schemas.openxmlformats.org/markup-compatibility/2006">
    <mc:Choice xmlns:p14="http://schemas.microsoft.com/office/powerpoint/2010/main" Requires="p14">
      <p:transition spd="slow" advClick="1" p14:dur="2000">
        <p:wipe dir="r"/>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