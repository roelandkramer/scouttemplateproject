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3" name="Shape 24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tif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eur en datum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Auteur en datum</a:t>
            </a:r>
          </a:p>
        </p:txBody>
      </p:sp>
      <p:sp>
        <p:nvSpPr>
          <p:cNvPr id="12" name="Naam presentati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Naam presentatie</a:t>
            </a:r>
          </a:p>
        </p:txBody>
      </p:sp>
      <p:sp>
        <p:nvSpPr>
          <p:cNvPr id="13" name="Hoofdtekst - niveau één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Ondertitel presentatie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en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's en limoenen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Naam presentati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Naam presentatie</a:t>
            </a:r>
          </a:p>
        </p:txBody>
      </p:sp>
      <p:sp>
        <p:nvSpPr>
          <p:cNvPr id="23" name="Auteur en datum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Auteur en datum</a:t>
            </a:r>
          </a:p>
        </p:txBody>
      </p:sp>
      <p:sp>
        <p:nvSpPr>
          <p:cNvPr id="24" name="Hoofdtekst - niveau één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Ondertitel presentatie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en f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chaal met zalmkoekjes, salade en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Naam dia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Naam dia</a:t>
            </a:r>
          </a:p>
        </p:txBody>
      </p:sp>
      <p:sp>
        <p:nvSpPr>
          <p:cNvPr id="34" name="Hoofdtekst - niveau één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Ondertitel dia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Dianumm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Naam dia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Naam dia</a:t>
            </a:r>
          </a:p>
        </p:txBody>
      </p:sp>
      <p:sp>
        <p:nvSpPr>
          <p:cNvPr id="43" name="Ondertitel dia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Ondertitel dia</a:t>
            </a:r>
          </a:p>
        </p:txBody>
      </p:sp>
      <p:sp>
        <p:nvSpPr>
          <p:cNvPr id="44" name="Hoofdtekst - niveau één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Dia-opsommingstekst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Hoofdtekst - niveau één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Dia-opsommingstekst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opsomm.,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Ondertitel dia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Ondertitel dia</a:t>
            </a:r>
          </a:p>
        </p:txBody>
      </p:sp>
      <p:sp>
        <p:nvSpPr>
          <p:cNvPr id="61" name="Hoofdtekst - niveau één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Dia-opsommingstekst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Schaal pappardellepasta met peterselieboter, geroosterde hazelnoten en geraspte parmezaanse kaas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Naam dia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Naam dia</a:t>
            </a:r>
          </a:p>
        </p:txBody>
      </p:sp>
      <p:sp>
        <p:nvSpPr>
          <p:cNvPr id="6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opsomming en livevideo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Ondertitel dia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Ondertitel dia</a:t>
            </a:r>
          </a:p>
        </p:txBody>
      </p:sp>
      <p:sp>
        <p:nvSpPr>
          <p:cNvPr id="72" name="Hoofdtekst - niveau één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Dia-opsommingstekst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Naam dia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Naam dia</a:t>
            </a:r>
          </a:p>
        </p:txBody>
      </p:sp>
      <p:sp>
        <p:nvSpPr>
          <p:cNvPr id="7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opsomming en livevideo gro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Ondertitel dia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Ondertitel dia</a:t>
            </a:r>
          </a:p>
        </p:txBody>
      </p:sp>
      <p:sp>
        <p:nvSpPr>
          <p:cNvPr id="82" name="Hoofdtekst - niveau één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Dia-opsommingstekst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Naam dia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Naam dia</a:t>
            </a:r>
          </a:p>
        </p:txBody>
      </p:sp>
      <p:sp>
        <p:nvSpPr>
          <p:cNvPr id="8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etitel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Sectietitel</a:t>
            </a:r>
          </a:p>
        </p:txBody>
      </p:sp>
      <p:sp>
        <p:nvSpPr>
          <p:cNvPr id="92" name="Dianumm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aam dia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Naam dia</a:t>
            </a:r>
          </a:p>
        </p:txBody>
      </p:sp>
      <p:sp>
        <p:nvSpPr>
          <p:cNvPr id="100" name="Ondertitel dia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Ondertitel dia</a:t>
            </a:r>
          </a:p>
        </p:txBody>
      </p:sp>
      <p:sp>
        <p:nvSpPr>
          <p:cNvPr id="101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el agenda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Titel agenda</a:t>
            </a:r>
          </a:p>
        </p:txBody>
      </p:sp>
      <p:sp>
        <p:nvSpPr>
          <p:cNvPr id="109" name="Ondertitel agenda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Ondertitel agenda</a:t>
            </a:r>
          </a:p>
        </p:txBody>
      </p:sp>
      <p:sp>
        <p:nvSpPr>
          <p:cNvPr id="110" name="Hoofdtekst - niveau één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Agendaonderwerpen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Ui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Hoofdtekst - niveau één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Uiting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Groot f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Hoofdtekst - niveau één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eitinformatie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Feitinformatie</a:t>
            </a:r>
          </a:p>
        </p:txBody>
      </p:sp>
      <p:sp>
        <p:nvSpPr>
          <p:cNvPr id="128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ta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oekenning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Toekenning</a:t>
            </a:r>
          </a:p>
        </p:txBody>
      </p:sp>
      <p:sp>
        <p:nvSpPr>
          <p:cNvPr id="136" name="Hoofdtekst - niveau één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“Bijzonder citaat”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 - driem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chaal salade met gebakken rijst, gekookte eieren en eetstokje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Schaal met zalmkoekjes, salade en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Schaal pappardellepasta met peterselieboter, geroosterde hazelnoten en geraspte parmezaanse kaas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chaal salade met gebakken rijst, gekookte eieren en eetstokje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eeg kopie 7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eeg kopie 4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hthoek"/>
          <p:cNvSpPr/>
          <p:nvPr/>
        </p:nvSpPr>
        <p:spPr>
          <a:xfrm>
            <a:off x="228588" y="9285347"/>
            <a:ext cx="7296900" cy="415911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8" name="Rechthoek"/>
          <p:cNvSpPr/>
          <p:nvPr/>
        </p:nvSpPr>
        <p:spPr>
          <a:xfrm>
            <a:off x="16452494" y="4482161"/>
            <a:ext cx="7806637" cy="3843630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9" name="Rechthoek"/>
          <p:cNvSpPr/>
          <p:nvPr/>
        </p:nvSpPr>
        <p:spPr>
          <a:xfrm>
            <a:off x="7857335" y="8533674"/>
            <a:ext cx="8290361" cy="492066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0" name="Rechthoek"/>
          <p:cNvSpPr/>
          <p:nvPr/>
        </p:nvSpPr>
        <p:spPr>
          <a:xfrm>
            <a:off x="16452494" y="8534379"/>
            <a:ext cx="7806637" cy="491925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1" name="Rechthoek"/>
          <p:cNvSpPr/>
          <p:nvPr/>
        </p:nvSpPr>
        <p:spPr>
          <a:xfrm>
            <a:off x="16452494" y="238399"/>
            <a:ext cx="7806637" cy="4035878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2" name="Rechthoek"/>
          <p:cNvSpPr/>
          <p:nvPr/>
        </p:nvSpPr>
        <p:spPr>
          <a:xfrm>
            <a:off x="7815068" y="4485154"/>
            <a:ext cx="3971648" cy="3837643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3" name="Rechthoek"/>
          <p:cNvSpPr/>
          <p:nvPr/>
        </p:nvSpPr>
        <p:spPr>
          <a:xfrm>
            <a:off x="7815068" y="238399"/>
            <a:ext cx="8290361" cy="4035878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4" name="Rechthoek"/>
          <p:cNvSpPr/>
          <p:nvPr/>
        </p:nvSpPr>
        <p:spPr>
          <a:xfrm>
            <a:off x="236820" y="238399"/>
            <a:ext cx="7296901" cy="8630211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5" name="TextBox 38"/>
          <p:cNvSpPr txBox="1"/>
          <p:nvPr/>
        </p:nvSpPr>
        <p:spPr>
          <a:xfrm>
            <a:off x="891013" y="1796081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Date of birth</a:t>
            </a:r>
          </a:p>
        </p:txBody>
      </p:sp>
      <p:sp>
        <p:nvSpPr>
          <p:cNvPr id="186" name="TextBox 38"/>
          <p:cNvSpPr txBox="1"/>
          <p:nvPr/>
        </p:nvSpPr>
        <p:spPr>
          <a:xfrm>
            <a:off x="891013" y="2556319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City of Birth </a:t>
            </a:r>
          </a:p>
        </p:txBody>
      </p:sp>
      <p:sp>
        <p:nvSpPr>
          <p:cNvPr id="187" name="TextBox 38"/>
          <p:cNvSpPr txBox="1"/>
          <p:nvPr/>
        </p:nvSpPr>
        <p:spPr>
          <a:xfrm>
            <a:off x="123369" y="3288686"/>
            <a:ext cx="3000827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Nationality</a:t>
            </a:r>
          </a:p>
        </p:txBody>
      </p:sp>
      <p:sp>
        <p:nvSpPr>
          <p:cNvPr id="188" name="TextBox 38"/>
          <p:cNvSpPr txBox="1"/>
          <p:nvPr/>
        </p:nvSpPr>
        <p:spPr>
          <a:xfrm>
            <a:off x="891013" y="408092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Height</a:t>
            </a:r>
          </a:p>
        </p:txBody>
      </p:sp>
      <p:sp>
        <p:nvSpPr>
          <p:cNvPr id="189" name="TextBox 38"/>
          <p:cNvSpPr txBox="1"/>
          <p:nvPr/>
        </p:nvSpPr>
        <p:spPr>
          <a:xfrm>
            <a:off x="891013" y="480669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Preferred foot</a:t>
            </a:r>
          </a:p>
        </p:txBody>
      </p:sp>
      <p:sp>
        <p:nvSpPr>
          <p:cNvPr id="190" name="TextBox 38"/>
          <p:cNvSpPr txBox="1"/>
          <p:nvPr/>
        </p:nvSpPr>
        <p:spPr>
          <a:xfrm>
            <a:off x="891013" y="5571054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Club</a:t>
            </a:r>
          </a:p>
        </p:txBody>
      </p:sp>
      <p:sp>
        <p:nvSpPr>
          <p:cNvPr id="191" name="TextBox 38"/>
          <p:cNvSpPr txBox="1"/>
          <p:nvPr/>
        </p:nvSpPr>
        <p:spPr>
          <a:xfrm>
            <a:off x="891013" y="626416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League</a:t>
            </a:r>
          </a:p>
        </p:txBody>
      </p:sp>
      <p:sp>
        <p:nvSpPr>
          <p:cNvPr id="192" name="Freeform 5"/>
          <p:cNvSpPr/>
          <p:nvPr/>
        </p:nvSpPr>
        <p:spPr>
          <a:xfrm>
            <a:off x="1391022" y="1783354"/>
            <a:ext cx="5347679" cy="254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3" name="Rechthoek"/>
          <p:cNvSpPr/>
          <p:nvPr/>
        </p:nvSpPr>
        <p:spPr>
          <a:xfrm>
            <a:off x="11216502" y="979918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4" name="Rechthoek"/>
          <p:cNvSpPr/>
          <p:nvPr/>
        </p:nvSpPr>
        <p:spPr>
          <a:xfrm>
            <a:off x="13606960" y="979918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5" name="Rechthoek"/>
          <p:cNvSpPr/>
          <p:nvPr/>
        </p:nvSpPr>
        <p:spPr>
          <a:xfrm>
            <a:off x="11216502" y="1711934"/>
            <a:ext cx="2113565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6" name="Rechthoek"/>
          <p:cNvSpPr/>
          <p:nvPr/>
        </p:nvSpPr>
        <p:spPr>
          <a:xfrm>
            <a:off x="13606960" y="1711934"/>
            <a:ext cx="2113564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7" name="Rechthoek"/>
          <p:cNvSpPr/>
          <p:nvPr/>
        </p:nvSpPr>
        <p:spPr>
          <a:xfrm>
            <a:off x="11216502" y="2499905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8" name="Rechthoek"/>
          <p:cNvSpPr/>
          <p:nvPr/>
        </p:nvSpPr>
        <p:spPr>
          <a:xfrm>
            <a:off x="13606960" y="2499905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9" name="Rechthoek"/>
          <p:cNvSpPr/>
          <p:nvPr/>
        </p:nvSpPr>
        <p:spPr>
          <a:xfrm>
            <a:off x="11216502" y="3275850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0" name="Rechthoek"/>
          <p:cNvSpPr/>
          <p:nvPr/>
        </p:nvSpPr>
        <p:spPr>
          <a:xfrm>
            <a:off x="13606960" y="3275850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1" name="TextBox 40"/>
          <p:cNvSpPr txBox="1"/>
          <p:nvPr/>
        </p:nvSpPr>
        <p:spPr>
          <a:xfrm>
            <a:off x="7997574" y="131715"/>
            <a:ext cx="1806256" cy="3579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>
                <a:solidFill>
                  <a:srgbClr val="000000"/>
                </a:solidFill>
              </a:rPr>
              <a:t>STATS</a:t>
            </a:r>
          </a:p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Matches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Minutes</a:t>
            </a:r>
          </a:p>
          <a:p>
            <a:pPr defTabSz="1219200">
              <a:lnSpc>
                <a:spcPts val="5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Goals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Assists</a:t>
            </a:r>
          </a:p>
        </p:txBody>
      </p:sp>
      <p:sp>
        <p:nvSpPr>
          <p:cNvPr id="202" name="TextBox 41"/>
          <p:cNvSpPr txBox="1"/>
          <p:nvPr/>
        </p:nvSpPr>
        <p:spPr>
          <a:xfrm>
            <a:off x="7997574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RATING</a:t>
            </a:r>
          </a:p>
        </p:txBody>
      </p:sp>
      <p:sp>
        <p:nvSpPr>
          <p:cNvPr id="203" name="TextBox 46"/>
          <p:cNvSpPr txBox="1"/>
          <p:nvPr/>
        </p:nvSpPr>
        <p:spPr>
          <a:xfrm>
            <a:off x="16850858" y="1036124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value</a:t>
            </a:r>
          </a:p>
        </p:txBody>
      </p:sp>
      <p:sp>
        <p:nvSpPr>
          <p:cNvPr id="204" name="Rechthoek"/>
          <p:cNvSpPr/>
          <p:nvPr/>
        </p:nvSpPr>
        <p:spPr>
          <a:xfrm>
            <a:off x="19705480" y="11071458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5" name="Rechthoek"/>
          <p:cNvSpPr/>
          <p:nvPr/>
        </p:nvSpPr>
        <p:spPr>
          <a:xfrm>
            <a:off x="19705480" y="11818374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6" name="Rechthoek"/>
          <p:cNvSpPr/>
          <p:nvPr/>
        </p:nvSpPr>
        <p:spPr>
          <a:xfrm>
            <a:off x="19705480" y="12548075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7" name="Rechthoek"/>
          <p:cNvSpPr/>
          <p:nvPr/>
        </p:nvSpPr>
        <p:spPr>
          <a:xfrm>
            <a:off x="18197104" y="397811"/>
            <a:ext cx="5799755" cy="3717054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8" name="TextBox 43"/>
          <p:cNvSpPr txBox="1"/>
          <p:nvPr/>
        </p:nvSpPr>
        <p:spPr>
          <a:xfrm>
            <a:off x="11203802" y="334915"/>
            <a:ext cx="213896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CURRENT SEASON</a:t>
            </a:r>
          </a:p>
        </p:txBody>
      </p:sp>
      <p:sp>
        <p:nvSpPr>
          <p:cNvPr id="209" name="TextBox 44"/>
          <p:cNvSpPr txBox="1"/>
          <p:nvPr/>
        </p:nvSpPr>
        <p:spPr>
          <a:xfrm>
            <a:off x="14088420" y="334915"/>
            <a:ext cx="115064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CAREER</a:t>
            </a:r>
          </a:p>
        </p:txBody>
      </p:sp>
      <p:sp>
        <p:nvSpPr>
          <p:cNvPr id="210" name="TextBox 46"/>
          <p:cNvSpPr txBox="1"/>
          <p:nvPr/>
        </p:nvSpPr>
        <p:spPr>
          <a:xfrm>
            <a:off x="16766170" y="8728014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5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cap="none">
                <a:latin typeface="Cabin"/>
                <a:ea typeface="Cabin"/>
                <a:cs typeface="Cabin"/>
                <a:sym typeface="Cabin"/>
              </a:defRPr>
            </a:pPr>
            <a:r>
              <a:rPr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details</a:t>
            </a:r>
          </a:p>
        </p:txBody>
      </p:sp>
      <p:sp>
        <p:nvSpPr>
          <p:cNvPr id="211" name="TextBox 45"/>
          <p:cNvSpPr txBox="1"/>
          <p:nvPr/>
        </p:nvSpPr>
        <p:spPr>
          <a:xfrm>
            <a:off x="16681484" y="388073"/>
            <a:ext cx="174382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b="0" cap="none"/>
            </a:pPr>
            <a:r>
              <a:rPr b="1" cap="all"/>
              <a:t>Scouting</a:t>
            </a:r>
          </a:p>
        </p:txBody>
      </p:sp>
      <p:sp>
        <p:nvSpPr>
          <p:cNvPr id="212" name="TextBox 47"/>
          <p:cNvSpPr txBox="1"/>
          <p:nvPr/>
        </p:nvSpPr>
        <p:spPr>
          <a:xfrm>
            <a:off x="8044076" y="8652319"/>
            <a:ext cx="3000827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3400"/>
              </a:lnSpc>
              <a:spcBef>
                <a:spcPts val="0"/>
              </a:spcBef>
              <a:defRPr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 cap="all"/>
              <a:t>Summary scouting</a:t>
            </a:r>
            <a:r>
              <a:rPr b="1"/>
              <a:t>:</a:t>
            </a:r>
          </a:p>
        </p:txBody>
      </p:sp>
      <p:sp>
        <p:nvSpPr>
          <p:cNvPr id="213" name="Rechthoek"/>
          <p:cNvSpPr/>
          <p:nvPr/>
        </p:nvSpPr>
        <p:spPr>
          <a:xfrm>
            <a:off x="3602054" y="2095922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4" name="Rechthoek"/>
          <p:cNvSpPr/>
          <p:nvPr/>
        </p:nvSpPr>
        <p:spPr>
          <a:xfrm>
            <a:off x="3602054" y="284964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5" name="Rechthoek"/>
          <p:cNvSpPr/>
          <p:nvPr/>
        </p:nvSpPr>
        <p:spPr>
          <a:xfrm>
            <a:off x="3602054" y="3607060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6" name="Rechthoek"/>
          <p:cNvSpPr/>
          <p:nvPr/>
        </p:nvSpPr>
        <p:spPr>
          <a:xfrm>
            <a:off x="3602054" y="436447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7" name="Rechthoek"/>
          <p:cNvSpPr/>
          <p:nvPr/>
        </p:nvSpPr>
        <p:spPr>
          <a:xfrm>
            <a:off x="3602054" y="5118199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8" name="Rechthoek"/>
          <p:cNvSpPr/>
          <p:nvPr/>
        </p:nvSpPr>
        <p:spPr>
          <a:xfrm>
            <a:off x="3602054" y="5861842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9" name="Rechthoek"/>
          <p:cNvSpPr/>
          <p:nvPr/>
        </p:nvSpPr>
        <p:spPr>
          <a:xfrm>
            <a:off x="3602054" y="6609877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0" name="TextBox 38"/>
          <p:cNvSpPr txBox="1"/>
          <p:nvPr/>
        </p:nvSpPr>
        <p:spPr>
          <a:xfrm>
            <a:off x="890861" y="6999515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Agency</a:t>
            </a:r>
          </a:p>
        </p:txBody>
      </p:sp>
      <p:sp>
        <p:nvSpPr>
          <p:cNvPr id="221" name="Rechthoek"/>
          <p:cNvSpPr/>
          <p:nvPr/>
        </p:nvSpPr>
        <p:spPr>
          <a:xfrm>
            <a:off x="3601902" y="7345231"/>
            <a:ext cx="3624259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2" name="TextBox 38"/>
          <p:cNvSpPr txBox="1"/>
          <p:nvPr/>
        </p:nvSpPr>
        <p:spPr>
          <a:xfrm>
            <a:off x="890861" y="7733610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Agent</a:t>
            </a:r>
          </a:p>
        </p:txBody>
      </p:sp>
      <p:sp>
        <p:nvSpPr>
          <p:cNvPr id="223" name="Rechthoek"/>
          <p:cNvSpPr/>
          <p:nvPr/>
        </p:nvSpPr>
        <p:spPr>
          <a:xfrm>
            <a:off x="3601902" y="8079326"/>
            <a:ext cx="3624259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4" name="Rechthoek"/>
          <p:cNvSpPr/>
          <p:nvPr/>
        </p:nvSpPr>
        <p:spPr>
          <a:xfrm>
            <a:off x="19705480" y="10315740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5" name="Rechthoek"/>
          <p:cNvSpPr/>
          <p:nvPr/>
        </p:nvSpPr>
        <p:spPr>
          <a:xfrm>
            <a:off x="19717846" y="9560023"/>
            <a:ext cx="3648990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6" name="TextBox 46"/>
          <p:cNvSpPr txBox="1"/>
          <p:nvPr/>
        </p:nvSpPr>
        <p:spPr>
          <a:xfrm>
            <a:off x="16850858" y="12641529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Next step</a:t>
            </a:r>
          </a:p>
        </p:txBody>
      </p:sp>
      <p:sp>
        <p:nvSpPr>
          <p:cNvPr id="227" name="TextBox 46"/>
          <p:cNvSpPr txBox="1"/>
          <p:nvPr/>
        </p:nvSpPr>
        <p:spPr>
          <a:xfrm>
            <a:off x="16850858" y="11884115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2</a:t>
            </a:r>
          </a:p>
        </p:txBody>
      </p:sp>
      <p:sp>
        <p:nvSpPr>
          <p:cNvPr id="228" name="TextBox 46"/>
          <p:cNvSpPr txBox="1"/>
          <p:nvPr/>
        </p:nvSpPr>
        <p:spPr>
          <a:xfrm>
            <a:off x="16850858" y="11101413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1</a:t>
            </a:r>
          </a:p>
        </p:txBody>
      </p:sp>
      <p:sp>
        <p:nvSpPr>
          <p:cNvPr id="229" name="TextBox 46"/>
          <p:cNvSpPr txBox="1"/>
          <p:nvPr/>
        </p:nvSpPr>
        <p:spPr>
          <a:xfrm>
            <a:off x="16850858" y="961506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End of contract</a:t>
            </a:r>
          </a:p>
        </p:txBody>
      </p:sp>
      <p:sp>
        <p:nvSpPr>
          <p:cNvPr id="230" name="Rechthoek"/>
          <p:cNvSpPr/>
          <p:nvPr/>
        </p:nvSpPr>
        <p:spPr>
          <a:xfrm>
            <a:off x="12133781" y="4485154"/>
            <a:ext cx="3980337" cy="3837643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1" name="TextBox 41"/>
          <p:cNvSpPr txBox="1"/>
          <p:nvPr/>
        </p:nvSpPr>
        <p:spPr>
          <a:xfrm>
            <a:off x="12316287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AVAILABILITY</a:t>
            </a:r>
          </a:p>
        </p:txBody>
      </p:sp>
      <p:pic>
        <p:nvPicPr>
          <p:cNvPr id="232" name="pasted-image.tiff" descr="pasted-image.tiff"/>
          <p:cNvPicPr>
            <a:picLocks noChangeAspect="1"/>
          </p:cNvPicPr>
          <p:nvPr/>
        </p:nvPicPr>
        <p:blipFill>
          <a:blip r:embed="rId3">
            <a:alphaModFix amt="85000"/>
            <a:extLst/>
          </a:blip>
          <a:srcRect l="4545" t="19455" r="2655" b="21337"/>
          <a:stretch>
            <a:fillRect/>
          </a:stretch>
        </p:blipFill>
        <p:spPr>
          <a:xfrm rot="16200000">
            <a:off x="3912493" y="10136175"/>
            <a:ext cx="3792539" cy="2509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1074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233" name="Rechthoek"/>
          <p:cNvSpPr/>
          <p:nvPr/>
        </p:nvSpPr>
        <p:spPr>
          <a:xfrm>
            <a:off x="4407241" y="9341001"/>
            <a:ext cx="2808750" cy="4047809"/>
          </a:xfrm>
          <a:prstGeom prst="rect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800"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234" name="TextBox 41"/>
          <p:cNvSpPr txBox="1"/>
          <p:nvPr/>
        </p:nvSpPr>
        <p:spPr>
          <a:xfrm>
            <a:off x="407134" y="9496137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PLAYERS PROFILE</a:t>
            </a:r>
          </a:p>
        </p:txBody>
      </p:sp>
      <p:sp>
        <p:nvSpPr>
          <p:cNvPr id="235" name="TextBox 31"/>
          <p:cNvSpPr txBox="1"/>
          <p:nvPr/>
        </p:nvSpPr>
        <p:spPr>
          <a:xfrm>
            <a:off x="389737" y="11554262"/>
            <a:ext cx="2152563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Total Distance: 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HI-runs: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Sprints: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Top speed:</a:t>
            </a:r>
          </a:p>
        </p:txBody>
      </p:sp>
      <p:sp>
        <p:nvSpPr>
          <p:cNvPr id="236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am dia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Naam dia</a:t>
            </a:r>
          </a:p>
        </p:txBody>
      </p:sp>
      <p:sp>
        <p:nvSpPr>
          <p:cNvPr id="3" name="Hoofdtekst - niveau één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Dia-opsommingstekst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Dianumm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hyperlink" Target="https://recruitment.scisports.app/" TargetMode="External"/><Relationship Id="rId3" Type="http://schemas.openxmlformats.org/officeDocument/2006/relationships/image" Target="../media/image3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738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Box 11"/>
          <p:cNvSpPr txBox="1"/>
          <p:nvPr/>
        </p:nvSpPr>
        <p:spPr>
          <a:xfrm>
            <a:off x="3436486" y="2190748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246" name="TextBox 37"/>
          <p:cNvSpPr txBox="1"/>
          <p:nvPr/>
        </p:nvSpPr>
        <p:spPr>
          <a:xfrm>
            <a:off x="2262943" y="839474"/>
            <a:ext cx="4440638" cy="65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5200"/>
              </a:lnSpc>
              <a:spcBef>
                <a:spcPts val="0"/>
              </a:spcBef>
              <a:defRPr b="1" sz="4500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defRPr>
            </a:lvl1pPr>
          </a:lstStyle>
          <a:p>
            <a:pPr/>
            <a:r>
              <a:t>Player name</a:t>
            </a:r>
          </a:p>
        </p:txBody>
      </p:sp>
      <p:sp>
        <p:nvSpPr>
          <p:cNvPr id="247" name="TextBox 23"/>
          <p:cNvSpPr txBox="1"/>
          <p:nvPr/>
        </p:nvSpPr>
        <p:spPr>
          <a:xfrm>
            <a:off x="18363004" y="584214"/>
            <a:ext cx="5467955" cy="3223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</p:txBody>
      </p:sp>
      <p:sp>
        <p:nvSpPr>
          <p:cNvPr id="248" name="TextBox 11"/>
          <p:cNvSpPr txBox="1"/>
          <p:nvPr/>
        </p:nvSpPr>
        <p:spPr>
          <a:xfrm>
            <a:off x="3445861" y="2944472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249" name="TextBox 11"/>
          <p:cNvSpPr txBox="1"/>
          <p:nvPr/>
        </p:nvSpPr>
        <p:spPr>
          <a:xfrm>
            <a:off x="3443265" y="3701887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250" name="TextBox 11"/>
          <p:cNvSpPr txBox="1"/>
          <p:nvPr/>
        </p:nvSpPr>
        <p:spPr>
          <a:xfrm>
            <a:off x="3468167" y="4459302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251" name="TextBox 11"/>
          <p:cNvSpPr txBox="1"/>
          <p:nvPr/>
        </p:nvSpPr>
        <p:spPr>
          <a:xfrm>
            <a:off x="3468167" y="5211678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252" name="TextBox 11"/>
          <p:cNvSpPr txBox="1"/>
          <p:nvPr/>
        </p:nvSpPr>
        <p:spPr>
          <a:xfrm>
            <a:off x="3468167" y="5945826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253" name="TextBox 11"/>
          <p:cNvSpPr txBox="1"/>
          <p:nvPr/>
        </p:nvSpPr>
        <p:spPr>
          <a:xfrm>
            <a:off x="3468167" y="6678032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254" name="TextBox 11"/>
          <p:cNvSpPr txBox="1"/>
          <p:nvPr/>
        </p:nvSpPr>
        <p:spPr>
          <a:xfrm>
            <a:off x="11203802" y="1088478"/>
            <a:ext cx="2152564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255" name="TextBox 11"/>
          <p:cNvSpPr txBox="1"/>
          <p:nvPr/>
        </p:nvSpPr>
        <p:spPr>
          <a:xfrm>
            <a:off x="11203802" y="1806760"/>
            <a:ext cx="2152564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256" name="TextBox 11"/>
          <p:cNvSpPr txBox="1"/>
          <p:nvPr/>
        </p:nvSpPr>
        <p:spPr>
          <a:xfrm>
            <a:off x="11203802" y="2611665"/>
            <a:ext cx="2152564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257" name="TextBox 11"/>
          <p:cNvSpPr txBox="1"/>
          <p:nvPr/>
        </p:nvSpPr>
        <p:spPr>
          <a:xfrm>
            <a:off x="11203802" y="3370677"/>
            <a:ext cx="2152564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258" name="TextBox 11"/>
          <p:cNvSpPr txBox="1"/>
          <p:nvPr/>
        </p:nvSpPr>
        <p:spPr>
          <a:xfrm>
            <a:off x="13587460" y="1088478"/>
            <a:ext cx="2152563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259" name="TextBox 11"/>
          <p:cNvSpPr txBox="1"/>
          <p:nvPr/>
        </p:nvSpPr>
        <p:spPr>
          <a:xfrm>
            <a:off x="13587460" y="1806760"/>
            <a:ext cx="2152563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260" name="TextBox 11"/>
          <p:cNvSpPr txBox="1"/>
          <p:nvPr/>
        </p:nvSpPr>
        <p:spPr>
          <a:xfrm>
            <a:off x="13587460" y="2611665"/>
            <a:ext cx="2152563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261" name="TextBox 11"/>
          <p:cNvSpPr txBox="1"/>
          <p:nvPr/>
        </p:nvSpPr>
        <p:spPr>
          <a:xfrm>
            <a:off x="13587460" y="3370677"/>
            <a:ext cx="2152563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262" name="xxxx"/>
          <p:cNvSpPr txBox="1"/>
          <p:nvPr/>
        </p:nvSpPr>
        <p:spPr>
          <a:xfrm>
            <a:off x="19741483" y="9664487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63" name="xxxx"/>
          <p:cNvSpPr txBox="1"/>
          <p:nvPr/>
        </p:nvSpPr>
        <p:spPr>
          <a:xfrm>
            <a:off x="19741483" y="10420204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64" name="xxxx"/>
          <p:cNvSpPr txBox="1"/>
          <p:nvPr/>
        </p:nvSpPr>
        <p:spPr>
          <a:xfrm>
            <a:off x="19741483" y="11197829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65" name="xxxx"/>
          <p:cNvSpPr txBox="1"/>
          <p:nvPr/>
        </p:nvSpPr>
        <p:spPr>
          <a:xfrm>
            <a:off x="19753848" y="11925556"/>
            <a:ext cx="3576987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66" name="xxxx"/>
          <p:cNvSpPr txBox="1"/>
          <p:nvPr/>
        </p:nvSpPr>
        <p:spPr>
          <a:xfrm>
            <a:off x="19753848" y="12652539"/>
            <a:ext cx="3576987" cy="397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67" name="TextBox 31"/>
          <p:cNvSpPr txBox="1"/>
          <p:nvPr/>
        </p:nvSpPr>
        <p:spPr>
          <a:xfrm>
            <a:off x="8032505" y="9220708"/>
            <a:ext cx="7940022" cy="342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268" name="TextBox 11"/>
          <p:cNvSpPr txBox="1"/>
          <p:nvPr/>
        </p:nvSpPr>
        <p:spPr>
          <a:xfrm>
            <a:off x="3468167" y="7435014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269" name="TextBox 11"/>
          <p:cNvSpPr txBox="1"/>
          <p:nvPr/>
        </p:nvSpPr>
        <p:spPr>
          <a:xfrm>
            <a:off x="3468015" y="8147343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270" name="xx"/>
          <p:cNvSpPr/>
          <p:nvPr/>
        </p:nvSpPr>
        <p:spPr>
          <a:xfrm>
            <a:off x="8372141" y="5119587"/>
            <a:ext cx="2857501" cy="28575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b="1" sz="87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xx</a:t>
            </a:r>
          </a:p>
        </p:txBody>
      </p:sp>
      <p:sp>
        <p:nvSpPr>
          <p:cNvPr id="271" name="xx%"/>
          <p:cNvSpPr/>
          <p:nvPr/>
        </p:nvSpPr>
        <p:spPr>
          <a:xfrm>
            <a:off x="12695199" y="5123876"/>
            <a:ext cx="2857501" cy="28575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b="1" sz="87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xx%</a:t>
            </a:r>
          </a:p>
        </p:txBody>
      </p:sp>
      <p:sp>
        <p:nvSpPr>
          <p:cNvPr id="272" name="DATE: DD-MM-JJJJ"/>
          <p:cNvSpPr txBox="1"/>
          <p:nvPr/>
        </p:nvSpPr>
        <p:spPr>
          <a:xfrm>
            <a:off x="4875976" y="268498"/>
            <a:ext cx="267701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DATE: DD-MM-JJJJ</a:t>
            </a:r>
          </a:p>
        </p:txBody>
      </p:sp>
      <p:sp>
        <p:nvSpPr>
          <p:cNvPr id="273" name="Flair"/>
          <p:cNvSpPr txBox="1"/>
          <p:nvPr/>
        </p:nvSpPr>
        <p:spPr>
          <a:xfrm>
            <a:off x="16838432" y="7313752"/>
            <a:ext cx="28702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Flair</a:t>
            </a:r>
          </a:p>
        </p:txBody>
      </p:sp>
      <p:sp>
        <p:nvSpPr>
          <p:cNvPr id="274" name="Duelkracht"/>
          <p:cNvSpPr txBox="1"/>
          <p:nvPr/>
        </p:nvSpPr>
        <p:spPr>
          <a:xfrm>
            <a:off x="16856595" y="6807672"/>
            <a:ext cx="2517449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Duelkracht</a:t>
            </a:r>
          </a:p>
        </p:txBody>
      </p:sp>
      <p:sp>
        <p:nvSpPr>
          <p:cNvPr id="275" name="Offensief koppen"/>
          <p:cNvSpPr txBox="1"/>
          <p:nvPr/>
        </p:nvSpPr>
        <p:spPr>
          <a:xfrm>
            <a:off x="16856595" y="6289566"/>
            <a:ext cx="2138965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Offensief koppen</a:t>
            </a:r>
          </a:p>
        </p:txBody>
      </p:sp>
      <p:sp>
        <p:nvSpPr>
          <p:cNvPr id="276" name="Combinatie spel"/>
          <p:cNvSpPr txBox="1"/>
          <p:nvPr/>
        </p:nvSpPr>
        <p:spPr>
          <a:xfrm>
            <a:off x="16856595" y="5745514"/>
            <a:ext cx="2138965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Combinatie spel</a:t>
            </a:r>
          </a:p>
        </p:txBody>
      </p:sp>
      <p:sp>
        <p:nvSpPr>
          <p:cNvPr id="277" name="Positie kiezen (A)"/>
          <p:cNvSpPr txBox="1"/>
          <p:nvPr/>
        </p:nvSpPr>
        <p:spPr>
          <a:xfrm>
            <a:off x="16856595" y="5214708"/>
            <a:ext cx="2517449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Positie kiezen (A)</a:t>
            </a:r>
          </a:p>
        </p:txBody>
      </p:sp>
      <p:sp>
        <p:nvSpPr>
          <p:cNvPr id="278" name="doelgerichtheid"/>
          <p:cNvSpPr txBox="1"/>
          <p:nvPr/>
        </p:nvSpPr>
        <p:spPr>
          <a:xfrm>
            <a:off x="16856595" y="4731517"/>
            <a:ext cx="2138965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doelgerichtheid</a:t>
            </a:r>
          </a:p>
        </p:txBody>
      </p:sp>
      <p:sp>
        <p:nvSpPr>
          <p:cNvPr id="279" name="Ster"/>
          <p:cNvSpPr/>
          <p:nvPr/>
        </p:nvSpPr>
        <p:spPr>
          <a:xfrm>
            <a:off x="20512512" y="7294639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0" name="Ster"/>
          <p:cNvSpPr/>
          <p:nvPr/>
        </p:nvSpPr>
        <p:spPr>
          <a:xfrm>
            <a:off x="20851100" y="7294639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1" name="Ster"/>
          <p:cNvSpPr/>
          <p:nvPr/>
        </p:nvSpPr>
        <p:spPr>
          <a:xfrm>
            <a:off x="21189691" y="7294639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2" name="Ster"/>
          <p:cNvSpPr/>
          <p:nvPr/>
        </p:nvSpPr>
        <p:spPr>
          <a:xfrm>
            <a:off x="21528279" y="7294639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3" name="Ster"/>
          <p:cNvSpPr/>
          <p:nvPr/>
        </p:nvSpPr>
        <p:spPr>
          <a:xfrm>
            <a:off x="21862129" y="7294639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4" name="Ster"/>
          <p:cNvSpPr/>
          <p:nvPr/>
        </p:nvSpPr>
        <p:spPr>
          <a:xfrm>
            <a:off x="22200717" y="7294639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5" name="Ster"/>
          <p:cNvSpPr/>
          <p:nvPr/>
        </p:nvSpPr>
        <p:spPr>
          <a:xfrm>
            <a:off x="22539307" y="7294639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6" name="Ster"/>
          <p:cNvSpPr/>
          <p:nvPr/>
        </p:nvSpPr>
        <p:spPr>
          <a:xfrm>
            <a:off x="22877896" y="7294639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7" name="Ster"/>
          <p:cNvSpPr/>
          <p:nvPr/>
        </p:nvSpPr>
        <p:spPr>
          <a:xfrm>
            <a:off x="23212485" y="7294639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8" name="Ster"/>
          <p:cNvSpPr/>
          <p:nvPr/>
        </p:nvSpPr>
        <p:spPr>
          <a:xfrm>
            <a:off x="23551074" y="7294639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9" name="Ster"/>
          <p:cNvSpPr/>
          <p:nvPr/>
        </p:nvSpPr>
        <p:spPr>
          <a:xfrm>
            <a:off x="20516318" y="678984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0" name="Ster"/>
          <p:cNvSpPr/>
          <p:nvPr/>
        </p:nvSpPr>
        <p:spPr>
          <a:xfrm>
            <a:off x="20854906" y="6789848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1" name="Ster"/>
          <p:cNvSpPr/>
          <p:nvPr/>
        </p:nvSpPr>
        <p:spPr>
          <a:xfrm>
            <a:off x="21193497" y="678984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2" name="Ster"/>
          <p:cNvSpPr/>
          <p:nvPr/>
        </p:nvSpPr>
        <p:spPr>
          <a:xfrm>
            <a:off x="21532085" y="6789848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3" name="Ster"/>
          <p:cNvSpPr/>
          <p:nvPr/>
        </p:nvSpPr>
        <p:spPr>
          <a:xfrm>
            <a:off x="21865935" y="678984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4" name="Ster"/>
          <p:cNvSpPr/>
          <p:nvPr/>
        </p:nvSpPr>
        <p:spPr>
          <a:xfrm>
            <a:off x="22204523" y="6789848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5" name="Ster"/>
          <p:cNvSpPr/>
          <p:nvPr/>
        </p:nvSpPr>
        <p:spPr>
          <a:xfrm>
            <a:off x="22543113" y="6789848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6" name="Ster"/>
          <p:cNvSpPr/>
          <p:nvPr/>
        </p:nvSpPr>
        <p:spPr>
          <a:xfrm>
            <a:off x="22881702" y="678984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7" name="Ster"/>
          <p:cNvSpPr/>
          <p:nvPr/>
        </p:nvSpPr>
        <p:spPr>
          <a:xfrm>
            <a:off x="23216291" y="678984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8" name="Ster"/>
          <p:cNvSpPr/>
          <p:nvPr/>
        </p:nvSpPr>
        <p:spPr>
          <a:xfrm>
            <a:off x="23554880" y="678984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9" name="Ster"/>
          <p:cNvSpPr/>
          <p:nvPr/>
        </p:nvSpPr>
        <p:spPr>
          <a:xfrm>
            <a:off x="20521565" y="574292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0" name="Ster"/>
          <p:cNvSpPr/>
          <p:nvPr/>
        </p:nvSpPr>
        <p:spPr>
          <a:xfrm>
            <a:off x="20860154" y="574292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1" name="Ster"/>
          <p:cNvSpPr/>
          <p:nvPr/>
        </p:nvSpPr>
        <p:spPr>
          <a:xfrm>
            <a:off x="21198743" y="574292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2" name="Ster"/>
          <p:cNvSpPr/>
          <p:nvPr/>
        </p:nvSpPr>
        <p:spPr>
          <a:xfrm>
            <a:off x="21537331" y="574292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3" name="Ster"/>
          <p:cNvSpPr/>
          <p:nvPr/>
        </p:nvSpPr>
        <p:spPr>
          <a:xfrm>
            <a:off x="21871182" y="574292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4" name="Ster"/>
          <p:cNvSpPr/>
          <p:nvPr/>
        </p:nvSpPr>
        <p:spPr>
          <a:xfrm>
            <a:off x="22209771" y="574292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5" name="Ster"/>
          <p:cNvSpPr/>
          <p:nvPr/>
        </p:nvSpPr>
        <p:spPr>
          <a:xfrm>
            <a:off x="22548360" y="574292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6" name="Ster"/>
          <p:cNvSpPr/>
          <p:nvPr/>
        </p:nvSpPr>
        <p:spPr>
          <a:xfrm>
            <a:off x="22886948" y="574292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7" name="Ster"/>
          <p:cNvSpPr/>
          <p:nvPr/>
        </p:nvSpPr>
        <p:spPr>
          <a:xfrm>
            <a:off x="23221539" y="574292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8" name="Ster"/>
          <p:cNvSpPr/>
          <p:nvPr/>
        </p:nvSpPr>
        <p:spPr>
          <a:xfrm>
            <a:off x="23560127" y="574292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9" name="Ster"/>
          <p:cNvSpPr/>
          <p:nvPr/>
        </p:nvSpPr>
        <p:spPr>
          <a:xfrm>
            <a:off x="20521565" y="627580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0" name="Ster"/>
          <p:cNvSpPr/>
          <p:nvPr/>
        </p:nvSpPr>
        <p:spPr>
          <a:xfrm>
            <a:off x="20860154" y="627580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1" name="Ster"/>
          <p:cNvSpPr/>
          <p:nvPr/>
        </p:nvSpPr>
        <p:spPr>
          <a:xfrm>
            <a:off x="21198743" y="627580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2" name="Ster"/>
          <p:cNvSpPr/>
          <p:nvPr/>
        </p:nvSpPr>
        <p:spPr>
          <a:xfrm>
            <a:off x="21537331" y="627580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3" name="Ster"/>
          <p:cNvSpPr/>
          <p:nvPr/>
        </p:nvSpPr>
        <p:spPr>
          <a:xfrm>
            <a:off x="21871182" y="627580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4" name="Ster"/>
          <p:cNvSpPr/>
          <p:nvPr/>
        </p:nvSpPr>
        <p:spPr>
          <a:xfrm>
            <a:off x="22209771" y="627580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5" name="Ster"/>
          <p:cNvSpPr/>
          <p:nvPr/>
        </p:nvSpPr>
        <p:spPr>
          <a:xfrm>
            <a:off x="22548360" y="627580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6" name="Ster"/>
          <p:cNvSpPr/>
          <p:nvPr/>
        </p:nvSpPr>
        <p:spPr>
          <a:xfrm>
            <a:off x="22886948" y="627580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7" name="Ster"/>
          <p:cNvSpPr/>
          <p:nvPr/>
        </p:nvSpPr>
        <p:spPr>
          <a:xfrm>
            <a:off x="23221539" y="627580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8" name="Ster"/>
          <p:cNvSpPr/>
          <p:nvPr/>
        </p:nvSpPr>
        <p:spPr>
          <a:xfrm>
            <a:off x="23560127" y="627580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9" name="Ster"/>
          <p:cNvSpPr/>
          <p:nvPr/>
        </p:nvSpPr>
        <p:spPr>
          <a:xfrm>
            <a:off x="20521565" y="5212730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0" name="Ster"/>
          <p:cNvSpPr/>
          <p:nvPr/>
        </p:nvSpPr>
        <p:spPr>
          <a:xfrm>
            <a:off x="20860154" y="5212730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1" name="Ster"/>
          <p:cNvSpPr/>
          <p:nvPr/>
        </p:nvSpPr>
        <p:spPr>
          <a:xfrm>
            <a:off x="21198743" y="5212730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2" name="Ster"/>
          <p:cNvSpPr/>
          <p:nvPr/>
        </p:nvSpPr>
        <p:spPr>
          <a:xfrm>
            <a:off x="21537331" y="5212730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3" name="Ster"/>
          <p:cNvSpPr/>
          <p:nvPr/>
        </p:nvSpPr>
        <p:spPr>
          <a:xfrm>
            <a:off x="21871182" y="5212730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4" name="Ster"/>
          <p:cNvSpPr/>
          <p:nvPr/>
        </p:nvSpPr>
        <p:spPr>
          <a:xfrm>
            <a:off x="22209771" y="5212730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5" name="Ster"/>
          <p:cNvSpPr/>
          <p:nvPr/>
        </p:nvSpPr>
        <p:spPr>
          <a:xfrm>
            <a:off x="22548360" y="5212730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6" name="Ster"/>
          <p:cNvSpPr/>
          <p:nvPr/>
        </p:nvSpPr>
        <p:spPr>
          <a:xfrm>
            <a:off x="22886948" y="5212730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7" name="Ster"/>
          <p:cNvSpPr/>
          <p:nvPr/>
        </p:nvSpPr>
        <p:spPr>
          <a:xfrm>
            <a:off x="23221539" y="5212730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8" name="Ster"/>
          <p:cNvSpPr/>
          <p:nvPr/>
        </p:nvSpPr>
        <p:spPr>
          <a:xfrm>
            <a:off x="23560127" y="5212730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9" name="Ster"/>
          <p:cNvSpPr/>
          <p:nvPr/>
        </p:nvSpPr>
        <p:spPr>
          <a:xfrm>
            <a:off x="20525371" y="4707939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0" name="Ster"/>
          <p:cNvSpPr/>
          <p:nvPr/>
        </p:nvSpPr>
        <p:spPr>
          <a:xfrm>
            <a:off x="20863960" y="4707939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1" name="Ster"/>
          <p:cNvSpPr/>
          <p:nvPr/>
        </p:nvSpPr>
        <p:spPr>
          <a:xfrm>
            <a:off x="21202549" y="4707939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2" name="Ster"/>
          <p:cNvSpPr/>
          <p:nvPr/>
        </p:nvSpPr>
        <p:spPr>
          <a:xfrm>
            <a:off x="21541137" y="4707939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3" name="Ster"/>
          <p:cNvSpPr/>
          <p:nvPr/>
        </p:nvSpPr>
        <p:spPr>
          <a:xfrm>
            <a:off x="21874988" y="4707939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4" name="Ster"/>
          <p:cNvSpPr/>
          <p:nvPr/>
        </p:nvSpPr>
        <p:spPr>
          <a:xfrm>
            <a:off x="22213577" y="4707939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5" name="Ster"/>
          <p:cNvSpPr/>
          <p:nvPr/>
        </p:nvSpPr>
        <p:spPr>
          <a:xfrm>
            <a:off x="22552166" y="4707939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6" name="Ster"/>
          <p:cNvSpPr/>
          <p:nvPr/>
        </p:nvSpPr>
        <p:spPr>
          <a:xfrm>
            <a:off x="22890754" y="4707939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7" name="Ster"/>
          <p:cNvSpPr/>
          <p:nvPr/>
        </p:nvSpPr>
        <p:spPr>
          <a:xfrm>
            <a:off x="23225345" y="4707939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8" name="Ster"/>
          <p:cNvSpPr/>
          <p:nvPr/>
        </p:nvSpPr>
        <p:spPr>
          <a:xfrm>
            <a:off x="23563933" y="4707939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341" name="9"/>
          <p:cNvGrpSpPr/>
          <p:nvPr/>
        </p:nvGrpSpPr>
        <p:grpSpPr>
          <a:xfrm>
            <a:off x="5636046" y="9988295"/>
            <a:ext cx="369517" cy="383519"/>
            <a:chOff x="0" y="0"/>
            <a:chExt cx="369516" cy="383518"/>
          </a:xfrm>
        </p:grpSpPr>
        <p:sp>
          <p:nvSpPr>
            <p:cNvPr id="339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chemeClr val="accent3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340" name="9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9</a:t>
              </a:r>
            </a:p>
          </p:txBody>
        </p:sp>
      </p:grpSp>
      <p:grpSp>
        <p:nvGrpSpPr>
          <p:cNvPr id="344" name="11"/>
          <p:cNvGrpSpPr/>
          <p:nvPr/>
        </p:nvGrpSpPr>
        <p:grpSpPr>
          <a:xfrm>
            <a:off x="4831430" y="10316581"/>
            <a:ext cx="369517" cy="383519"/>
            <a:chOff x="0" y="0"/>
            <a:chExt cx="369516" cy="383518"/>
          </a:xfrm>
        </p:grpSpPr>
        <p:sp>
          <p:nvSpPr>
            <p:cNvPr id="342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343" name="11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11</a:t>
              </a:r>
            </a:p>
          </p:txBody>
        </p:sp>
      </p:grpSp>
      <p:grpSp>
        <p:nvGrpSpPr>
          <p:cNvPr id="347" name="7"/>
          <p:cNvGrpSpPr/>
          <p:nvPr/>
        </p:nvGrpSpPr>
        <p:grpSpPr>
          <a:xfrm>
            <a:off x="6440658" y="10316581"/>
            <a:ext cx="369517" cy="383519"/>
            <a:chOff x="0" y="0"/>
            <a:chExt cx="369516" cy="383518"/>
          </a:xfrm>
        </p:grpSpPr>
        <p:sp>
          <p:nvSpPr>
            <p:cNvPr id="345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346" name="7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350" name="8"/>
          <p:cNvGrpSpPr/>
          <p:nvPr/>
        </p:nvGrpSpPr>
        <p:grpSpPr>
          <a:xfrm>
            <a:off x="5244725" y="10893821"/>
            <a:ext cx="369517" cy="383519"/>
            <a:chOff x="0" y="0"/>
            <a:chExt cx="369516" cy="383518"/>
          </a:xfrm>
        </p:grpSpPr>
        <p:sp>
          <p:nvSpPr>
            <p:cNvPr id="348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349" name="8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353" name="6"/>
          <p:cNvGrpSpPr/>
          <p:nvPr/>
        </p:nvGrpSpPr>
        <p:grpSpPr>
          <a:xfrm>
            <a:off x="5636046" y="11377755"/>
            <a:ext cx="369517" cy="383519"/>
            <a:chOff x="0" y="0"/>
            <a:chExt cx="369516" cy="383518"/>
          </a:xfrm>
        </p:grpSpPr>
        <p:sp>
          <p:nvSpPr>
            <p:cNvPr id="351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352" name="6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356" name="5"/>
          <p:cNvGrpSpPr/>
          <p:nvPr/>
        </p:nvGrpSpPr>
        <p:grpSpPr>
          <a:xfrm>
            <a:off x="4778064" y="11609513"/>
            <a:ext cx="369517" cy="383519"/>
            <a:chOff x="0" y="0"/>
            <a:chExt cx="369516" cy="383518"/>
          </a:xfrm>
        </p:grpSpPr>
        <p:sp>
          <p:nvSpPr>
            <p:cNvPr id="354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355" name="5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359" name="2"/>
          <p:cNvGrpSpPr/>
          <p:nvPr/>
        </p:nvGrpSpPr>
        <p:grpSpPr>
          <a:xfrm>
            <a:off x="6511809" y="11609513"/>
            <a:ext cx="369517" cy="383519"/>
            <a:chOff x="0" y="0"/>
            <a:chExt cx="369516" cy="383518"/>
          </a:xfrm>
        </p:grpSpPr>
        <p:sp>
          <p:nvSpPr>
            <p:cNvPr id="357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358" name="2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362" name="4"/>
          <p:cNvGrpSpPr/>
          <p:nvPr/>
        </p:nvGrpSpPr>
        <p:grpSpPr>
          <a:xfrm>
            <a:off x="5244725" y="11923923"/>
            <a:ext cx="369517" cy="383519"/>
            <a:chOff x="0" y="0"/>
            <a:chExt cx="369516" cy="383518"/>
          </a:xfrm>
        </p:grpSpPr>
        <p:sp>
          <p:nvSpPr>
            <p:cNvPr id="360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361" name="4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365" name="3"/>
          <p:cNvGrpSpPr/>
          <p:nvPr/>
        </p:nvGrpSpPr>
        <p:grpSpPr>
          <a:xfrm>
            <a:off x="6029723" y="11923923"/>
            <a:ext cx="369517" cy="383519"/>
            <a:chOff x="0" y="0"/>
            <a:chExt cx="369516" cy="383518"/>
          </a:xfrm>
        </p:grpSpPr>
        <p:sp>
          <p:nvSpPr>
            <p:cNvPr id="363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364" name="3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368" name="1"/>
          <p:cNvGrpSpPr/>
          <p:nvPr/>
        </p:nvGrpSpPr>
        <p:grpSpPr>
          <a:xfrm>
            <a:off x="5636046" y="12531862"/>
            <a:ext cx="369517" cy="383519"/>
            <a:chOff x="0" y="0"/>
            <a:chExt cx="369516" cy="383518"/>
          </a:xfrm>
        </p:grpSpPr>
        <p:sp>
          <p:nvSpPr>
            <p:cNvPr id="366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367" name="1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371" name="10"/>
          <p:cNvGrpSpPr/>
          <p:nvPr/>
        </p:nvGrpSpPr>
        <p:grpSpPr>
          <a:xfrm>
            <a:off x="5858298" y="10651021"/>
            <a:ext cx="369517" cy="383519"/>
            <a:chOff x="0" y="0"/>
            <a:chExt cx="369516" cy="383518"/>
          </a:xfrm>
        </p:grpSpPr>
        <p:sp>
          <p:nvSpPr>
            <p:cNvPr id="369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370" name="10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10</a:t>
              </a:r>
            </a:p>
          </p:txBody>
        </p:sp>
      </p:grpSp>
      <p:sp>
        <p:nvSpPr>
          <p:cNvPr id="372" name="Finisher nr.09"/>
          <p:cNvSpPr txBox="1"/>
          <p:nvPr/>
        </p:nvSpPr>
        <p:spPr>
          <a:xfrm>
            <a:off x="374971" y="10045556"/>
            <a:ext cx="2870201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3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Finisher nr.09</a:t>
            </a:r>
          </a:p>
        </p:txBody>
      </p:sp>
      <p:sp>
        <p:nvSpPr>
          <p:cNvPr id="373" name="TextBox 31"/>
          <p:cNvSpPr txBox="1"/>
          <p:nvPr/>
        </p:nvSpPr>
        <p:spPr>
          <a:xfrm>
            <a:off x="2609789" y="11554262"/>
            <a:ext cx="1556417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</p:txBody>
      </p:sp>
      <p:pic>
        <p:nvPicPr>
          <p:cNvPr id="374" name="Logo_Scisports.png" descr="Logo_Scisports.png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rcRect l="37777" t="0" r="0" b="0"/>
          <a:stretch>
            <a:fillRect/>
          </a:stretch>
        </p:blipFill>
        <p:spPr>
          <a:xfrm>
            <a:off x="16586944" y="785320"/>
            <a:ext cx="922534" cy="510944"/>
          </a:xfrm>
          <a:prstGeom prst="rect">
            <a:avLst/>
          </a:prstGeom>
          <a:ln w="12700">
            <a:miter lim="400000"/>
          </a:ln>
        </p:spPr>
      </p:pic>
      <p:sp>
        <p:nvSpPr>
          <p:cNvPr id="375" name="Browse…"/>
          <p:cNvSpPr/>
          <p:nvPr/>
        </p:nvSpPr>
        <p:spPr>
          <a:xfrm>
            <a:off x="463550" y="296333"/>
            <a:ext cx="1397069" cy="1397069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cap="all" sz="2600">
                <a:solidFill>
                  <a:srgbClr val="FFFFFF"/>
                </a:solidFill>
                <a:latin typeface="Acumin Pro Condensed Regular"/>
                <a:ea typeface="Acumin Pro Condensed Regular"/>
                <a:cs typeface="Acumin Pro Condensed Regular"/>
                <a:sym typeface="Acumin Pro Condensed Regular"/>
              </a:defRPr>
            </a:pPr>
            <a:r>
              <a:t>Browse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defRPr cap="all" sz="2600">
                <a:solidFill>
                  <a:srgbClr val="FFFFFF"/>
                </a:solidFill>
                <a:latin typeface="Acumin Pro Condensed Regular"/>
                <a:ea typeface="Acumin Pro Condensed Regular"/>
                <a:cs typeface="Acumin Pro Condensed Regular"/>
                <a:sym typeface="Acumin Pro Condensed Regular"/>
              </a:defRPr>
            </a:pPr>
            <a:r>
              <a:t>Foto</a:t>
            </a:r>
          </a:p>
        </p:txBody>
      </p:sp>
      <p:sp>
        <p:nvSpPr>
          <p:cNvPr id="376" name="Doorzettingsvermogen"/>
          <p:cNvSpPr txBox="1"/>
          <p:nvPr/>
        </p:nvSpPr>
        <p:spPr>
          <a:xfrm>
            <a:off x="16838432" y="7773379"/>
            <a:ext cx="28702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Doorzettingsvermogen</a:t>
            </a:r>
          </a:p>
        </p:txBody>
      </p:sp>
      <p:sp>
        <p:nvSpPr>
          <p:cNvPr id="377" name="Ster"/>
          <p:cNvSpPr/>
          <p:nvPr/>
        </p:nvSpPr>
        <p:spPr>
          <a:xfrm>
            <a:off x="20512512" y="7754266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8" name="Ster"/>
          <p:cNvSpPr/>
          <p:nvPr/>
        </p:nvSpPr>
        <p:spPr>
          <a:xfrm>
            <a:off x="20851100" y="7754266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9" name="Ster"/>
          <p:cNvSpPr/>
          <p:nvPr/>
        </p:nvSpPr>
        <p:spPr>
          <a:xfrm>
            <a:off x="21189691" y="7754266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80" name="Ster"/>
          <p:cNvSpPr/>
          <p:nvPr/>
        </p:nvSpPr>
        <p:spPr>
          <a:xfrm>
            <a:off x="21528279" y="7754266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81" name="Ster"/>
          <p:cNvSpPr/>
          <p:nvPr/>
        </p:nvSpPr>
        <p:spPr>
          <a:xfrm>
            <a:off x="21862129" y="7754266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82" name="Ster"/>
          <p:cNvSpPr/>
          <p:nvPr/>
        </p:nvSpPr>
        <p:spPr>
          <a:xfrm>
            <a:off x="22200717" y="7754266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83" name="Ster"/>
          <p:cNvSpPr/>
          <p:nvPr/>
        </p:nvSpPr>
        <p:spPr>
          <a:xfrm>
            <a:off x="22539307" y="7754266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84" name="Ster"/>
          <p:cNvSpPr/>
          <p:nvPr/>
        </p:nvSpPr>
        <p:spPr>
          <a:xfrm>
            <a:off x="22877896" y="7754266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85" name="Ster"/>
          <p:cNvSpPr/>
          <p:nvPr/>
        </p:nvSpPr>
        <p:spPr>
          <a:xfrm>
            <a:off x="23212485" y="7754266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86" name="Ster"/>
          <p:cNvSpPr/>
          <p:nvPr/>
        </p:nvSpPr>
        <p:spPr>
          <a:xfrm>
            <a:off x="23551074" y="7754266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8" name="Tabel 1"/>
          <p:cNvGraphicFramePr/>
          <p:nvPr/>
        </p:nvGraphicFramePr>
        <p:xfrm>
          <a:off x="4052286" y="673006"/>
          <a:ext cx="17879300" cy="1238268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573319"/>
                <a:gridCol w="3573319"/>
                <a:gridCol w="4482413"/>
                <a:gridCol w="2664226"/>
                <a:gridCol w="3573319"/>
              </a:tblGrid>
              <a:tr h="1124544">
                <a:tc>
                  <a:txBody>
                    <a:bodyPr/>
                    <a:lstStyle/>
                    <a:p>
                      <a:pPr defTabSz="914400"/>
                      <a:r>
                        <a:rPr sz="2900"/>
                        <a:t>..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Rating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900"/>
                        <a:t>Vermenigvuldigingsfactor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Resultaat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DoelgerichtHEID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1,1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Positie kiezen (A)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1,1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Combinatie spel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Offensief koppen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Duelkracht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1,1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Flair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1,1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Doorzettings
vermogen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>
                        <a:def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Gemiddelde rating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0,00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