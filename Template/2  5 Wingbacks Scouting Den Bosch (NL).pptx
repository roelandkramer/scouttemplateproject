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24384000" cy="13716000"/>
  <p:notesSz cx="6858000" cy="9144000"/>
  <p:defaultTextStyle>
    <a:defPPr>
      <a:defRPr lang="LID4096"/>
    </a:defPPr>
    <a:lvl1pPr algn="l" defTabSz="2436813" rtl="0" eaLnBrk="0" fontAlgn="base" hangingPunct="0">
      <a:spcBef>
        <a:spcPct val="0"/>
      </a:spcBef>
      <a:spcAft>
        <a:spcPct val="0"/>
      </a:spcAft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1pPr>
    <a:lvl2pPr indent="457200" algn="l" defTabSz="2436813" rtl="0" eaLnBrk="0" fontAlgn="base" hangingPunct="0">
      <a:spcBef>
        <a:spcPct val="0"/>
      </a:spcBef>
      <a:spcAft>
        <a:spcPct val="0"/>
      </a:spcAft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2pPr>
    <a:lvl3pPr indent="914400" algn="l" defTabSz="2436813" rtl="0" eaLnBrk="0" fontAlgn="base" hangingPunct="0">
      <a:spcBef>
        <a:spcPct val="0"/>
      </a:spcBef>
      <a:spcAft>
        <a:spcPct val="0"/>
      </a:spcAft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3pPr>
    <a:lvl4pPr indent="1371600" algn="l" defTabSz="2436813" rtl="0" eaLnBrk="0" fontAlgn="base" hangingPunct="0">
      <a:spcBef>
        <a:spcPct val="0"/>
      </a:spcBef>
      <a:spcAft>
        <a:spcPct val="0"/>
      </a:spcAft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4pPr>
    <a:lvl5pPr indent="1828800" algn="l" defTabSz="2436813" rtl="0" eaLnBrk="0" fontAlgn="base" hangingPunct="0">
      <a:spcBef>
        <a:spcPct val="0"/>
      </a:spcBef>
      <a:spcAft>
        <a:spcPct val="0"/>
      </a:spcAft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5pPr>
    <a:lvl6pPr marL="2286000" algn="l" defTabSz="914400" rtl="0" eaLnBrk="1" latinLnBrk="0" hangingPunct="1"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6pPr>
    <a:lvl7pPr marL="2743200" algn="l" defTabSz="914400" rtl="0" eaLnBrk="1" latinLnBrk="0" hangingPunct="1"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7pPr>
    <a:lvl8pPr marL="3200400" algn="l" defTabSz="914400" rtl="0" eaLnBrk="1" latinLnBrk="0" hangingPunct="1"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8pPr>
    <a:lvl9pPr marL="3657600" algn="l" defTabSz="914400" rtl="0" eaLnBrk="1" latinLnBrk="0" hangingPunct="1"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hape 900">
            <a:extLst>
              <a:ext uri="{FF2B5EF4-FFF2-40B4-BE49-F238E27FC236}">
                <a16:creationId xmlns:a16="http://schemas.microsoft.com/office/drawing/2014/main" id="{FEEB0436-5656-254F-32B2-D05723A7601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4819" name="Shape 901">
            <a:extLst>
              <a:ext uri="{FF2B5EF4-FFF2-40B4-BE49-F238E27FC236}">
                <a16:creationId xmlns:a16="http://schemas.microsoft.com/office/drawing/2014/main" id="{2720B846-6C69-C588-8352-25EE18AD2D3A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LID4096" altLang="LID4096">
              <a:sym typeface="Helvetica Neue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charset="0"/>
      </a:defRPr>
    </a:lvl1pPr>
    <a:lvl2pPr marL="742950" indent="-285750"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charset="0"/>
      </a:defRPr>
    </a:lvl2pPr>
    <a:lvl3pPr marL="1143000" indent="-228600"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charset="0"/>
      </a:defRPr>
    </a:lvl3pPr>
    <a:lvl4pPr marL="1600200" indent="-228600"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charset="0"/>
      </a:defRPr>
    </a:lvl4pPr>
    <a:lvl5pPr marL="2057400" indent="-228600"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charset="0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ti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tif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tif"/><Relationship Id="rId4" Type="http://schemas.openxmlformats.org/officeDocument/2006/relationships/image" Target="../media/image11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chtergrond kopie 2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">
            <a:extLst>
              <a:ext uri="{FF2B5EF4-FFF2-40B4-BE49-F238E27FC236}">
                <a16:creationId xmlns:a16="http://schemas.microsoft.com/office/drawing/2014/main" id="{50F0BC29-A2D4-8F70-51B3-415D7DF94922}"/>
              </a:ext>
            </a:extLst>
          </p:cNvPr>
          <p:cNvGrpSpPr>
            <a:grpSpLocks/>
          </p:cNvGrpSpPr>
          <p:nvPr/>
        </p:nvGrpSpPr>
        <p:grpSpPr bwMode="auto">
          <a:xfrm>
            <a:off x="15994063" y="2938463"/>
            <a:ext cx="3860800" cy="5818187"/>
            <a:chOff x="0" y="0"/>
            <a:chExt cx="3860154" cy="5817684"/>
          </a:xfrm>
        </p:grpSpPr>
        <p:sp>
          <p:nvSpPr>
            <p:cNvPr id="3" name="Rounded Rectangle">
              <a:extLst>
                <a:ext uri="{FF2B5EF4-FFF2-40B4-BE49-F238E27FC236}">
                  <a16:creationId xmlns:a16="http://schemas.microsoft.com/office/drawing/2014/main" id="{065D4225-44AD-BACA-5A7A-9D117E84FB7C}"/>
                </a:ext>
              </a:extLst>
            </p:cNvPr>
            <p:cNvSpPr/>
            <p:nvPr/>
          </p:nvSpPr>
          <p:spPr>
            <a:xfrm>
              <a:off x="0" y="0"/>
              <a:ext cx="3860155" cy="5817685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blurRad="139700" dist="148130" dir="5400000" rotWithShape="0">
                <a:srgbClr val="000000">
                  <a:alpha val="50000"/>
                </a:srgbClr>
              </a:outerShdw>
              <a:reflection stA="50000" endPos="40000" dir="5400000" sy="-100000" algn="bl" rotWithShape="0"/>
            </a:effectLst>
          </p:spPr>
          <p:txBody>
            <a:bodyPr lIns="71437" tIns="71437" rIns="71437" bIns="71437" anchor="ctr"/>
            <a:lstStyle/>
            <a:p>
              <a:pPr algn="ctr" defTabSz="821531" eaLnBrk="1" fontAlgn="auto">
                <a:spcBef>
                  <a:spcPts val="0"/>
                </a:spcBef>
                <a:spcAft>
                  <a:spcPts val="0"/>
                </a:spcAft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600" kern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endParaRPr>
            </a:p>
          </p:txBody>
        </p:sp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2FBA8572-015A-21FB-86FD-F14621C59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79311"/>
            </a:blip>
            <a:srcRect l="5357" t="19455" r="3464" b="21336"/>
            <a:stretch>
              <a:fillRect/>
            </a:stretch>
          </p:blipFill>
          <p:spPr>
            <a:xfrm rot="16200000">
              <a:off x="-765973" y="1105008"/>
              <a:ext cx="5391945" cy="3630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5" name="Rectangle">
            <a:extLst>
              <a:ext uri="{FF2B5EF4-FFF2-40B4-BE49-F238E27FC236}">
                <a16:creationId xmlns:a16="http://schemas.microsoft.com/office/drawing/2014/main" id="{348D9D3F-6AA9-03E4-E572-BD369249F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5013" y="7485063"/>
            <a:ext cx="10891837" cy="1270000"/>
          </a:xfrm>
          <a:prstGeom prst="rect">
            <a:avLst/>
          </a:prstGeom>
          <a:solidFill>
            <a:srgbClr val="FFFFFF">
              <a:alpha val="7294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id="{E4665194-55A5-0EF0-B4E8-0021E88C2804}"/>
              </a:ext>
            </a:extLst>
          </p:cNvPr>
          <p:cNvSpPr txBox="1"/>
          <p:nvPr/>
        </p:nvSpPr>
        <p:spPr>
          <a:xfrm>
            <a:off x="9228138" y="5951538"/>
            <a:ext cx="6161087" cy="1828800"/>
          </a:xfrm>
          <a:prstGeom prst="rect">
            <a:avLst/>
          </a:prstGeom>
          <a:ln w="12700">
            <a:miter lim="400000"/>
          </a:ln>
        </p:spPr>
        <p:txBody>
          <a:bodyPr wrap="none" lIns="12660" tIns="12660" rIns="12660" bIns="12660" anchor="ctr">
            <a:spAutoFit/>
          </a:bodyPr>
          <a:lstStyle>
            <a:lvl1pPr defTabSz="126609">
              <a:lnSpc>
                <a:spcPct val="100000"/>
              </a:lnSpc>
              <a:spcBef>
                <a:spcPts val="0"/>
              </a:spcBef>
              <a:defRPr sz="10400" b="1" cap="all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WELKOM</a:t>
            </a:r>
          </a:p>
        </p:txBody>
      </p:sp>
      <p:pic>
        <p:nvPicPr>
          <p:cNvPr id="7" name="FC DEN BOSCH LOGO.png" descr="FC DEN BOSCH LOGO.png">
            <a:extLst>
              <a:ext uri="{FF2B5EF4-FFF2-40B4-BE49-F238E27FC236}">
                <a16:creationId xmlns:a16="http://schemas.microsoft.com/office/drawing/2014/main" id="{D5DA0538-E3FF-30AE-96FA-43DE019A2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11596688"/>
            <a:ext cx="1825625" cy="182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8" name="Afbeelding" descr="Afbeelding">
            <a:extLst>
              <a:ext uri="{FF2B5EF4-FFF2-40B4-BE49-F238E27FC236}">
                <a16:creationId xmlns:a16="http://schemas.microsoft.com/office/drawing/2014/main" id="{E0B50758-9E2F-2A54-CC78-699C08BE3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3375" y="12358688"/>
            <a:ext cx="7183438" cy="94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9" name="01.+ witFOURTEEN LOGO BLACK WHITE kopie.pdf" descr="01.+ witFOURTEEN LOGO BLACK WHITE kopie.pdf">
            <a:extLst>
              <a:ext uri="{FF2B5EF4-FFF2-40B4-BE49-F238E27FC236}">
                <a16:creationId xmlns:a16="http://schemas.microsoft.com/office/drawing/2014/main" id="{06F0A381-EABB-23AD-A854-4841581ED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988" y="11809413"/>
            <a:ext cx="1825625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0" name="Slide Number">
            <a:extLst>
              <a:ext uri="{FF2B5EF4-FFF2-40B4-BE49-F238E27FC236}">
                <a16:creationId xmlns:a16="http://schemas.microsoft.com/office/drawing/2014/main" id="{6AFC2DD3-4424-8DA7-791D-365053E8941E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150345D-584A-4C31-99C3-ED8548E2712F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69056741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chtergrond kopie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" descr="Afbeelding">
            <a:extLst>
              <a:ext uri="{FF2B5EF4-FFF2-40B4-BE49-F238E27FC236}">
                <a16:creationId xmlns:a16="http://schemas.microsoft.com/office/drawing/2014/main" id="{CB2F285E-D219-B1D2-AD68-E422F46E8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925" y="215900"/>
            <a:ext cx="13520738" cy="136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3" name="FC DEN BOSCH LOGO.png" descr="FC DEN BOSCH LOGO.png">
            <a:extLst>
              <a:ext uri="{FF2B5EF4-FFF2-40B4-BE49-F238E27FC236}">
                <a16:creationId xmlns:a16="http://schemas.microsoft.com/office/drawing/2014/main" id="{35ECA310-DDD0-4EE9-87C8-D2F7FF3B5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11596688"/>
            <a:ext cx="1825625" cy="182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4" name="Afbeelding" descr="Afbeelding">
            <a:extLst>
              <a:ext uri="{FF2B5EF4-FFF2-40B4-BE49-F238E27FC236}">
                <a16:creationId xmlns:a16="http://schemas.microsoft.com/office/drawing/2014/main" id="{B1211B4A-DECB-A98C-68BD-46A8FCF02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3375" y="12358688"/>
            <a:ext cx="7183438" cy="94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5" name="01.+ witFOURTEEN LOGO BLACK WHITE kopie.pdf" descr="01.+ witFOURTEEN LOGO BLACK WHITE kopie.pdf">
            <a:extLst>
              <a:ext uri="{FF2B5EF4-FFF2-40B4-BE49-F238E27FC236}">
                <a16:creationId xmlns:a16="http://schemas.microsoft.com/office/drawing/2014/main" id="{8E69479F-3FC3-9981-8228-70437AE3C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988" y="11809413"/>
            <a:ext cx="1825625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6" name="Rectangle">
            <a:extLst>
              <a:ext uri="{FF2B5EF4-FFF2-40B4-BE49-F238E27FC236}">
                <a16:creationId xmlns:a16="http://schemas.microsoft.com/office/drawing/2014/main" id="{9C4B57A0-3C5C-459C-B96F-18C57D019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875" y="8618538"/>
            <a:ext cx="10890250" cy="1270000"/>
          </a:xfrm>
          <a:prstGeom prst="rect">
            <a:avLst/>
          </a:prstGeom>
          <a:solidFill>
            <a:srgbClr val="FFFFFF">
              <a:alpha val="7294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91FBE1F-2F09-413E-A2A5-14808E468C44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3D2C52C-88B2-4613-9CDA-F95224A76732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68453954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verlap/ Underlap (N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4BBD0BA2-D941-1B6D-CA95-908647DF9624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7C5C10BF-D1D7-96C5-5FF9-EF51BE4CE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CD6C2E96-6909-32CF-78E5-02BA02882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ADBE7E45-86D9-71C3-3662-9E78836AF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8463" y="217488"/>
            <a:ext cx="4846637" cy="3248025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613BD29B-5A63-F914-9872-3369F9F7E7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9637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12E1444-4472-6BB8-2FDF-8B0B349FA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7E7C7C23-6E03-FF7D-0C13-D1C1AD71C92F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D0ACD9C7-571D-2B83-D521-06CBE30ADC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9588" y="3876675"/>
            <a:ext cx="3084512" cy="0"/>
          </a:xfrm>
          <a:prstGeom prst="line">
            <a:avLst/>
          </a:prstGeom>
          <a:noFill/>
          <a:ln w="25400">
            <a:solidFill>
              <a:srgbClr val="18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10" name="Overlap/…">
            <a:extLst>
              <a:ext uri="{FF2B5EF4-FFF2-40B4-BE49-F238E27FC236}">
                <a16:creationId xmlns:a16="http://schemas.microsoft.com/office/drawing/2014/main" id="{BD75F629-14A8-947E-4D49-C04B63136E9A}"/>
              </a:ext>
            </a:extLst>
          </p:cNvPr>
          <p:cNvSpPr txBox="1"/>
          <p:nvPr/>
        </p:nvSpPr>
        <p:spPr>
          <a:xfrm>
            <a:off x="19523075" y="215900"/>
            <a:ext cx="22098000" cy="1549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/>
          <a:p>
            <a:pPr defTabSz="1285875" eaLnBrk="1" fontAlgn="auto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Font typeface="Gill Sans Light"/>
              <a:buNone/>
              <a:defRPr sz="50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5000" b="1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Overlap/</a:t>
            </a:r>
          </a:p>
          <a:p>
            <a:pPr defTabSz="1285875" eaLnBrk="1" fontAlgn="auto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Font typeface="Gill Sans Light"/>
              <a:buNone/>
              <a:defRPr sz="50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5000" b="1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Underlap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C94380CB-1C39-3F97-51A2-1952BE1E3A34}"/>
              </a:ext>
            </a:extLst>
          </p:cNvPr>
          <p:cNvSpPr txBox="1"/>
          <p:nvPr/>
        </p:nvSpPr>
        <p:spPr>
          <a:xfrm>
            <a:off x="19854863" y="2184400"/>
            <a:ext cx="4160837" cy="8382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“Loopactie over de flank om een buitenspeler heen / loopactie in de diepte vanuit de halfspace”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1A131A90-58C3-E109-4FE3-80A9843F9B02}"/>
              </a:ext>
            </a:extLst>
          </p:cNvPr>
          <p:cNvSpPr txBox="1"/>
          <p:nvPr/>
        </p:nvSpPr>
        <p:spPr>
          <a:xfrm>
            <a:off x="19511963" y="3973513"/>
            <a:ext cx="4721225" cy="27432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Timing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Richting 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Tempo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Versnelling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Moment herkenning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Start positie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Hoe vaak?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Eindresultaat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6D2633BC-3992-48CA-F409-93113D3D301B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9165312-273C-42F1-B208-8C0A5EA41A5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57603493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oorzetten (N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D7A8676A-C7E3-16BB-6D06-3613A65D3445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146A7323-2C2D-E31B-941F-5EA4419E1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391648B1-F5D8-3C1B-E5D5-7D2310395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C9B876AD-2CE9-7BB0-6A7C-541AEC1A7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8463" y="217488"/>
            <a:ext cx="4846637" cy="3248025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D39637B9-DBB9-75B5-CEE0-04DD07C71B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9637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539449D-3807-03D5-1F47-FE3EC20AC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BA0A54D8-BF83-6FC7-14AF-8958AE1194F6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513DAAE6-4D37-CE9F-B2D6-E1D78C832E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9588" y="3876675"/>
            <a:ext cx="3084512" cy="0"/>
          </a:xfrm>
          <a:prstGeom prst="line">
            <a:avLst/>
          </a:prstGeom>
          <a:noFill/>
          <a:ln w="25400">
            <a:solidFill>
              <a:srgbClr val="18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10" name="Voorzetten">
            <a:extLst>
              <a:ext uri="{FF2B5EF4-FFF2-40B4-BE49-F238E27FC236}">
                <a16:creationId xmlns:a16="http://schemas.microsoft.com/office/drawing/2014/main" id="{DE535FBB-5942-9AF0-E30F-B124C70FB973}"/>
              </a:ext>
            </a:extLst>
          </p:cNvPr>
          <p:cNvSpPr txBox="1"/>
          <p:nvPr/>
        </p:nvSpPr>
        <p:spPr>
          <a:xfrm>
            <a:off x="19523075" y="990600"/>
            <a:ext cx="22098000" cy="774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sz="50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Voorzetten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C84CAD2D-5415-5C06-F7A1-24D6879B3EF9}"/>
              </a:ext>
            </a:extLst>
          </p:cNvPr>
          <p:cNvSpPr txBox="1"/>
          <p:nvPr/>
        </p:nvSpPr>
        <p:spPr>
          <a:xfrm>
            <a:off x="19854863" y="2338388"/>
            <a:ext cx="4160837" cy="53181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kern="0"/>
              <a:t>“Voorzetten vanaf de helft van de helft van de tegenstander”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D4E23009-7A79-28DE-FDE0-26EF786A129E}"/>
              </a:ext>
            </a:extLst>
          </p:cNvPr>
          <p:cNvSpPr txBox="1"/>
          <p:nvPr/>
        </p:nvSpPr>
        <p:spPr>
          <a:xfrm>
            <a:off x="19511963" y="3973513"/>
            <a:ext cx="4721225" cy="2438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Overzicht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Eind locatie (bal)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Waarvandaan?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Soort voorzet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Voorbereiding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Hoe vaak?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Eindresultaat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166F73ED-9298-8AC6-356D-E7D5DDAD994A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2F275B1-B7C2-45AB-8421-828ECBE23F9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344859212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ribbelen met B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CFAF4A0C-872E-B34C-B99E-0B3A2675FE41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A09531A5-CE52-F441-2CB1-A6315E0ED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5F1D2C76-A040-782F-A2D6-CADE641D7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DA3C2406-DAD8-2393-D3E0-4B7425F2A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8463" y="217488"/>
            <a:ext cx="4846637" cy="3248025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9FF9AAAD-6352-F97C-C18C-4B171F7F4C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9637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93A9163-CF70-8E41-EFFA-A64D679C7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AFA6208E-2B9B-55E3-C5C4-BC6E24DDF3D4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293BC542-804C-ACC6-CB51-710101A2455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9588" y="3876675"/>
            <a:ext cx="3084512" cy="0"/>
          </a:xfrm>
          <a:prstGeom prst="line">
            <a:avLst/>
          </a:prstGeom>
          <a:noFill/>
          <a:ln w="25400">
            <a:solidFill>
              <a:srgbClr val="18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10" name="Dribbelen…">
            <a:extLst>
              <a:ext uri="{FF2B5EF4-FFF2-40B4-BE49-F238E27FC236}">
                <a16:creationId xmlns:a16="http://schemas.microsoft.com/office/drawing/2014/main" id="{89D11080-3103-DC0E-CC10-EAA4EA2CB53F}"/>
              </a:ext>
            </a:extLst>
          </p:cNvPr>
          <p:cNvSpPr txBox="1"/>
          <p:nvPr/>
        </p:nvSpPr>
        <p:spPr>
          <a:xfrm>
            <a:off x="19523075" y="215900"/>
            <a:ext cx="22098000" cy="1549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/>
          <a:p>
            <a:pPr defTabSz="1285875" eaLnBrk="1" fontAlgn="auto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Font typeface="Gill Sans Light"/>
              <a:buNone/>
              <a:defRPr sz="50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5000" b="1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Dribbelen </a:t>
            </a:r>
          </a:p>
          <a:p>
            <a:pPr defTabSz="1285875" eaLnBrk="1" fontAlgn="auto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Font typeface="Gill Sans Light"/>
              <a:buNone/>
              <a:defRPr sz="50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5000" b="1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met bal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AFE3EDEE-6C46-8DD3-C8B0-A5016FE687E7}"/>
              </a:ext>
            </a:extLst>
          </p:cNvPr>
          <p:cNvSpPr txBox="1"/>
          <p:nvPr/>
        </p:nvSpPr>
        <p:spPr>
          <a:xfrm>
            <a:off x="19854863" y="2338388"/>
            <a:ext cx="4160837" cy="53181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kern="0"/>
              <a:t>"Voorwaarts dribbelen met bal richting de open ruimtes”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F1EA0A7E-2F8E-4B61-D050-775E002968BD}"/>
              </a:ext>
            </a:extLst>
          </p:cNvPr>
          <p:cNvSpPr txBox="1"/>
          <p:nvPr/>
        </p:nvSpPr>
        <p:spPr>
          <a:xfrm>
            <a:off x="19511963" y="3973513"/>
            <a:ext cx="4721225" cy="27432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Mobiliteit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Controle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Snelheid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Beide benen?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Voorbereiding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Afstand overbruggen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Hoe vaak?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Eindresultaat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1A63FE26-061B-DA9C-5ACB-DEBBE216CBB2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DD882E0-10F2-4C52-98CA-125F3E660852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031646997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nelhe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D2B7A535-E20E-A435-B8D9-64BDD89C38CC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D34A89EE-0228-E9AB-2575-D72A9AB2A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D2A3DE38-B154-3DF3-3E9A-496FBD9C3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1C0130EC-78DF-DE21-D0AC-621EC5126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8463" y="217488"/>
            <a:ext cx="4846637" cy="3248025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112785B7-712A-B027-8981-DCF918796A2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9637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6F7FBF2-DAB9-C6D9-07F7-13507A153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4651BD55-D03A-6AC8-F70E-1F32F8FD1D39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EF643BD1-FD13-3E82-2B62-50C3D472E0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9588" y="3876675"/>
            <a:ext cx="3084512" cy="0"/>
          </a:xfrm>
          <a:prstGeom prst="line">
            <a:avLst/>
          </a:prstGeom>
          <a:noFill/>
          <a:ln w="25400">
            <a:solidFill>
              <a:srgbClr val="18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10" name="Snelheid">
            <a:extLst>
              <a:ext uri="{FF2B5EF4-FFF2-40B4-BE49-F238E27FC236}">
                <a16:creationId xmlns:a16="http://schemas.microsoft.com/office/drawing/2014/main" id="{F5B481A7-DE84-DC2A-6A5B-3E6B0D2A7BD0}"/>
              </a:ext>
            </a:extLst>
          </p:cNvPr>
          <p:cNvSpPr txBox="1"/>
          <p:nvPr/>
        </p:nvSpPr>
        <p:spPr>
          <a:xfrm>
            <a:off x="19523075" y="990600"/>
            <a:ext cx="22098000" cy="774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sz="50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Snelheid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F02B6D6A-B537-B02A-837C-3C4B849431C8}"/>
              </a:ext>
            </a:extLst>
          </p:cNvPr>
          <p:cNvSpPr txBox="1"/>
          <p:nvPr/>
        </p:nvSpPr>
        <p:spPr>
          <a:xfrm>
            <a:off x="19791363" y="2244725"/>
            <a:ext cx="4160837" cy="8382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“Absolute snelheid zonder bal” “Snelheid in de acties met bal” “Startsnelheid”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C06AE36D-9D87-2E34-DB14-DADABC80B540}"/>
              </a:ext>
            </a:extLst>
          </p:cNvPr>
          <p:cNvSpPr txBox="1"/>
          <p:nvPr/>
        </p:nvSpPr>
        <p:spPr>
          <a:xfrm>
            <a:off x="19511963" y="3973513"/>
            <a:ext cx="4721225" cy="21336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Topsnelheid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Acceleratie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Paslengte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Grote / kleine afstanden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1e meters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Eindresultaat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1316390D-2115-1AD3-AA6C-9F505C4CFA22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D5CDAF5-E71B-4C02-8A55-B86AC2EE01DC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934590483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Uithoudingsvermo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B285A337-4D15-6629-6A17-8DC8A281B13F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5FEAD739-FB3D-0172-8AD1-4E4462414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75FD613C-8C37-0B61-0536-F6602BA51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985D4FDB-B040-73B0-3C63-9ED60B6D5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8463" y="217488"/>
            <a:ext cx="4846637" cy="3248025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0D98D97B-F5DD-80B8-C272-713559DEC6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9637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0EAEA8E-A6A3-0167-FF3B-D0D10BEFD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13FF7F14-1800-98E5-4142-8F3AA800C7C1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3D48A3F0-CE8D-3A36-D090-32A0C9DE81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9588" y="3876675"/>
            <a:ext cx="3084512" cy="0"/>
          </a:xfrm>
          <a:prstGeom prst="line">
            <a:avLst/>
          </a:prstGeom>
          <a:noFill/>
          <a:ln w="25400">
            <a:solidFill>
              <a:srgbClr val="18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10" name="Uithoudings…">
            <a:extLst>
              <a:ext uri="{FF2B5EF4-FFF2-40B4-BE49-F238E27FC236}">
                <a16:creationId xmlns:a16="http://schemas.microsoft.com/office/drawing/2014/main" id="{2A822A4F-3D9B-DA1E-7781-C8C1717ACE7D}"/>
              </a:ext>
            </a:extLst>
          </p:cNvPr>
          <p:cNvSpPr txBox="1"/>
          <p:nvPr/>
        </p:nvSpPr>
        <p:spPr>
          <a:xfrm>
            <a:off x="19523075" y="215900"/>
            <a:ext cx="22098000" cy="1549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/>
          <a:p>
            <a:pPr defTabSz="1285875" eaLnBrk="1" fontAlgn="auto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Font typeface="Gill Sans Light"/>
              <a:buNone/>
              <a:defRPr sz="50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5000" b="1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Uithoudings</a:t>
            </a:r>
          </a:p>
          <a:p>
            <a:pPr defTabSz="1285875" eaLnBrk="1" fontAlgn="auto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Font typeface="Gill Sans Light"/>
              <a:buNone/>
              <a:defRPr sz="50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5000" b="1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vermogen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54604DE5-0E03-3734-ECC1-AFAE3EAF2032}"/>
              </a:ext>
            </a:extLst>
          </p:cNvPr>
          <p:cNvSpPr txBox="1"/>
          <p:nvPr/>
        </p:nvSpPr>
        <p:spPr>
          <a:xfrm>
            <a:off x="19791363" y="2397125"/>
            <a:ext cx="4160837" cy="53181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kern="0"/>
              <a:t>“Volhouden van de positie specifieke voetbalacties”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DF2BB587-3C43-8CF5-84C0-0EF581803411}"/>
              </a:ext>
            </a:extLst>
          </p:cNvPr>
          <p:cNvSpPr txBox="1"/>
          <p:nvPr/>
        </p:nvSpPr>
        <p:spPr>
          <a:xfrm>
            <a:off x="19511963" y="3973513"/>
            <a:ext cx="4721225" cy="21336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Intensiteit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Total distance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HI-runs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Sprints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90 min volhouden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Gemiddelde p/w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936A7022-38C3-884B-02E8-0350C7DA7D0B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1874E1D-8F9A-4471-83A9-C629E3D56057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721263628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Wendbaarhe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A83FE614-8849-A9F7-A06C-6CFDE403B312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89D9F39D-DB4B-AE16-82AE-3C5DFBD0A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21F6AB49-CEE7-8C0D-6C34-D5C963077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7A6D25E8-A144-657B-8B1C-7A8817B36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8463" y="217488"/>
            <a:ext cx="4846637" cy="3248025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B5BAB9A1-5F91-E07B-76F7-D86FEA5E22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9637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8947E0A-873E-561E-A0B5-AB9CBF67D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F7CE888C-6E43-A696-43F3-0B3088780891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2BCBC6F2-051B-87D7-B04E-A585C8E039F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9588" y="3876675"/>
            <a:ext cx="3084512" cy="0"/>
          </a:xfrm>
          <a:prstGeom prst="line">
            <a:avLst/>
          </a:prstGeom>
          <a:noFill/>
          <a:ln w="25400">
            <a:solidFill>
              <a:srgbClr val="18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10" name="wendbaarheid">
            <a:extLst>
              <a:ext uri="{FF2B5EF4-FFF2-40B4-BE49-F238E27FC236}">
                <a16:creationId xmlns:a16="http://schemas.microsoft.com/office/drawing/2014/main" id="{25BED0E1-8F7C-64C2-3919-4970F6318F1E}"/>
              </a:ext>
            </a:extLst>
          </p:cNvPr>
          <p:cNvSpPr txBox="1"/>
          <p:nvPr/>
        </p:nvSpPr>
        <p:spPr>
          <a:xfrm>
            <a:off x="19523075" y="1016000"/>
            <a:ext cx="22098000" cy="7493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wendbaarheid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C5CFF385-1686-FD26-0E97-DC6CFE953C34}"/>
              </a:ext>
            </a:extLst>
          </p:cNvPr>
          <p:cNvSpPr txBox="1"/>
          <p:nvPr/>
        </p:nvSpPr>
        <p:spPr>
          <a:xfrm>
            <a:off x="19791363" y="2271713"/>
            <a:ext cx="4160837" cy="78263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 algn="ctr" defTabSz="1285875" eaLnBrk="1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“Snel en effectief de </a:t>
            </a:r>
          </a:p>
          <a:p>
            <a:pPr algn="ctr" defTabSz="1285875" eaLnBrk="1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lichaamspositie- en richting </a:t>
            </a:r>
          </a:p>
          <a:p>
            <a:pPr algn="ctr" defTabSz="1285875" eaLnBrk="1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kunnen veranderen”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B50F3584-99DA-15ED-2FF5-6377A5C4A3E1}"/>
              </a:ext>
            </a:extLst>
          </p:cNvPr>
          <p:cNvSpPr txBox="1"/>
          <p:nvPr/>
        </p:nvSpPr>
        <p:spPr>
          <a:xfrm>
            <a:off x="19511963" y="3973513"/>
            <a:ext cx="4721225" cy="21336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(Reactie) snelheid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Voetenwerk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Balans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Zwaartepunt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Richtingsverandering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Mobiliteit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A428BEDE-9C42-FCE4-5954-E7F1C1F12BB3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600BF55-017A-4365-B843-6B6C20F63A7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06924022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oorzettingsvermo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43E369B5-677E-E07D-FCD8-0878394215C0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605F6239-8789-210F-A218-F18A1AACD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611C72DB-B249-92A3-2E4F-847CED39A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1558848B-087C-908D-E00E-FC487FE1A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8463" y="217488"/>
            <a:ext cx="4846637" cy="3248025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AAE2FB2D-58F8-1442-0862-327DE63D9EA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9637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7608A17-3A58-FA15-D616-9D20A057E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15E00FB9-07DA-602E-7157-905B9A72DB89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CB9EF6B5-8BFF-E2E7-5EF0-065816ABA1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9588" y="3876675"/>
            <a:ext cx="3084512" cy="0"/>
          </a:xfrm>
          <a:prstGeom prst="line">
            <a:avLst/>
          </a:prstGeom>
          <a:noFill/>
          <a:ln w="25400">
            <a:solidFill>
              <a:srgbClr val="18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10" name="Doorzettings…">
            <a:extLst>
              <a:ext uri="{FF2B5EF4-FFF2-40B4-BE49-F238E27FC236}">
                <a16:creationId xmlns:a16="http://schemas.microsoft.com/office/drawing/2014/main" id="{999B8ED4-CD32-1973-8A98-2157BF8BE52F}"/>
              </a:ext>
            </a:extLst>
          </p:cNvPr>
          <p:cNvSpPr txBox="1"/>
          <p:nvPr/>
        </p:nvSpPr>
        <p:spPr>
          <a:xfrm>
            <a:off x="19523075" y="215900"/>
            <a:ext cx="22098000" cy="1549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/>
          <a:p>
            <a:pPr defTabSz="1285875" eaLnBrk="1" fontAlgn="auto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Font typeface="Gill Sans Light"/>
              <a:buNone/>
              <a:defRPr sz="50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5000" b="1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Doorzettings</a:t>
            </a:r>
          </a:p>
          <a:p>
            <a:pPr defTabSz="1285875" eaLnBrk="1" fontAlgn="auto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Font typeface="Gill Sans Light"/>
              <a:buNone/>
              <a:defRPr sz="50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5000" b="1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vermogen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81A2D967-9D5F-8C8D-CDCA-3BA397046024}"/>
              </a:ext>
            </a:extLst>
          </p:cNvPr>
          <p:cNvSpPr txBox="1"/>
          <p:nvPr/>
        </p:nvSpPr>
        <p:spPr>
          <a:xfrm>
            <a:off x="19791363" y="2105025"/>
            <a:ext cx="4160837" cy="11176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 algn="ctr" defTabSz="1285875" eaLnBrk="1" fontAlgn="auto">
              <a:spcBef>
                <a:spcPts val="0"/>
              </a:spcBef>
              <a:spcAft>
                <a:spcPts val="0"/>
              </a:spcAft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“Heeft een echte winnaarsmentaliteit, geeft nooit op en probeert teamgenoten </a:t>
            </a:r>
          </a:p>
          <a:p>
            <a:pPr algn="ctr" defTabSz="1285875" eaLnBrk="1" fontAlgn="auto">
              <a:spcBef>
                <a:spcPts val="0"/>
              </a:spcBef>
              <a:spcAft>
                <a:spcPts val="0"/>
              </a:spcAft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te stimuleren”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0709F7F8-BAB5-DDAF-E0E6-A26CCEE8D975}"/>
              </a:ext>
            </a:extLst>
          </p:cNvPr>
          <p:cNvSpPr txBox="1"/>
          <p:nvPr/>
        </p:nvSpPr>
        <p:spPr>
          <a:xfrm>
            <a:off x="19511963" y="3973513"/>
            <a:ext cx="4721225" cy="2438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Emotie controle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Gedrag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Rouwmomenten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Anderen inspireren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Nooit opgeven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Tot het einde vechten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Altijd 100%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0ED390DC-AA5B-238C-8A6D-A1905ED4163B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874D59F-110D-468A-80AB-6EDBAE31714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25975066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Auteur en datum"/>
          <p:cNvSpPr txBox="1">
            <a:spLocks noGrp="1"/>
          </p:cNvSpPr>
          <p:nvPr>
            <p:ph type="body" sz="quarter" idx="2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Naam presentati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6" name="Body Level One…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92F8213C-14A2-1806-6B71-85311E690B31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90EFE5-FBFD-4DC2-A669-0B46D51EC98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10980606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2EDE49D7-5231-2F03-FF78-4795391DBBC9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68CF37-6869-43AE-AE9A-3E7C82687905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06394368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8 (EN)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C DEN BOSCH LOGO.png" descr="FC DEN BOSCH LOGO.png">
            <a:extLst>
              <a:ext uri="{FF2B5EF4-FFF2-40B4-BE49-F238E27FC236}">
                <a16:creationId xmlns:a16="http://schemas.microsoft.com/office/drawing/2014/main" id="{80DC034E-AEFF-1F2C-86F0-84B6B9DB2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8788" y="246063"/>
            <a:ext cx="13304837" cy="133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3" name="geplakte-afbeelding.pdf" descr="geplakte-afbeelding.pdf">
            <a:extLst>
              <a:ext uri="{FF2B5EF4-FFF2-40B4-BE49-F238E27FC236}">
                <a16:creationId xmlns:a16="http://schemas.microsoft.com/office/drawing/2014/main" id="{7B8D97D1-00EF-95F6-487F-EBAF2064E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4025" y="12850813"/>
            <a:ext cx="5807075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4" name="FC DEN BOSCH LOGO.png" descr="FC DEN BOSCH LOGO.png">
            <a:extLst>
              <a:ext uri="{FF2B5EF4-FFF2-40B4-BE49-F238E27FC236}">
                <a16:creationId xmlns:a16="http://schemas.microsoft.com/office/drawing/2014/main" id="{46608167-2A03-110F-3E92-A52AC91C6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12320588"/>
            <a:ext cx="1074738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5" name="Freeform 7">
            <a:extLst>
              <a:ext uri="{FF2B5EF4-FFF2-40B4-BE49-F238E27FC236}">
                <a16:creationId xmlns:a16="http://schemas.microsoft.com/office/drawing/2014/main" id="{1873921D-50B1-B4A9-9BC2-DA5B18AF7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7700" y="3917950"/>
            <a:ext cx="5838825" cy="22733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A186338D-E268-E58E-026B-7CA1CCEE0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611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84D3535-A349-CF22-3278-07E7EF117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770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626B427-6043-AD14-9A29-89B725B9F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770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D869B1DA-E47E-8A28-38D6-BCC3537CF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9512300"/>
            <a:ext cx="5840412" cy="22733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5CE66885-3BC0-3CDD-9270-8082EFF97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951230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C5744A9-382F-63F4-2DD0-AE8199E97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7686675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6012918E-9089-3D5E-C46D-3FCDC12A1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6651625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CBF18584-B979-CDD3-59F5-B46BC4389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9512300"/>
            <a:ext cx="5840413" cy="22733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6A0A72C6-9D07-3935-8F23-2A60ACB33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951230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0A51DB59-58BB-D49B-CFF2-79D617529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7686675"/>
            <a:ext cx="5840413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606F0EC8-FB6D-BB92-CBEC-142644C31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6651625"/>
            <a:ext cx="5840413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84025BF2-80CC-D867-8423-6D711F248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1350" y="9528175"/>
            <a:ext cx="5840413" cy="2274888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F339C010-F355-05CB-AE8D-6FD2E60B9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1350" y="9528175"/>
            <a:ext cx="5838825" cy="58896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11FD626D-66ED-FF50-8001-4BD407BE3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1350" y="7704138"/>
            <a:ext cx="5840413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3F64DFBF-39EE-3D5B-388D-991EBAAD9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1350" y="6669088"/>
            <a:ext cx="5840413" cy="8794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1" name="Freeform 7">
            <a:extLst>
              <a:ext uri="{FF2B5EF4-FFF2-40B4-BE49-F238E27FC236}">
                <a16:creationId xmlns:a16="http://schemas.microsoft.com/office/drawing/2014/main" id="{A4A35294-4687-B4A5-F376-6F3739758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7900" y="3917950"/>
            <a:ext cx="5838825" cy="22733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D08C40E8-C541-3C87-AC8F-8980BF322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631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D627842C-3F0A-BBDC-7EDF-DDCAF30E0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790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1A64BB1C-2AB3-4E52-8E19-981C0942E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790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B828702D-17C4-1481-9056-65BF7AB4F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3933825"/>
            <a:ext cx="5840412" cy="2274888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3C9A66F4-4E5E-4BD1-41F0-D03F89727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3933825"/>
            <a:ext cx="5838825" cy="58896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7" name="Freeform 7">
            <a:extLst>
              <a:ext uri="{FF2B5EF4-FFF2-40B4-BE49-F238E27FC236}">
                <a16:creationId xmlns:a16="http://schemas.microsoft.com/office/drawing/2014/main" id="{8AE89E68-9327-FC3A-77F4-AF164725C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2109788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91D2B841-121E-DEBD-7E7C-7B9793262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1074738"/>
            <a:ext cx="5840412" cy="881062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449983BE-7010-511F-59D2-61AF117A7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4563" y="9544050"/>
            <a:ext cx="5840412" cy="2274888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" name="Freeform 7">
            <a:extLst>
              <a:ext uri="{FF2B5EF4-FFF2-40B4-BE49-F238E27FC236}">
                <a16:creationId xmlns:a16="http://schemas.microsoft.com/office/drawing/2014/main" id="{CB650226-0603-8F60-820A-6A96DCD57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4563" y="9544050"/>
            <a:ext cx="5838825" cy="58896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205C92A6-93B6-AF92-FE73-CF67F8BEA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4563" y="7720013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C3555146-3C40-D1E5-BA5D-657E715D4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4563" y="6684963"/>
            <a:ext cx="5840412" cy="8794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id="{D8560E3E-B970-29D0-40A0-5B80EDE45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3917950"/>
            <a:ext cx="5838825" cy="22733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174CAE11-5054-1225-660E-50296E985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50624959-D6F7-A6A9-01A8-A2F162710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3B3F8403-E8B6-3A3B-43FD-3439580D7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7" name="TextBox 20">
            <a:extLst>
              <a:ext uri="{FF2B5EF4-FFF2-40B4-BE49-F238E27FC236}">
                <a16:creationId xmlns:a16="http://schemas.microsoft.com/office/drawing/2014/main" id="{D7D5A406-A2DE-8650-87F2-97561551F253}"/>
              </a:ext>
            </a:extLst>
          </p:cNvPr>
          <p:cNvSpPr txBox="1"/>
          <p:nvPr/>
        </p:nvSpPr>
        <p:spPr>
          <a:xfrm>
            <a:off x="43021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38" name="TextBox 20">
            <a:extLst>
              <a:ext uri="{FF2B5EF4-FFF2-40B4-BE49-F238E27FC236}">
                <a16:creationId xmlns:a16="http://schemas.microsoft.com/office/drawing/2014/main" id="{28CC76AA-CDCC-C460-F3BF-19E3E4EDF81B}"/>
              </a:ext>
            </a:extLst>
          </p:cNvPr>
          <p:cNvSpPr txBox="1"/>
          <p:nvPr/>
        </p:nvSpPr>
        <p:spPr>
          <a:xfrm>
            <a:off x="6484938" y="402590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39" name="TextBox 20">
            <a:extLst>
              <a:ext uri="{FF2B5EF4-FFF2-40B4-BE49-F238E27FC236}">
                <a16:creationId xmlns:a16="http://schemas.microsoft.com/office/drawing/2014/main" id="{3E382002-A7A3-DF22-5904-9F3C0B6098B1}"/>
              </a:ext>
            </a:extLst>
          </p:cNvPr>
          <p:cNvSpPr txBox="1"/>
          <p:nvPr/>
        </p:nvSpPr>
        <p:spPr>
          <a:xfrm>
            <a:off x="12539663" y="3997325"/>
            <a:ext cx="4367212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40" name="TextBox 20">
            <a:extLst>
              <a:ext uri="{FF2B5EF4-FFF2-40B4-BE49-F238E27FC236}">
                <a16:creationId xmlns:a16="http://schemas.microsoft.com/office/drawing/2014/main" id="{5BDB3646-B5D4-6503-2323-763D044B17E1}"/>
              </a:ext>
            </a:extLst>
          </p:cNvPr>
          <p:cNvSpPr txBox="1"/>
          <p:nvPr/>
        </p:nvSpPr>
        <p:spPr>
          <a:xfrm>
            <a:off x="18592800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41" name="TextBox 20">
            <a:extLst>
              <a:ext uri="{FF2B5EF4-FFF2-40B4-BE49-F238E27FC236}">
                <a16:creationId xmlns:a16="http://schemas.microsoft.com/office/drawing/2014/main" id="{AC9FCA42-AC74-913F-C438-19FFDC554603}"/>
              </a:ext>
            </a:extLst>
          </p:cNvPr>
          <p:cNvSpPr txBox="1"/>
          <p:nvPr/>
        </p:nvSpPr>
        <p:spPr>
          <a:xfrm>
            <a:off x="404813" y="964247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42" name="TextBox 20">
            <a:extLst>
              <a:ext uri="{FF2B5EF4-FFF2-40B4-BE49-F238E27FC236}">
                <a16:creationId xmlns:a16="http://schemas.microsoft.com/office/drawing/2014/main" id="{D25EF6B5-31A5-35D2-1B1A-B0A1B003338F}"/>
              </a:ext>
            </a:extLst>
          </p:cNvPr>
          <p:cNvSpPr txBox="1"/>
          <p:nvPr/>
        </p:nvSpPr>
        <p:spPr>
          <a:xfrm>
            <a:off x="6459538" y="96202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43" name="TextBox 20">
            <a:extLst>
              <a:ext uri="{FF2B5EF4-FFF2-40B4-BE49-F238E27FC236}">
                <a16:creationId xmlns:a16="http://schemas.microsoft.com/office/drawing/2014/main" id="{DF71C0C8-3339-F920-2815-D6467EF7564E}"/>
              </a:ext>
            </a:extLst>
          </p:cNvPr>
          <p:cNvSpPr txBox="1"/>
          <p:nvPr/>
        </p:nvSpPr>
        <p:spPr>
          <a:xfrm>
            <a:off x="12514263" y="9642475"/>
            <a:ext cx="4367212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44" name="TextBox 20">
            <a:extLst>
              <a:ext uri="{FF2B5EF4-FFF2-40B4-BE49-F238E27FC236}">
                <a16:creationId xmlns:a16="http://schemas.microsoft.com/office/drawing/2014/main" id="{81C70BA5-843D-5E89-54A3-83AB70C65F2C}"/>
              </a:ext>
            </a:extLst>
          </p:cNvPr>
          <p:cNvSpPr txBox="1"/>
          <p:nvPr/>
        </p:nvSpPr>
        <p:spPr>
          <a:xfrm>
            <a:off x="18567400" y="964247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2D66E1AB-9FE2-12A7-D57F-60C1CBC84716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8357838-5C9D-46A0-8DE9-537CD123D88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5844341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(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6BE816F6-7986-C1DB-42B1-7C4BB43E722C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F044D22B-90AC-6BF2-71DE-AD8BDDA57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0" y="-134938"/>
            <a:ext cx="24536400" cy="1282701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EB3CDBCB-EE5C-82C5-5C0B-1571BA477733}"/>
              </a:ext>
            </a:extLst>
          </p:cNvPr>
          <p:cNvSpPr>
            <a:spLocks noChangeShapeType="1"/>
          </p:cNvSpPr>
          <p:nvPr/>
        </p:nvSpPr>
        <p:spPr bwMode="auto">
          <a:xfrm>
            <a:off x="-257175" y="1168400"/>
            <a:ext cx="24898350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168E0B82-82D8-F6D0-81E3-5A7C0EE18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9675" y="5089525"/>
            <a:ext cx="15568613" cy="0"/>
          </a:xfrm>
          <a:prstGeom prst="line">
            <a:avLst/>
          </a:prstGeom>
          <a:noFill/>
          <a:ln w="254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pic>
        <p:nvPicPr>
          <p:cNvPr id="6" name="FC DEN BOSCH LOGO.png" descr="FC DEN BOSCH LOGO.png">
            <a:extLst>
              <a:ext uri="{FF2B5EF4-FFF2-40B4-BE49-F238E27FC236}">
                <a16:creationId xmlns:a16="http://schemas.microsoft.com/office/drawing/2014/main" id="{C255A117-AF19-3121-2736-45B03639F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32" y="331010"/>
            <a:ext cx="1673364" cy="1673365"/>
          </a:xfrm>
          <a:prstGeom prst="rect">
            <a:avLst/>
          </a:prstGeom>
          <a:ln w="12700">
            <a:miter lim="400000"/>
          </a:ln>
          <a:effectLst>
            <a:outerShdw blurRad="139700" dist="148130" dir="5400000" rotWithShape="0">
              <a:srgbClr val="000000">
                <a:alpha val="50000"/>
              </a:srgbClr>
            </a:outerShdw>
            <a:reflection stA="50000" endPos="40000" dir="5400000" sy="-100000" algn="bl" rotWithShape="0"/>
          </a:effectLst>
        </p:spPr>
      </p:pic>
      <p:sp>
        <p:nvSpPr>
          <p:cNvPr id="7" name="Rectangle">
            <a:extLst>
              <a:ext uri="{FF2B5EF4-FFF2-40B4-BE49-F238E27FC236}">
                <a16:creationId xmlns:a16="http://schemas.microsoft.com/office/drawing/2014/main" id="{95FB5060-31F0-CE30-CAD1-5C882930169C}"/>
              </a:ext>
            </a:extLst>
          </p:cNvPr>
          <p:cNvSpPr/>
          <p:nvPr/>
        </p:nvSpPr>
        <p:spPr>
          <a:xfrm>
            <a:off x="2628900" y="3340100"/>
            <a:ext cx="4425950" cy="1058863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blurRad="50800" dist="54254" dir="2156317" rotWithShape="0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66A6EDB-B55A-BE9C-DCA7-91826FBAF0B8}"/>
              </a:ext>
            </a:extLst>
          </p:cNvPr>
          <p:cNvSpPr txBox="1"/>
          <p:nvPr/>
        </p:nvSpPr>
        <p:spPr>
          <a:xfrm>
            <a:off x="2582863" y="3613150"/>
            <a:ext cx="4479925" cy="5127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35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FOOTBALL</a:t>
            </a:r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557C8AD0-31E5-878C-69DF-439AA6724D73}"/>
              </a:ext>
            </a:extLst>
          </p:cNvPr>
          <p:cNvSpPr/>
          <p:nvPr/>
        </p:nvSpPr>
        <p:spPr>
          <a:xfrm>
            <a:off x="7481888" y="3340100"/>
            <a:ext cx="4425950" cy="1058863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blurRad="50800" dist="54254" dir="2156317" rotWithShape="0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9D8E0375-13D0-6E3E-C041-888E778F72B5}"/>
              </a:ext>
            </a:extLst>
          </p:cNvPr>
          <p:cNvSpPr/>
          <p:nvPr/>
        </p:nvSpPr>
        <p:spPr>
          <a:xfrm>
            <a:off x="12393613" y="3340100"/>
            <a:ext cx="4425950" cy="1058863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blurRad="50800" dist="54254" dir="2156317" rotWithShape="0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1" name="Group">
            <a:extLst>
              <a:ext uri="{FF2B5EF4-FFF2-40B4-BE49-F238E27FC236}">
                <a16:creationId xmlns:a16="http://schemas.microsoft.com/office/drawing/2014/main" id="{72B35C71-A5BA-6611-DBA3-B23A1697239C}"/>
              </a:ext>
            </a:extLst>
          </p:cNvPr>
          <p:cNvGrpSpPr>
            <a:grpSpLocks/>
          </p:cNvGrpSpPr>
          <p:nvPr/>
        </p:nvGrpSpPr>
        <p:grpSpPr bwMode="auto">
          <a:xfrm>
            <a:off x="18383250" y="3832225"/>
            <a:ext cx="4746625" cy="7153275"/>
            <a:chOff x="0" y="0"/>
            <a:chExt cx="4746646" cy="7153726"/>
          </a:xfrm>
        </p:grpSpPr>
        <p:sp>
          <p:nvSpPr>
            <p:cNvPr id="12" name="Rounded Rectangle">
              <a:extLst>
                <a:ext uri="{FF2B5EF4-FFF2-40B4-BE49-F238E27FC236}">
                  <a16:creationId xmlns:a16="http://schemas.microsoft.com/office/drawing/2014/main" id="{ECC653C2-905B-15A8-1913-F14432343D4C}"/>
                </a:ext>
              </a:extLst>
            </p:cNvPr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blurRad="139700" dist="148130" dir="5400000" rotWithShape="0">
                <a:srgbClr val="000000">
                  <a:alpha val="50000"/>
                </a:srgbClr>
              </a:outerShdw>
              <a:reflection stA="50000" endPos="40000" dir="5400000" sy="-100000" algn="bl" rotWithShape="0"/>
            </a:effectLst>
          </p:spPr>
          <p:txBody>
            <a:bodyPr lIns="71437" tIns="71437" rIns="71437" bIns="71437" anchor="ctr"/>
            <a:lstStyle/>
            <a:p>
              <a:pPr algn="ctr" defTabSz="821531" eaLnBrk="1" fontAlgn="auto">
                <a:spcBef>
                  <a:spcPts val="0"/>
                </a:spcBef>
                <a:spcAft>
                  <a:spcPts val="0"/>
                </a:spcAft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600" kern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endParaRPr>
            </a:p>
          </p:txBody>
        </p:sp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29E2E4B0-B5C9-1DBC-54CB-2DE05ADB27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9311"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14" name="Freeform 7">
            <a:extLst>
              <a:ext uri="{FF2B5EF4-FFF2-40B4-BE49-F238E27FC236}">
                <a16:creationId xmlns:a16="http://schemas.microsoft.com/office/drawing/2014/main" id="{D55DCE4D-D5A8-0657-E6C3-7051615A37FB}"/>
              </a:ext>
            </a:extLst>
          </p:cNvPr>
          <p:cNvSpPr/>
          <p:nvPr/>
        </p:nvSpPr>
        <p:spPr>
          <a:xfrm>
            <a:off x="2663825" y="5924550"/>
            <a:ext cx="4443413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63DC220C-8D4F-5449-604F-9D16AB7C602B}"/>
              </a:ext>
            </a:extLst>
          </p:cNvPr>
          <p:cNvSpPr/>
          <p:nvPr/>
        </p:nvSpPr>
        <p:spPr>
          <a:xfrm>
            <a:off x="2663825" y="6988175"/>
            <a:ext cx="4443413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1204E38B-AD37-B4DC-A02D-85E7946B5110}"/>
              </a:ext>
            </a:extLst>
          </p:cNvPr>
          <p:cNvSpPr/>
          <p:nvPr/>
        </p:nvSpPr>
        <p:spPr>
          <a:xfrm>
            <a:off x="2663825" y="9725025"/>
            <a:ext cx="4443413" cy="879475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3B2230AE-1180-FDFE-0912-6D259A338C19}"/>
              </a:ext>
            </a:extLst>
          </p:cNvPr>
          <p:cNvSpPr/>
          <p:nvPr/>
        </p:nvSpPr>
        <p:spPr>
          <a:xfrm>
            <a:off x="2663825" y="10788650"/>
            <a:ext cx="4443413" cy="879475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F0A25765-8FDB-F429-825D-89549AB7BD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4125" y="8809038"/>
            <a:ext cx="15570200" cy="0"/>
          </a:xfrm>
          <a:prstGeom prst="line">
            <a:avLst/>
          </a:prstGeom>
          <a:noFill/>
          <a:ln w="254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C0118C9D-E965-1FD2-F978-C077BEDCEF09}"/>
              </a:ext>
            </a:extLst>
          </p:cNvPr>
          <p:cNvSpPr/>
          <p:nvPr/>
        </p:nvSpPr>
        <p:spPr>
          <a:xfrm>
            <a:off x="7553325" y="5924550"/>
            <a:ext cx="4441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BFE92873-5FB5-D41E-EAEE-A37C17B3D2C7}"/>
              </a:ext>
            </a:extLst>
          </p:cNvPr>
          <p:cNvSpPr/>
          <p:nvPr/>
        </p:nvSpPr>
        <p:spPr>
          <a:xfrm>
            <a:off x="7553325" y="6988175"/>
            <a:ext cx="4441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Freeform 7">
            <a:extLst>
              <a:ext uri="{FF2B5EF4-FFF2-40B4-BE49-F238E27FC236}">
                <a16:creationId xmlns:a16="http://schemas.microsoft.com/office/drawing/2014/main" id="{2AE35B2C-D641-BE33-62DF-1FF95BEACDA0}"/>
              </a:ext>
            </a:extLst>
          </p:cNvPr>
          <p:cNvSpPr/>
          <p:nvPr/>
        </p:nvSpPr>
        <p:spPr>
          <a:xfrm>
            <a:off x="7553325" y="9725025"/>
            <a:ext cx="4441825" cy="879475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51878EF0-401A-7CB9-0C48-3668F5FE5F1A}"/>
              </a:ext>
            </a:extLst>
          </p:cNvPr>
          <p:cNvSpPr/>
          <p:nvPr/>
        </p:nvSpPr>
        <p:spPr>
          <a:xfrm>
            <a:off x="7553325" y="10788650"/>
            <a:ext cx="4441825" cy="879475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0AC26B82-4727-0007-1040-D12FD89C0064}"/>
              </a:ext>
            </a:extLst>
          </p:cNvPr>
          <p:cNvSpPr/>
          <p:nvPr/>
        </p:nvSpPr>
        <p:spPr>
          <a:xfrm>
            <a:off x="12385675" y="5924550"/>
            <a:ext cx="4441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2A74293D-1586-B752-5E89-CBEAD11FDB73}"/>
              </a:ext>
            </a:extLst>
          </p:cNvPr>
          <p:cNvSpPr/>
          <p:nvPr/>
        </p:nvSpPr>
        <p:spPr>
          <a:xfrm>
            <a:off x="12385675" y="6988175"/>
            <a:ext cx="4441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EECCC6C0-29C5-5950-9696-83D0FE753C71}"/>
              </a:ext>
            </a:extLst>
          </p:cNvPr>
          <p:cNvSpPr/>
          <p:nvPr/>
        </p:nvSpPr>
        <p:spPr>
          <a:xfrm>
            <a:off x="12385675" y="9725025"/>
            <a:ext cx="4441825" cy="879475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4CC681CE-403D-AA2F-2055-AE262529D609}"/>
              </a:ext>
            </a:extLst>
          </p:cNvPr>
          <p:cNvSpPr/>
          <p:nvPr/>
        </p:nvSpPr>
        <p:spPr>
          <a:xfrm>
            <a:off x="12385675" y="10788650"/>
            <a:ext cx="4441825" cy="879475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id="{8BDEA549-87AB-FA8A-90DF-F748CEB5AF0A}"/>
              </a:ext>
            </a:extLst>
          </p:cNvPr>
          <p:cNvSpPr txBox="1"/>
          <p:nvPr/>
        </p:nvSpPr>
        <p:spPr>
          <a:xfrm rot="16200000">
            <a:off x="-234156" y="6557169"/>
            <a:ext cx="3771900" cy="7540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4600" b="1" cap="all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NEEDS</a:t>
            </a: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BB571DDD-C680-FC74-D63A-4C826E4AF4F2}"/>
              </a:ext>
            </a:extLst>
          </p:cNvPr>
          <p:cNvSpPr txBox="1"/>
          <p:nvPr/>
        </p:nvSpPr>
        <p:spPr>
          <a:xfrm rot="16200000">
            <a:off x="-236538" y="10309226"/>
            <a:ext cx="3776663" cy="7540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4600" b="1" cap="all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PREFENCES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5DFBAB26-F6CA-26E5-7BCA-56DD5F3317C9}"/>
              </a:ext>
            </a:extLst>
          </p:cNvPr>
          <p:cNvSpPr txBox="1"/>
          <p:nvPr/>
        </p:nvSpPr>
        <p:spPr>
          <a:xfrm>
            <a:off x="7488238" y="3613150"/>
            <a:ext cx="4481512" cy="5127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35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physically</a:t>
            </a:r>
          </a:p>
        </p:txBody>
      </p:sp>
      <p:sp>
        <p:nvSpPr>
          <p:cNvPr id="30" name="TextBox 8">
            <a:extLst>
              <a:ext uri="{FF2B5EF4-FFF2-40B4-BE49-F238E27FC236}">
                <a16:creationId xmlns:a16="http://schemas.microsoft.com/office/drawing/2014/main" id="{2DB3AF63-1CA5-7D7E-0EF3-19D3CD608711}"/>
              </a:ext>
            </a:extLst>
          </p:cNvPr>
          <p:cNvSpPr txBox="1"/>
          <p:nvPr/>
        </p:nvSpPr>
        <p:spPr>
          <a:xfrm>
            <a:off x="12392025" y="3613150"/>
            <a:ext cx="4481513" cy="5127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35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PERSONALITY</a:t>
            </a:r>
          </a:p>
        </p:txBody>
      </p:sp>
      <p:sp>
        <p:nvSpPr>
          <p:cNvPr id="31" name="Line">
            <a:extLst>
              <a:ext uri="{FF2B5EF4-FFF2-40B4-BE49-F238E27FC236}">
                <a16:creationId xmlns:a16="http://schemas.microsoft.com/office/drawing/2014/main" id="{63683D26-EE2C-F76B-AE03-1187AC548FB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4125" y="12561888"/>
            <a:ext cx="15570200" cy="0"/>
          </a:xfrm>
          <a:prstGeom prst="line">
            <a:avLst/>
          </a:prstGeom>
          <a:noFill/>
          <a:ln w="254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32" name="Slide Number">
            <a:extLst>
              <a:ext uri="{FF2B5EF4-FFF2-40B4-BE49-F238E27FC236}">
                <a16:creationId xmlns:a16="http://schemas.microsoft.com/office/drawing/2014/main" id="{CF8265E0-B929-46BF-8664-B0E8AF6654EB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FE25FE7-EAC5-4C00-921B-FAD4CFC6D49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979095988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8 (NL)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C DEN BOSCH LOGO.png" descr="FC DEN BOSCH LOGO.png">
            <a:extLst>
              <a:ext uri="{FF2B5EF4-FFF2-40B4-BE49-F238E27FC236}">
                <a16:creationId xmlns:a16="http://schemas.microsoft.com/office/drawing/2014/main" id="{93F88107-7E1D-1D71-0DF7-428A6FAB2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8788" y="246063"/>
            <a:ext cx="13304837" cy="133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3" name="geplakte-afbeelding.pdf" descr="geplakte-afbeelding.pdf">
            <a:extLst>
              <a:ext uri="{FF2B5EF4-FFF2-40B4-BE49-F238E27FC236}">
                <a16:creationId xmlns:a16="http://schemas.microsoft.com/office/drawing/2014/main" id="{DC8B5720-60B4-F154-79CA-6F14B9DE1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4025" y="12850813"/>
            <a:ext cx="5807075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4" name="FC DEN BOSCH LOGO.png" descr="FC DEN BOSCH LOGO.png">
            <a:extLst>
              <a:ext uri="{FF2B5EF4-FFF2-40B4-BE49-F238E27FC236}">
                <a16:creationId xmlns:a16="http://schemas.microsoft.com/office/drawing/2014/main" id="{30D41DEF-062D-C242-080A-4A388E033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12320588"/>
            <a:ext cx="1074738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5" name="Freeform 7">
            <a:extLst>
              <a:ext uri="{FF2B5EF4-FFF2-40B4-BE49-F238E27FC236}">
                <a16:creationId xmlns:a16="http://schemas.microsoft.com/office/drawing/2014/main" id="{37C8E4C5-C101-A638-05FD-646FC5F59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7700" y="3917950"/>
            <a:ext cx="5838825" cy="22733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E32B4E67-03A8-86CC-AC9F-B565E74FB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611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6E2AD9B-4C7E-0D60-B99D-A07F7B4D2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770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5E7F96F0-B108-6125-B5CB-6AE7F8D7F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770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EC217C72-FE4A-99CA-DEF6-164D4D80CA16}"/>
              </a:ext>
            </a:extLst>
          </p:cNvPr>
          <p:cNvSpPr txBox="1"/>
          <p:nvPr/>
        </p:nvSpPr>
        <p:spPr>
          <a:xfrm>
            <a:off x="1858486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221517BB-8912-155F-9085-CA97028B1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9512300"/>
            <a:ext cx="5840412" cy="22733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41128433-5367-7BCE-076F-61DE4B7C3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951230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BF5AC616-E01F-D0D3-85DF-AED105042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7686675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E7EBC0A-7DE6-9529-0D57-F5E837B90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6651625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4" name="TextBox 20">
            <a:extLst>
              <a:ext uri="{FF2B5EF4-FFF2-40B4-BE49-F238E27FC236}">
                <a16:creationId xmlns:a16="http://schemas.microsoft.com/office/drawing/2014/main" id="{2E5028E7-C1A7-E582-BB42-2459BE0327EE}"/>
              </a:ext>
            </a:extLst>
          </p:cNvPr>
          <p:cNvSpPr txBox="1"/>
          <p:nvPr/>
        </p:nvSpPr>
        <p:spPr>
          <a:xfrm>
            <a:off x="6475413" y="959167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7FD2B812-5B57-9BCF-0C4F-9C673A8AF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9512300"/>
            <a:ext cx="5840413" cy="22733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16A1356C-C835-9568-E873-DEE9F667A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951230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8E4F2E96-9529-A6BF-14BA-9BD56AF28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7686675"/>
            <a:ext cx="5840413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3674BBD6-9CBB-EB76-79F8-1295B2020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6651625"/>
            <a:ext cx="5840413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" name="TextBox 20">
            <a:extLst>
              <a:ext uri="{FF2B5EF4-FFF2-40B4-BE49-F238E27FC236}">
                <a16:creationId xmlns:a16="http://schemas.microsoft.com/office/drawing/2014/main" id="{3245A379-0888-B7F6-C773-D109F1CD9779}"/>
              </a:ext>
            </a:extLst>
          </p:cNvPr>
          <p:cNvSpPr txBox="1"/>
          <p:nvPr/>
        </p:nvSpPr>
        <p:spPr>
          <a:xfrm>
            <a:off x="450850" y="959167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A945E7ED-D319-098E-74D2-CA618768B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1350" y="9528175"/>
            <a:ext cx="5840413" cy="2274888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1" name="Freeform 7">
            <a:extLst>
              <a:ext uri="{FF2B5EF4-FFF2-40B4-BE49-F238E27FC236}">
                <a16:creationId xmlns:a16="http://schemas.microsoft.com/office/drawing/2014/main" id="{6CB722F8-0206-80ED-65CA-80B7D45F7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1350" y="9528175"/>
            <a:ext cx="5838825" cy="58896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E9D2721F-BD83-83C3-1139-DE0715A4D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1350" y="7704138"/>
            <a:ext cx="5840413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A5A7A439-8BBD-F4CC-9CB1-95F493832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1350" y="6669088"/>
            <a:ext cx="5840413" cy="8794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4" name="TextBox 20">
            <a:extLst>
              <a:ext uri="{FF2B5EF4-FFF2-40B4-BE49-F238E27FC236}">
                <a16:creationId xmlns:a16="http://schemas.microsoft.com/office/drawing/2014/main" id="{D2C06D51-FC09-EF9F-F58C-C0C78CB67E65}"/>
              </a:ext>
            </a:extLst>
          </p:cNvPr>
          <p:cNvSpPr txBox="1"/>
          <p:nvPr/>
        </p:nvSpPr>
        <p:spPr>
          <a:xfrm>
            <a:off x="18580100" y="9609138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9E8C3178-3BC5-3F3F-B651-285821414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7900" y="3917950"/>
            <a:ext cx="5838825" cy="22733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D7E125C8-AC18-47A2-0E61-30AD072F8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631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7" name="Freeform 7">
            <a:extLst>
              <a:ext uri="{FF2B5EF4-FFF2-40B4-BE49-F238E27FC236}">
                <a16:creationId xmlns:a16="http://schemas.microsoft.com/office/drawing/2014/main" id="{655E44C3-3EAB-8C4A-C157-FA714B35B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790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D20A7E98-5719-A83C-E843-B8B5BE720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790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9157E9A7-F023-841E-86B3-A0E98BF7F22B}"/>
              </a:ext>
            </a:extLst>
          </p:cNvPr>
          <p:cNvSpPr txBox="1"/>
          <p:nvPr/>
        </p:nvSpPr>
        <p:spPr>
          <a:xfrm>
            <a:off x="1256506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30" name="Freeform 7">
            <a:extLst>
              <a:ext uri="{FF2B5EF4-FFF2-40B4-BE49-F238E27FC236}">
                <a16:creationId xmlns:a16="http://schemas.microsoft.com/office/drawing/2014/main" id="{EFF1BC17-2649-6CC9-A8AD-84650A3BB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3933825"/>
            <a:ext cx="5840412" cy="2274888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43320F5C-0CE3-67D4-A4B9-1E431A78B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3933825"/>
            <a:ext cx="5838825" cy="58896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6F52B01F-513F-4D28-815A-9C45C8771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2109788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id="{D915514C-E8F1-2804-76E0-CEFFA9372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1074738"/>
            <a:ext cx="5840412" cy="881062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" name="TextBox 20">
            <a:extLst>
              <a:ext uri="{FF2B5EF4-FFF2-40B4-BE49-F238E27FC236}">
                <a16:creationId xmlns:a16="http://schemas.microsoft.com/office/drawing/2014/main" id="{7021554A-9040-C0F9-DB10-BF6FEBAE6F14}"/>
              </a:ext>
            </a:extLst>
          </p:cNvPr>
          <p:cNvSpPr txBox="1"/>
          <p:nvPr/>
        </p:nvSpPr>
        <p:spPr>
          <a:xfrm>
            <a:off x="6475413" y="4014788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7860B147-4464-08D2-57E0-AD3088662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4563" y="9544050"/>
            <a:ext cx="5840412" cy="2274888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F642B407-6CE4-FD8E-D45D-C64091AB9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4563" y="9544050"/>
            <a:ext cx="5838825" cy="58896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7" name="Freeform 7">
            <a:extLst>
              <a:ext uri="{FF2B5EF4-FFF2-40B4-BE49-F238E27FC236}">
                <a16:creationId xmlns:a16="http://schemas.microsoft.com/office/drawing/2014/main" id="{35F7B796-2E24-7815-6301-7D02AD458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4563" y="7720013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8" name="Freeform 7">
            <a:extLst>
              <a:ext uri="{FF2B5EF4-FFF2-40B4-BE49-F238E27FC236}">
                <a16:creationId xmlns:a16="http://schemas.microsoft.com/office/drawing/2014/main" id="{A9924ADD-3A24-8E2A-501C-5F3709059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4563" y="6684963"/>
            <a:ext cx="5840412" cy="8794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9" name="TextBox 20">
            <a:extLst>
              <a:ext uri="{FF2B5EF4-FFF2-40B4-BE49-F238E27FC236}">
                <a16:creationId xmlns:a16="http://schemas.microsoft.com/office/drawing/2014/main" id="{95199932-A0AE-7414-D6AA-6BEA01997AE1}"/>
              </a:ext>
            </a:extLst>
          </p:cNvPr>
          <p:cNvSpPr txBox="1"/>
          <p:nvPr/>
        </p:nvSpPr>
        <p:spPr>
          <a:xfrm>
            <a:off x="12533313" y="9625013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40" name="Freeform 7">
            <a:extLst>
              <a:ext uri="{FF2B5EF4-FFF2-40B4-BE49-F238E27FC236}">
                <a16:creationId xmlns:a16="http://schemas.microsoft.com/office/drawing/2014/main" id="{8EAC41E8-55CF-50FD-3068-3032D5623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3917950"/>
            <a:ext cx="5838825" cy="22733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1" name="Freeform 7">
            <a:extLst>
              <a:ext uri="{FF2B5EF4-FFF2-40B4-BE49-F238E27FC236}">
                <a16:creationId xmlns:a16="http://schemas.microsoft.com/office/drawing/2014/main" id="{9A7F9D41-14DE-DBD4-838D-C54400CB5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2" name="Freeform 7">
            <a:extLst>
              <a:ext uri="{FF2B5EF4-FFF2-40B4-BE49-F238E27FC236}">
                <a16:creationId xmlns:a16="http://schemas.microsoft.com/office/drawing/2014/main" id="{CDD65ED9-3B7B-EF3F-004D-482D91405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3" name="Freeform 7">
            <a:extLst>
              <a:ext uri="{FF2B5EF4-FFF2-40B4-BE49-F238E27FC236}">
                <a16:creationId xmlns:a16="http://schemas.microsoft.com/office/drawing/2014/main" id="{D6BF7532-343E-2F3F-D7ED-25CCEC8F9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4" name="TextBox 20">
            <a:extLst>
              <a:ext uri="{FF2B5EF4-FFF2-40B4-BE49-F238E27FC236}">
                <a16:creationId xmlns:a16="http://schemas.microsoft.com/office/drawing/2014/main" id="{186F9C99-E5C3-8257-3A8A-D6B3599EE648}"/>
              </a:ext>
            </a:extLst>
          </p:cNvPr>
          <p:cNvSpPr txBox="1"/>
          <p:nvPr/>
        </p:nvSpPr>
        <p:spPr>
          <a:xfrm>
            <a:off x="43021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45" name="Slide Number">
            <a:extLst>
              <a:ext uri="{FF2B5EF4-FFF2-40B4-BE49-F238E27FC236}">
                <a16:creationId xmlns:a16="http://schemas.microsoft.com/office/drawing/2014/main" id="{D92B19AA-EEBF-B0DD-D3A7-35CF775FA6B0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CD6E02E-7DCD-4F27-9D8B-CF31A7312E9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38600372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(N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6FD24DE8-F461-8378-CE2A-0C6E974D5B7D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9F1A01C9-7E68-1293-C9BD-2FDA073DC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0" y="-134938"/>
            <a:ext cx="24536400" cy="1282701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007D0DF0-D5FE-33E4-F24F-B3BEA9A9D68C}"/>
              </a:ext>
            </a:extLst>
          </p:cNvPr>
          <p:cNvSpPr>
            <a:spLocks noChangeShapeType="1"/>
          </p:cNvSpPr>
          <p:nvPr/>
        </p:nvSpPr>
        <p:spPr bwMode="auto">
          <a:xfrm>
            <a:off x="-257175" y="1168400"/>
            <a:ext cx="24898350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488D3F6F-6B83-2658-8D4D-49D81CC571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9675" y="5089525"/>
            <a:ext cx="15568613" cy="0"/>
          </a:xfrm>
          <a:prstGeom prst="line">
            <a:avLst/>
          </a:prstGeom>
          <a:noFill/>
          <a:ln w="254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pic>
        <p:nvPicPr>
          <p:cNvPr id="6" name="FC DEN BOSCH LOGO.png" descr="FC DEN BOSCH LOGO.png">
            <a:extLst>
              <a:ext uri="{FF2B5EF4-FFF2-40B4-BE49-F238E27FC236}">
                <a16:creationId xmlns:a16="http://schemas.microsoft.com/office/drawing/2014/main" id="{758D0ED9-AA3F-91EC-0828-5128A57E9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32" y="331010"/>
            <a:ext cx="1673364" cy="1673365"/>
          </a:xfrm>
          <a:prstGeom prst="rect">
            <a:avLst/>
          </a:prstGeom>
          <a:ln w="12700">
            <a:miter lim="400000"/>
          </a:ln>
          <a:effectLst>
            <a:outerShdw blurRad="139700" dist="148130" dir="5400000" rotWithShape="0">
              <a:srgbClr val="000000">
                <a:alpha val="50000"/>
              </a:srgbClr>
            </a:outerShdw>
            <a:reflection stA="50000" endPos="40000" dir="5400000" sy="-100000" algn="bl" rotWithShape="0"/>
          </a:effectLst>
        </p:spPr>
      </p:pic>
      <p:sp>
        <p:nvSpPr>
          <p:cNvPr id="7" name="Rectangle">
            <a:extLst>
              <a:ext uri="{FF2B5EF4-FFF2-40B4-BE49-F238E27FC236}">
                <a16:creationId xmlns:a16="http://schemas.microsoft.com/office/drawing/2014/main" id="{121DAACB-110D-9DED-D4E4-ADE3A0C126BA}"/>
              </a:ext>
            </a:extLst>
          </p:cNvPr>
          <p:cNvSpPr/>
          <p:nvPr/>
        </p:nvSpPr>
        <p:spPr>
          <a:xfrm>
            <a:off x="2628900" y="3340100"/>
            <a:ext cx="4425950" cy="1058863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blurRad="50800" dist="54254" dir="2156317" rotWithShape="0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943B9BF-4295-FA19-CF3B-7EE48110DC57}"/>
              </a:ext>
            </a:extLst>
          </p:cNvPr>
          <p:cNvSpPr txBox="1"/>
          <p:nvPr/>
        </p:nvSpPr>
        <p:spPr>
          <a:xfrm>
            <a:off x="2582863" y="3613150"/>
            <a:ext cx="4479925" cy="5127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35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VOETBAL</a:t>
            </a:r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DDBFE643-1CC2-ABD9-B3E1-1F6D38F6B97F}"/>
              </a:ext>
            </a:extLst>
          </p:cNvPr>
          <p:cNvSpPr/>
          <p:nvPr/>
        </p:nvSpPr>
        <p:spPr>
          <a:xfrm>
            <a:off x="7481888" y="3340100"/>
            <a:ext cx="4425950" cy="1058863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blurRad="50800" dist="54254" dir="2156317" rotWithShape="0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39AA4435-A3A3-AB45-A906-349D4E7FCB7E}"/>
              </a:ext>
            </a:extLst>
          </p:cNvPr>
          <p:cNvSpPr/>
          <p:nvPr/>
        </p:nvSpPr>
        <p:spPr>
          <a:xfrm>
            <a:off x="12393613" y="3340100"/>
            <a:ext cx="4425950" cy="1058863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blurRad="50800" dist="54254" dir="2156317" rotWithShape="0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1" name="Group">
            <a:extLst>
              <a:ext uri="{FF2B5EF4-FFF2-40B4-BE49-F238E27FC236}">
                <a16:creationId xmlns:a16="http://schemas.microsoft.com/office/drawing/2014/main" id="{5854724A-88D2-2C45-61F9-44C1C30DC3F9}"/>
              </a:ext>
            </a:extLst>
          </p:cNvPr>
          <p:cNvGrpSpPr>
            <a:grpSpLocks/>
          </p:cNvGrpSpPr>
          <p:nvPr/>
        </p:nvGrpSpPr>
        <p:grpSpPr bwMode="auto">
          <a:xfrm>
            <a:off x="18383250" y="3832225"/>
            <a:ext cx="4746625" cy="7153275"/>
            <a:chOff x="0" y="0"/>
            <a:chExt cx="4746646" cy="7153726"/>
          </a:xfrm>
        </p:grpSpPr>
        <p:sp>
          <p:nvSpPr>
            <p:cNvPr id="12" name="Rounded Rectangle">
              <a:extLst>
                <a:ext uri="{FF2B5EF4-FFF2-40B4-BE49-F238E27FC236}">
                  <a16:creationId xmlns:a16="http://schemas.microsoft.com/office/drawing/2014/main" id="{1D55F4B5-4519-99ED-AE95-922B2A1E960B}"/>
                </a:ext>
              </a:extLst>
            </p:cNvPr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blurRad="139700" dist="148130" dir="5400000" rotWithShape="0">
                <a:srgbClr val="000000">
                  <a:alpha val="50000"/>
                </a:srgbClr>
              </a:outerShdw>
              <a:reflection stA="50000" endPos="40000" dir="5400000" sy="-100000" algn="bl" rotWithShape="0"/>
            </a:effectLst>
          </p:spPr>
          <p:txBody>
            <a:bodyPr lIns="71437" tIns="71437" rIns="71437" bIns="71437" anchor="ctr"/>
            <a:lstStyle/>
            <a:p>
              <a:pPr algn="ctr" defTabSz="821531" eaLnBrk="1" fontAlgn="auto">
                <a:spcBef>
                  <a:spcPts val="0"/>
                </a:spcBef>
                <a:spcAft>
                  <a:spcPts val="0"/>
                </a:spcAft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600" kern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endParaRPr>
            </a:p>
          </p:txBody>
        </p:sp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A673BD92-F0A0-AEFF-60A7-6CC7E3AE5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9311"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14" name="Freeform 7">
            <a:extLst>
              <a:ext uri="{FF2B5EF4-FFF2-40B4-BE49-F238E27FC236}">
                <a16:creationId xmlns:a16="http://schemas.microsoft.com/office/drawing/2014/main" id="{A320DB0C-87FD-8157-5379-CDA13DEAE4A7}"/>
              </a:ext>
            </a:extLst>
          </p:cNvPr>
          <p:cNvSpPr/>
          <p:nvPr/>
        </p:nvSpPr>
        <p:spPr>
          <a:xfrm>
            <a:off x="2663825" y="5924550"/>
            <a:ext cx="4443413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A6BD59E6-C087-87EA-B5F9-DE4C8B8B59FC}"/>
              </a:ext>
            </a:extLst>
          </p:cNvPr>
          <p:cNvSpPr/>
          <p:nvPr/>
        </p:nvSpPr>
        <p:spPr>
          <a:xfrm>
            <a:off x="2663825" y="6988175"/>
            <a:ext cx="4443413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A374292A-B7B7-5513-C5E4-6CF3B277A7FD}"/>
              </a:ext>
            </a:extLst>
          </p:cNvPr>
          <p:cNvSpPr/>
          <p:nvPr/>
        </p:nvSpPr>
        <p:spPr>
          <a:xfrm>
            <a:off x="2663825" y="9725025"/>
            <a:ext cx="4443413" cy="879475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1A413DD5-0DC6-CA73-18BA-E6C080B49FFD}"/>
              </a:ext>
            </a:extLst>
          </p:cNvPr>
          <p:cNvSpPr/>
          <p:nvPr/>
        </p:nvSpPr>
        <p:spPr>
          <a:xfrm>
            <a:off x="2663825" y="10788650"/>
            <a:ext cx="4443413" cy="879475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C0433CA4-554B-8DDE-A389-A02C0A498F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4125" y="8809038"/>
            <a:ext cx="15570200" cy="0"/>
          </a:xfrm>
          <a:prstGeom prst="line">
            <a:avLst/>
          </a:prstGeom>
          <a:noFill/>
          <a:ln w="254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2E16D418-44B4-CE3B-4986-680BA37CF969}"/>
              </a:ext>
            </a:extLst>
          </p:cNvPr>
          <p:cNvSpPr/>
          <p:nvPr/>
        </p:nvSpPr>
        <p:spPr>
          <a:xfrm>
            <a:off x="7553325" y="5924550"/>
            <a:ext cx="4441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9B3B7292-0431-35FF-A0BC-F4E61BDE46DC}"/>
              </a:ext>
            </a:extLst>
          </p:cNvPr>
          <p:cNvSpPr/>
          <p:nvPr/>
        </p:nvSpPr>
        <p:spPr>
          <a:xfrm>
            <a:off x="7553325" y="6988175"/>
            <a:ext cx="4441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Freeform 7">
            <a:extLst>
              <a:ext uri="{FF2B5EF4-FFF2-40B4-BE49-F238E27FC236}">
                <a16:creationId xmlns:a16="http://schemas.microsoft.com/office/drawing/2014/main" id="{1C75B161-1E8F-BD4B-244F-A5FEE5E28DD8}"/>
              </a:ext>
            </a:extLst>
          </p:cNvPr>
          <p:cNvSpPr/>
          <p:nvPr/>
        </p:nvSpPr>
        <p:spPr>
          <a:xfrm>
            <a:off x="7553325" y="9725025"/>
            <a:ext cx="4441825" cy="879475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76107DA2-E41E-A839-0FC5-12F2A58A06A7}"/>
              </a:ext>
            </a:extLst>
          </p:cNvPr>
          <p:cNvSpPr/>
          <p:nvPr/>
        </p:nvSpPr>
        <p:spPr>
          <a:xfrm>
            <a:off x="7553325" y="10788650"/>
            <a:ext cx="4441825" cy="879475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25DE40FA-40AB-B6C0-E2F0-021496485BD8}"/>
              </a:ext>
            </a:extLst>
          </p:cNvPr>
          <p:cNvSpPr/>
          <p:nvPr/>
        </p:nvSpPr>
        <p:spPr>
          <a:xfrm>
            <a:off x="12385675" y="5924550"/>
            <a:ext cx="4441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6E3A076D-CE16-C1A6-6B8A-30B813819035}"/>
              </a:ext>
            </a:extLst>
          </p:cNvPr>
          <p:cNvSpPr/>
          <p:nvPr/>
        </p:nvSpPr>
        <p:spPr>
          <a:xfrm>
            <a:off x="12385675" y="6988175"/>
            <a:ext cx="4441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8332BB18-556A-B740-CEB8-94AE0909B252}"/>
              </a:ext>
            </a:extLst>
          </p:cNvPr>
          <p:cNvSpPr/>
          <p:nvPr/>
        </p:nvSpPr>
        <p:spPr>
          <a:xfrm>
            <a:off x="12385675" y="9725025"/>
            <a:ext cx="4441825" cy="879475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EB9EF67D-3979-91E7-302F-E7FD57A949EC}"/>
              </a:ext>
            </a:extLst>
          </p:cNvPr>
          <p:cNvSpPr/>
          <p:nvPr/>
        </p:nvSpPr>
        <p:spPr>
          <a:xfrm>
            <a:off x="12385675" y="10788650"/>
            <a:ext cx="4441825" cy="879475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id="{7204E9E0-30B7-CEA0-CDE7-4E95536970E4}"/>
              </a:ext>
            </a:extLst>
          </p:cNvPr>
          <p:cNvSpPr txBox="1"/>
          <p:nvPr/>
        </p:nvSpPr>
        <p:spPr>
          <a:xfrm rot="16200000">
            <a:off x="-234156" y="6557169"/>
            <a:ext cx="3771900" cy="7540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4600" b="1" cap="all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BEHOEFTEN</a:t>
            </a: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07B9EC42-C55F-D5F6-6DB5-C1A2FF2C6697}"/>
              </a:ext>
            </a:extLst>
          </p:cNvPr>
          <p:cNvSpPr txBox="1"/>
          <p:nvPr/>
        </p:nvSpPr>
        <p:spPr>
          <a:xfrm rot="16200000">
            <a:off x="-236538" y="10309226"/>
            <a:ext cx="3776663" cy="7540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4600" b="1" cap="all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VOORKEUR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9A0A6487-4E96-0CFA-2F72-798EDE5A5A6E}"/>
              </a:ext>
            </a:extLst>
          </p:cNvPr>
          <p:cNvSpPr txBox="1"/>
          <p:nvPr/>
        </p:nvSpPr>
        <p:spPr>
          <a:xfrm>
            <a:off x="7488238" y="3613150"/>
            <a:ext cx="4481512" cy="5127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35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FYSIEK</a:t>
            </a:r>
          </a:p>
        </p:txBody>
      </p:sp>
      <p:sp>
        <p:nvSpPr>
          <p:cNvPr id="30" name="TextBox 8">
            <a:extLst>
              <a:ext uri="{FF2B5EF4-FFF2-40B4-BE49-F238E27FC236}">
                <a16:creationId xmlns:a16="http://schemas.microsoft.com/office/drawing/2014/main" id="{6E92DD4E-E209-1F71-05FB-9000FAEAAB8D}"/>
              </a:ext>
            </a:extLst>
          </p:cNvPr>
          <p:cNvSpPr txBox="1"/>
          <p:nvPr/>
        </p:nvSpPr>
        <p:spPr>
          <a:xfrm>
            <a:off x="12392025" y="3613150"/>
            <a:ext cx="4481513" cy="5127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35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PERSOONLIJKHEID</a:t>
            </a:r>
          </a:p>
        </p:txBody>
      </p:sp>
      <p:sp>
        <p:nvSpPr>
          <p:cNvPr id="31" name="Line">
            <a:extLst>
              <a:ext uri="{FF2B5EF4-FFF2-40B4-BE49-F238E27FC236}">
                <a16:creationId xmlns:a16="http://schemas.microsoft.com/office/drawing/2014/main" id="{CB5AC2A5-C340-3BFF-452F-2CCABF32AC3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4125" y="12561888"/>
            <a:ext cx="15570200" cy="0"/>
          </a:xfrm>
          <a:prstGeom prst="line">
            <a:avLst/>
          </a:prstGeom>
          <a:noFill/>
          <a:ln w="254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32" name="Slide Number">
            <a:extLst>
              <a:ext uri="{FF2B5EF4-FFF2-40B4-BE49-F238E27FC236}">
                <a16:creationId xmlns:a16="http://schemas.microsoft.com/office/drawing/2014/main" id="{FF39C7A5-17B5-0FE3-A8E4-497E8C1A894C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FA778F-C152-4662-84BA-844A55EE7D0E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40384313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85590125-0479-F68E-B93D-238DA3EB62B9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xfrm>
            <a:off x="12050713" y="12344400"/>
            <a:ext cx="1970087" cy="736600"/>
          </a:xfrm>
        </p:spPr>
        <p:txBody>
          <a:bodyPr lIns="12660" tIns="12660" rIns="12660" bIns="12660" anchor="ctr"/>
          <a:lstStyle>
            <a:lvl1pPr algn="r" defTabSz="125413">
              <a:defRPr sz="3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fld id="{8E910303-F53B-4A45-B3D3-37A42EA605D7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94937992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Leeg kopie 3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7E6F9A68-401F-E59E-367F-B47FA4D1EE7A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657D083-475B-468B-B4E1-8B091CCAC20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954654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Leeg kopie 6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FG">
            <a:extLst>
              <a:ext uri="{FF2B5EF4-FFF2-40B4-BE49-F238E27FC236}">
                <a16:creationId xmlns:a16="http://schemas.microsoft.com/office/drawing/2014/main" id="{864B98FE-EC5B-B039-8A4C-ECAAB4E744C4}"/>
              </a:ext>
            </a:extLst>
          </p:cNvPr>
          <p:cNvSpPr txBox="1"/>
          <p:nvPr/>
        </p:nvSpPr>
        <p:spPr>
          <a:xfrm>
            <a:off x="311150" y="568325"/>
            <a:ext cx="2855913" cy="1409700"/>
          </a:xfrm>
          <a:prstGeom prst="rect">
            <a:avLst/>
          </a:prstGeom>
          <a:ln w="12700">
            <a:miter lim="400000"/>
          </a:ln>
          <a:effectLst>
            <a:outerShdw blurRad="50800" dist="88900" dir="3243361" rotWithShape="0">
              <a:srgbClr val="000000">
                <a:alpha val="38000"/>
              </a:srgbClr>
            </a:outerShdw>
          </a:effec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sz="9000" b="1" spc="900">
                <a:solidFill>
                  <a:srgbClr val="AF8B31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BFG</a:t>
            </a:r>
          </a:p>
        </p:txBody>
      </p:sp>
      <p:sp>
        <p:nvSpPr>
          <p:cNvPr id="3" name="CLub">
            <a:extLst>
              <a:ext uri="{FF2B5EF4-FFF2-40B4-BE49-F238E27FC236}">
                <a16:creationId xmlns:a16="http://schemas.microsoft.com/office/drawing/2014/main" id="{8066495F-9FA7-D01A-15D8-080A94A8D160}"/>
              </a:ext>
            </a:extLst>
          </p:cNvPr>
          <p:cNvSpPr txBox="1"/>
          <p:nvPr/>
        </p:nvSpPr>
        <p:spPr>
          <a:xfrm>
            <a:off x="392113" y="358775"/>
            <a:ext cx="2855912" cy="3683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4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CLub</a:t>
            </a:r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37A2B860-C285-8F30-15F7-4B980325E7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950" y="1982788"/>
            <a:ext cx="2363788" cy="0"/>
          </a:xfrm>
          <a:prstGeom prst="line">
            <a:avLst/>
          </a:prstGeom>
          <a:noFill/>
          <a:ln w="50800">
            <a:solidFill>
              <a:srgbClr val="AF8B31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437" tIns="71437" rIns="71437" bIns="71437" anchor="ctr"/>
          <a:lstStyle/>
          <a:p>
            <a:endParaRPr lang="LID4096"/>
          </a:p>
        </p:txBody>
      </p:sp>
      <p:sp>
        <p:nvSpPr>
          <p:cNvPr id="5" name="TextBox 21">
            <a:extLst>
              <a:ext uri="{FF2B5EF4-FFF2-40B4-BE49-F238E27FC236}">
                <a16:creationId xmlns:a16="http://schemas.microsoft.com/office/drawing/2014/main" id="{ABEF9FDA-0877-89B6-62B2-C604E0162F29}"/>
              </a:ext>
            </a:extLst>
          </p:cNvPr>
          <p:cNvSpPr txBox="1"/>
          <p:nvPr/>
        </p:nvSpPr>
        <p:spPr>
          <a:xfrm>
            <a:off x="5172075" y="1741488"/>
            <a:ext cx="15078075" cy="5207000"/>
          </a:xfrm>
          <a:prstGeom prst="rect">
            <a:avLst/>
          </a:prstGeom>
          <a:ln w="12700">
            <a:miter lim="400000"/>
          </a:ln>
          <a:effectLst>
            <a:outerShdw blurRad="50800" dist="88900" dir="3243361" rotWithShape="0">
              <a:srgbClr val="000000">
                <a:alpha val="38000"/>
              </a:srgbClr>
            </a:outerShdw>
          </a:effectLst>
        </p:spPr>
        <p:txBody>
          <a:bodyPr lIns="0" tIns="0" rIns="0" bIns="0">
            <a:spAutoFit/>
          </a:bodyPr>
          <a:lstStyle/>
          <a:p>
            <a:pPr defTabSz="1285875" eaLnBrk="1" fontAlgn="auto">
              <a:spcBef>
                <a:spcPts val="0"/>
              </a:spcBef>
              <a:spcAft>
                <a:spcPts val="0"/>
              </a:spcAft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b="1" kern="0" cap="all">
              <a:solidFill>
                <a:srgbClr val="FFFFFF"/>
              </a:solidFill>
              <a:uFill>
                <a:solidFill>
                  <a:srgbClr val="525252"/>
                </a:solidFill>
              </a:u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03200" lvl="1" indent="-2032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We zijn een Bossche club, een Bosschenaar is trots op onze stad en club</a:t>
            </a:r>
          </a:p>
          <a:p>
            <a:pPr defTabSz="1285875" eaLnBrk="1"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 kern="0">
              <a:solidFill>
                <a:srgbClr val="FFFFFF"/>
              </a:solidFill>
              <a:uFill>
                <a:solidFill>
                  <a:srgbClr val="525252"/>
                </a:solidFill>
              </a:u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03200" lvl="1" indent="-2032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We zijn strijdbaar, we buigen wel, maar barsten niet</a:t>
            </a:r>
          </a:p>
          <a:p>
            <a:pPr defTabSz="1285875" eaLnBrk="1"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 kern="0">
              <a:solidFill>
                <a:srgbClr val="FFFFFF"/>
              </a:solidFill>
              <a:uFill>
                <a:solidFill>
                  <a:srgbClr val="525252"/>
                </a:solidFill>
              </a:u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03200" lvl="1" indent="-2032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Met heel ons hart staan we achter FC Den Bosch</a:t>
            </a:r>
          </a:p>
          <a:p>
            <a:pPr defTabSz="1285875" eaLnBrk="1"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 kern="0">
              <a:solidFill>
                <a:srgbClr val="FFFFFF"/>
              </a:solidFill>
              <a:uFill>
                <a:solidFill>
                  <a:srgbClr val="525252"/>
                </a:solidFill>
              </a:u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03200" lvl="1" indent="-2032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Hier leren we van tegenslagen om vervolgens samen te groeien</a:t>
            </a:r>
          </a:p>
          <a:p>
            <a:pPr defTabSz="1285875" eaLnBrk="1"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 kern="0">
              <a:solidFill>
                <a:srgbClr val="FFFFFF"/>
              </a:solidFill>
              <a:uFill>
                <a:solidFill>
                  <a:srgbClr val="525252"/>
                </a:solidFill>
              </a:u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03200" lvl="1" indent="-2032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We zijn een hartverwarmende Bossche club, voor iedereen</a:t>
            </a:r>
          </a:p>
        </p:txBody>
      </p:sp>
      <p:pic>
        <p:nvPicPr>
          <p:cNvPr id="6" name="FC DEN BOSCH LOGO.png" descr="FC DEN BOSCH LOGO.png">
            <a:extLst>
              <a:ext uri="{FF2B5EF4-FFF2-40B4-BE49-F238E27FC236}">
                <a16:creationId xmlns:a16="http://schemas.microsoft.com/office/drawing/2014/main" id="{B6D647EA-4ECD-9B57-24CB-1727DF496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25" y="2363788"/>
            <a:ext cx="1673225" cy="1673225"/>
          </a:xfrm>
          <a:prstGeom prst="rect">
            <a:avLst/>
          </a:prstGeom>
          <a:ln w="12700">
            <a:miter lim="400000"/>
          </a:ln>
          <a:effectLst>
            <a:outerShdw blurRad="50800" dist="88900" dir="3243361" rotWithShape="0">
              <a:srgbClr val="000000">
                <a:alpha val="38000"/>
              </a:srgbClr>
            </a:outerShdw>
          </a:effectLst>
        </p:spPr>
      </p:pic>
      <p:pic>
        <p:nvPicPr>
          <p:cNvPr id="7" name="geplakte-afbeelding.pdf" descr="geplakte-afbeelding.pdf">
            <a:extLst>
              <a:ext uri="{FF2B5EF4-FFF2-40B4-BE49-F238E27FC236}">
                <a16:creationId xmlns:a16="http://schemas.microsoft.com/office/drawing/2014/main" id="{6A11F973-FD76-A356-BDD6-71EEB2C31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4025" y="12850813"/>
            <a:ext cx="5807075" cy="765175"/>
          </a:xfrm>
          <a:prstGeom prst="rect">
            <a:avLst/>
          </a:prstGeom>
          <a:ln w="12700">
            <a:miter lim="400000"/>
          </a:ln>
          <a:effectLst>
            <a:outerShdw blurRad="50800" dist="88900" dir="3243361" rotWithShape="0">
              <a:srgbClr val="000000">
                <a:alpha val="38000"/>
              </a:srgbClr>
            </a:outerShdw>
          </a:effectLst>
        </p:spPr>
      </p:pic>
      <p:sp>
        <p:nvSpPr>
          <p:cNvPr id="8" name="Heart">
            <a:extLst>
              <a:ext uri="{FF2B5EF4-FFF2-40B4-BE49-F238E27FC236}">
                <a16:creationId xmlns:a16="http://schemas.microsoft.com/office/drawing/2014/main" id="{8C8C3299-1652-C555-11E4-454E2392C53E}"/>
              </a:ext>
            </a:extLst>
          </p:cNvPr>
          <p:cNvSpPr/>
          <p:nvPr/>
        </p:nvSpPr>
        <p:spPr>
          <a:xfrm>
            <a:off x="12038013" y="9582150"/>
            <a:ext cx="1790700" cy="15827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6" h="21433" extrusionOk="0">
                <a:moveTo>
                  <a:pt x="5838" y="8"/>
                </a:moveTo>
                <a:cubicBezTo>
                  <a:pt x="3712" y="114"/>
                  <a:pt x="158" y="1891"/>
                  <a:pt x="2" y="7232"/>
                </a:cubicBezTo>
                <a:cubicBezTo>
                  <a:pt x="-54" y="9134"/>
                  <a:pt x="1253" y="14877"/>
                  <a:pt x="10702" y="21433"/>
                </a:cubicBezTo>
                <a:cubicBezTo>
                  <a:pt x="20130" y="14892"/>
                  <a:pt x="21546" y="9139"/>
                  <a:pt x="21505" y="7232"/>
                </a:cubicBezTo>
                <a:cubicBezTo>
                  <a:pt x="21391" y="1889"/>
                  <a:pt x="17806" y="115"/>
                  <a:pt x="15669" y="8"/>
                </a:cubicBezTo>
                <a:cubicBezTo>
                  <a:pt x="12170" y="-167"/>
                  <a:pt x="10753" y="2729"/>
                  <a:pt x="10753" y="2729"/>
                </a:cubicBezTo>
                <a:cubicBezTo>
                  <a:pt x="10753" y="2729"/>
                  <a:pt x="9337" y="-167"/>
                  <a:pt x="5838" y="8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Hartstocht">
            <a:extLst>
              <a:ext uri="{FF2B5EF4-FFF2-40B4-BE49-F238E27FC236}">
                <a16:creationId xmlns:a16="http://schemas.microsoft.com/office/drawing/2014/main" id="{02210B8E-BE1B-242C-88E0-3D2F8CBD6B16}"/>
              </a:ext>
            </a:extLst>
          </p:cNvPr>
          <p:cNvSpPr txBox="1"/>
          <p:nvPr/>
        </p:nvSpPr>
        <p:spPr>
          <a:xfrm>
            <a:off x="11012488" y="8175625"/>
            <a:ext cx="3840162" cy="1619250"/>
          </a:xfrm>
          <a:prstGeom prst="rect">
            <a:avLst/>
          </a:prstGeom>
          <a:ln w="12700">
            <a:miter lim="400000"/>
          </a:ln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Hartstocht</a:t>
            </a:r>
          </a:p>
        </p:txBody>
      </p:sp>
      <p:sp>
        <p:nvSpPr>
          <p:cNvPr id="10" name="Growth">
            <a:extLst>
              <a:ext uri="{FF2B5EF4-FFF2-40B4-BE49-F238E27FC236}">
                <a16:creationId xmlns:a16="http://schemas.microsoft.com/office/drawing/2014/main" id="{4B1248C9-D87F-6A91-E2BC-9F68A661B4F6}"/>
              </a:ext>
            </a:extLst>
          </p:cNvPr>
          <p:cNvSpPr/>
          <p:nvPr/>
        </p:nvSpPr>
        <p:spPr>
          <a:xfrm>
            <a:off x="16602075" y="9575800"/>
            <a:ext cx="1878013" cy="14525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6" h="21598" extrusionOk="0">
                <a:moveTo>
                  <a:pt x="21464" y="6"/>
                </a:moveTo>
                <a:cubicBezTo>
                  <a:pt x="21442" y="-2"/>
                  <a:pt x="21417" y="-2"/>
                  <a:pt x="21392" y="8"/>
                </a:cubicBezTo>
                <a:lnTo>
                  <a:pt x="18267" y="1242"/>
                </a:lnTo>
                <a:cubicBezTo>
                  <a:pt x="18161" y="1283"/>
                  <a:pt x="18132" y="1450"/>
                  <a:pt x="18212" y="1547"/>
                </a:cubicBezTo>
                <a:lnTo>
                  <a:pt x="18753" y="2202"/>
                </a:lnTo>
                <a:cubicBezTo>
                  <a:pt x="18809" y="2274"/>
                  <a:pt x="18815" y="2386"/>
                  <a:pt x="18759" y="2459"/>
                </a:cubicBezTo>
                <a:lnTo>
                  <a:pt x="13208" y="10155"/>
                </a:lnTo>
                <a:cubicBezTo>
                  <a:pt x="13152" y="10227"/>
                  <a:pt x="13058" y="10235"/>
                  <a:pt x="13002" y="10155"/>
                </a:cubicBezTo>
                <a:lnTo>
                  <a:pt x="9056" y="4932"/>
                </a:lnTo>
                <a:cubicBezTo>
                  <a:pt x="9000" y="4859"/>
                  <a:pt x="8907" y="4859"/>
                  <a:pt x="8851" y="4932"/>
                </a:cubicBezTo>
                <a:lnTo>
                  <a:pt x="39" y="17166"/>
                </a:lnTo>
                <a:cubicBezTo>
                  <a:pt x="-17" y="17238"/>
                  <a:pt x="-11" y="17350"/>
                  <a:pt x="45" y="17423"/>
                </a:cubicBezTo>
                <a:lnTo>
                  <a:pt x="941" y="18503"/>
                </a:lnTo>
                <a:cubicBezTo>
                  <a:pt x="997" y="18576"/>
                  <a:pt x="1084" y="18568"/>
                  <a:pt x="1140" y="18495"/>
                </a:cubicBezTo>
                <a:lnTo>
                  <a:pt x="8877" y="7770"/>
                </a:lnTo>
                <a:cubicBezTo>
                  <a:pt x="8933" y="7697"/>
                  <a:pt x="9025" y="7689"/>
                  <a:pt x="9081" y="7770"/>
                </a:cubicBezTo>
                <a:lnTo>
                  <a:pt x="13047" y="13016"/>
                </a:lnTo>
                <a:cubicBezTo>
                  <a:pt x="13103" y="13096"/>
                  <a:pt x="13201" y="13089"/>
                  <a:pt x="13251" y="13008"/>
                </a:cubicBezTo>
                <a:lnTo>
                  <a:pt x="13706" y="12315"/>
                </a:lnTo>
                <a:lnTo>
                  <a:pt x="19848" y="3796"/>
                </a:lnTo>
                <a:cubicBezTo>
                  <a:pt x="19904" y="3723"/>
                  <a:pt x="19992" y="3716"/>
                  <a:pt x="20048" y="3788"/>
                </a:cubicBezTo>
                <a:lnTo>
                  <a:pt x="20589" y="4441"/>
                </a:lnTo>
                <a:cubicBezTo>
                  <a:pt x="20670" y="4537"/>
                  <a:pt x="20802" y="4490"/>
                  <a:pt x="20826" y="4353"/>
                </a:cubicBezTo>
                <a:lnTo>
                  <a:pt x="21560" y="235"/>
                </a:lnTo>
                <a:cubicBezTo>
                  <a:pt x="21583" y="126"/>
                  <a:pt x="21533" y="30"/>
                  <a:pt x="21464" y="6"/>
                </a:cubicBezTo>
                <a:close/>
                <a:moveTo>
                  <a:pt x="20260" y="5385"/>
                </a:moveTo>
                <a:cubicBezTo>
                  <a:pt x="20232" y="5392"/>
                  <a:pt x="20204" y="5410"/>
                  <a:pt x="20179" y="5440"/>
                </a:cubicBezTo>
                <a:lnTo>
                  <a:pt x="17857" y="8656"/>
                </a:lnTo>
                <a:lnTo>
                  <a:pt x="17347" y="9429"/>
                </a:lnTo>
                <a:cubicBezTo>
                  <a:pt x="17328" y="9462"/>
                  <a:pt x="17316" y="9510"/>
                  <a:pt x="17316" y="9550"/>
                </a:cubicBezTo>
                <a:lnTo>
                  <a:pt x="17316" y="21412"/>
                </a:lnTo>
                <a:cubicBezTo>
                  <a:pt x="17316" y="21516"/>
                  <a:pt x="17377" y="21598"/>
                  <a:pt x="17458" y="21598"/>
                </a:cubicBezTo>
                <a:lnTo>
                  <a:pt x="20290" y="21598"/>
                </a:lnTo>
                <a:cubicBezTo>
                  <a:pt x="20371" y="21598"/>
                  <a:pt x="20434" y="21516"/>
                  <a:pt x="20434" y="21412"/>
                </a:cubicBezTo>
                <a:lnTo>
                  <a:pt x="20434" y="5561"/>
                </a:lnTo>
                <a:cubicBezTo>
                  <a:pt x="20434" y="5440"/>
                  <a:pt x="20346" y="5364"/>
                  <a:pt x="20260" y="5385"/>
                </a:cubicBezTo>
                <a:close/>
                <a:moveTo>
                  <a:pt x="9174" y="9548"/>
                </a:moveTo>
                <a:cubicBezTo>
                  <a:pt x="9094" y="9530"/>
                  <a:pt x="9007" y="9606"/>
                  <a:pt x="9007" y="9727"/>
                </a:cubicBezTo>
                <a:lnTo>
                  <a:pt x="9007" y="21412"/>
                </a:lnTo>
                <a:cubicBezTo>
                  <a:pt x="9007" y="21516"/>
                  <a:pt x="9068" y="21598"/>
                  <a:pt x="9149" y="21598"/>
                </a:cubicBezTo>
                <a:lnTo>
                  <a:pt x="11981" y="21598"/>
                </a:lnTo>
                <a:cubicBezTo>
                  <a:pt x="12062" y="21598"/>
                  <a:pt x="12125" y="21516"/>
                  <a:pt x="12125" y="21412"/>
                </a:cubicBezTo>
                <a:lnTo>
                  <a:pt x="12125" y="13474"/>
                </a:lnTo>
                <a:cubicBezTo>
                  <a:pt x="12125" y="13426"/>
                  <a:pt x="12113" y="13386"/>
                  <a:pt x="12082" y="13345"/>
                </a:cubicBezTo>
                <a:lnTo>
                  <a:pt x="9250" y="9598"/>
                </a:lnTo>
                <a:cubicBezTo>
                  <a:pt x="9228" y="9570"/>
                  <a:pt x="9201" y="9554"/>
                  <a:pt x="9174" y="9548"/>
                </a:cubicBezTo>
                <a:close/>
                <a:moveTo>
                  <a:pt x="16102" y="10653"/>
                </a:moveTo>
                <a:cubicBezTo>
                  <a:pt x="16074" y="10659"/>
                  <a:pt x="16045" y="10676"/>
                  <a:pt x="16021" y="10704"/>
                </a:cubicBezTo>
                <a:lnTo>
                  <a:pt x="13700" y="13917"/>
                </a:lnTo>
                <a:lnTo>
                  <a:pt x="13189" y="14693"/>
                </a:lnTo>
                <a:cubicBezTo>
                  <a:pt x="13170" y="14725"/>
                  <a:pt x="13158" y="14773"/>
                  <a:pt x="13158" y="14814"/>
                </a:cubicBezTo>
                <a:lnTo>
                  <a:pt x="13158" y="21412"/>
                </a:lnTo>
                <a:cubicBezTo>
                  <a:pt x="13158" y="21516"/>
                  <a:pt x="13221" y="21598"/>
                  <a:pt x="13301" y="21598"/>
                </a:cubicBezTo>
                <a:lnTo>
                  <a:pt x="16133" y="21598"/>
                </a:lnTo>
                <a:cubicBezTo>
                  <a:pt x="16214" y="21598"/>
                  <a:pt x="16275" y="21516"/>
                  <a:pt x="16275" y="21412"/>
                </a:cubicBezTo>
                <a:lnTo>
                  <a:pt x="16275" y="10832"/>
                </a:lnTo>
                <a:cubicBezTo>
                  <a:pt x="16275" y="10711"/>
                  <a:pt x="16188" y="10636"/>
                  <a:pt x="16102" y="10653"/>
                </a:cubicBezTo>
                <a:close/>
                <a:moveTo>
                  <a:pt x="7801" y="10923"/>
                </a:moveTo>
                <a:cubicBezTo>
                  <a:pt x="7774" y="10930"/>
                  <a:pt x="7747" y="10946"/>
                  <a:pt x="7725" y="10976"/>
                </a:cubicBezTo>
                <a:lnTo>
                  <a:pt x="4894" y="14902"/>
                </a:lnTo>
                <a:cubicBezTo>
                  <a:pt x="4869" y="14934"/>
                  <a:pt x="4855" y="14974"/>
                  <a:pt x="4855" y="15023"/>
                </a:cubicBezTo>
                <a:lnTo>
                  <a:pt x="4855" y="21412"/>
                </a:lnTo>
                <a:cubicBezTo>
                  <a:pt x="4855" y="21516"/>
                  <a:pt x="4918" y="21598"/>
                  <a:pt x="4999" y="21598"/>
                </a:cubicBezTo>
                <a:lnTo>
                  <a:pt x="7830" y="21598"/>
                </a:lnTo>
                <a:cubicBezTo>
                  <a:pt x="7911" y="21598"/>
                  <a:pt x="7974" y="21516"/>
                  <a:pt x="7974" y="21412"/>
                </a:cubicBezTo>
                <a:lnTo>
                  <a:pt x="7974" y="11097"/>
                </a:lnTo>
                <a:cubicBezTo>
                  <a:pt x="7974" y="10976"/>
                  <a:pt x="7884" y="10902"/>
                  <a:pt x="7801" y="10923"/>
                </a:cubicBezTo>
                <a:close/>
                <a:moveTo>
                  <a:pt x="3680" y="16498"/>
                </a:moveTo>
                <a:cubicBezTo>
                  <a:pt x="3652" y="16505"/>
                  <a:pt x="3626" y="16524"/>
                  <a:pt x="3604" y="16554"/>
                </a:cubicBezTo>
                <a:lnTo>
                  <a:pt x="772" y="20477"/>
                </a:lnTo>
                <a:cubicBezTo>
                  <a:pt x="747" y="20510"/>
                  <a:pt x="735" y="20550"/>
                  <a:pt x="735" y="20598"/>
                </a:cubicBezTo>
                <a:lnTo>
                  <a:pt x="735" y="21412"/>
                </a:lnTo>
                <a:cubicBezTo>
                  <a:pt x="735" y="21516"/>
                  <a:pt x="798" y="21598"/>
                  <a:pt x="879" y="21598"/>
                </a:cubicBezTo>
                <a:lnTo>
                  <a:pt x="3711" y="21598"/>
                </a:lnTo>
                <a:cubicBezTo>
                  <a:pt x="3792" y="21598"/>
                  <a:pt x="3853" y="21516"/>
                  <a:pt x="3853" y="21412"/>
                </a:cubicBezTo>
                <a:lnTo>
                  <a:pt x="3853" y="16682"/>
                </a:lnTo>
                <a:cubicBezTo>
                  <a:pt x="3853" y="16555"/>
                  <a:pt x="3762" y="16478"/>
                  <a:pt x="3680" y="16498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roei">
            <a:extLst>
              <a:ext uri="{FF2B5EF4-FFF2-40B4-BE49-F238E27FC236}">
                <a16:creationId xmlns:a16="http://schemas.microsoft.com/office/drawing/2014/main" id="{075A8824-F12B-0ABC-0EDF-EE17A215E3A2}"/>
              </a:ext>
            </a:extLst>
          </p:cNvPr>
          <p:cNvSpPr txBox="1"/>
          <p:nvPr/>
        </p:nvSpPr>
        <p:spPr>
          <a:xfrm>
            <a:off x="16444913" y="8175625"/>
            <a:ext cx="2000250" cy="1619250"/>
          </a:xfrm>
          <a:prstGeom prst="rect">
            <a:avLst/>
          </a:prstGeom>
          <a:ln w="12700">
            <a:miter lim="400000"/>
          </a:ln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Groei</a:t>
            </a:r>
          </a:p>
        </p:txBody>
      </p:sp>
      <p:sp>
        <p:nvSpPr>
          <p:cNvPr id="12" name="Bosch">
            <a:extLst>
              <a:ext uri="{FF2B5EF4-FFF2-40B4-BE49-F238E27FC236}">
                <a16:creationId xmlns:a16="http://schemas.microsoft.com/office/drawing/2014/main" id="{51C9948A-064B-FAFD-6B8B-10CD4A4F61D5}"/>
              </a:ext>
            </a:extLst>
          </p:cNvPr>
          <p:cNvSpPr txBox="1"/>
          <p:nvPr/>
        </p:nvSpPr>
        <p:spPr>
          <a:xfrm>
            <a:off x="1511300" y="8175625"/>
            <a:ext cx="2206625" cy="1619250"/>
          </a:xfrm>
          <a:prstGeom prst="rect">
            <a:avLst/>
          </a:prstGeom>
          <a:ln w="12700">
            <a:miter lim="400000"/>
          </a:ln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Bosch</a:t>
            </a:r>
          </a:p>
        </p:txBody>
      </p:sp>
      <p:sp>
        <p:nvSpPr>
          <p:cNvPr id="13" name="Strijdbaar">
            <a:extLst>
              <a:ext uri="{FF2B5EF4-FFF2-40B4-BE49-F238E27FC236}">
                <a16:creationId xmlns:a16="http://schemas.microsoft.com/office/drawing/2014/main" id="{2BFB5C11-4AA6-4404-5ACD-90DC327CEDA8}"/>
              </a:ext>
            </a:extLst>
          </p:cNvPr>
          <p:cNvSpPr txBox="1"/>
          <p:nvPr/>
        </p:nvSpPr>
        <p:spPr>
          <a:xfrm>
            <a:off x="5861050" y="8175625"/>
            <a:ext cx="3559175" cy="1619250"/>
          </a:xfrm>
          <a:prstGeom prst="rect">
            <a:avLst/>
          </a:prstGeom>
          <a:ln w="12700">
            <a:miter lim="400000"/>
          </a:ln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Strijdbaar</a:t>
            </a:r>
          </a:p>
        </p:txBody>
      </p:sp>
      <p:sp>
        <p:nvSpPr>
          <p:cNvPr id="14" name="Gastvrij">
            <a:extLst>
              <a:ext uri="{FF2B5EF4-FFF2-40B4-BE49-F238E27FC236}">
                <a16:creationId xmlns:a16="http://schemas.microsoft.com/office/drawing/2014/main" id="{50A1C423-841C-6C98-A3F1-03CD7F7A08B1}"/>
              </a:ext>
            </a:extLst>
          </p:cNvPr>
          <p:cNvSpPr txBox="1"/>
          <p:nvPr/>
        </p:nvSpPr>
        <p:spPr>
          <a:xfrm>
            <a:off x="20229513" y="8175625"/>
            <a:ext cx="2914650" cy="1619250"/>
          </a:xfrm>
          <a:prstGeom prst="rect">
            <a:avLst/>
          </a:prstGeom>
          <a:ln w="12700">
            <a:miter lim="400000"/>
          </a:ln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Gastvrij</a:t>
            </a:r>
          </a:p>
        </p:txBody>
      </p:sp>
      <p:pic>
        <p:nvPicPr>
          <p:cNvPr id="15" name="png-clipart-handshake-others-blue-hand.png" descr="png-clipart-handshake-others-blue-hand.png">
            <a:extLst>
              <a:ext uri="{FF2B5EF4-FFF2-40B4-BE49-F238E27FC236}">
                <a16:creationId xmlns:a16="http://schemas.microsoft.com/office/drawing/2014/main" id="{520F048F-D5D2-5C39-7B60-66BAAAD3A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6363" y="9537700"/>
            <a:ext cx="2519362" cy="152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6" name="Rectangle">
            <a:extLst>
              <a:ext uri="{FF2B5EF4-FFF2-40B4-BE49-F238E27FC236}">
                <a16:creationId xmlns:a16="http://schemas.microsoft.com/office/drawing/2014/main" id="{61743D56-FB1C-A0C4-9B20-FEF9C9108EF8}"/>
              </a:ext>
            </a:extLst>
          </p:cNvPr>
          <p:cNvSpPr/>
          <p:nvPr/>
        </p:nvSpPr>
        <p:spPr>
          <a:xfrm>
            <a:off x="6192838" y="10190163"/>
            <a:ext cx="993775" cy="931862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Rectangle">
            <a:extLst>
              <a:ext uri="{FF2B5EF4-FFF2-40B4-BE49-F238E27FC236}">
                <a16:creationId xmlns:a16="http://schemas.microsoft.com/office/drawing/2014/main" id="{4C54B5F0-F301-A843-E691-412ECCF531B0}"/>
              </a:ext>
            </a:extLst>
          </p:cNvPr>
          <p:cNvSpPr/>
          <p:nvPr/>
        </p:nvSpPr>
        <p:spPr>
          <a:xfrm>
            <a:off x="8110538" y="10190163"/>
            <a:ext cx="995362" cy="931862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Rectangle">
            <a:extLst>
              <a:ext uri="{FF2B5EF4-FFF2-40B4-BE49-F238E27FC236}">
                <a16:creationId xmlns:a16="http://schemas.microsoft.com/office/drawing/2014/main" id="{77294E21-9C7B-113D-69FA-F992AD1D9DD7}"/>
              </a:ext>
            </a:extLst>
          </p:cNvPr>
          <p:cNvSpPr/>
          <p:nvPr/>
        </p:nvSpPr>
        <p:spPr>
          <a:xfrm>
            <a:off x="7177088" y="9626600"/>
            <a:ext cx="995362" cy="1495425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1">
            <a:extLst>
              <a:ext uri="{FF2B5EF4-FFF2-40B4-BE49-F238E27FC236}">
                <a16:creationId xmlns:a16="http://schemas.microsoft.com/office/drawing/2014/main" id="{D3002F07-B9C0-1862-ED88-B876EE17C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2038" y="9859963"/>
            <a:ext cx="520700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6000">
                <a:solidFill>
                  <a:srgbClr val="115AA3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1</a:t>
            </a:r>
          </a:p>
        </p:txBody>
      </p:sp>
      <p:sp>
        <p:nvSpPr>
          <p:cNvPr id="20" name="3">
            <a:extLst>
              <a:ext uri="{FF2B5EF4-FFF2-40B4-BE49-F238E27FC236}">
                <a16:creationId xmlns:a16="http://schemas.microsoft.com/office/drawing/2014/main" id="{07AFFF56-58FE-681F-2114-409C36122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5025" y="10212388"/>
            <a:ext cx="520700" cy="88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6000">
                <a:solidFill>
                  <a:srgbClr val="115AA3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3</a:t>
            </a:r>
          </a:p>
        </p:txBody>
      </p:sp>
      <p:sp>
        <p:nvSpPr>
          <p:cNvPr id="21" name="2">
            <a:extLst>
              <a:ext uri="{FF2B5EF4-FFF2-40B4-BE49-F238E27FC236}">
                <a16:creationId xmlns:a16="http://schemas.microsoft.com/office/drawing/2014/main" id="{572BA9E9-39A8-18DD-DFBB-FB1E5667D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7788" y="10212388"/>
            <a:ext cx="520700" cy="88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6000">
                <a:solidFill>
                  <a:srgbClr val="115AA3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2</a:t>
            </a:r>
          </a:p>
        </p:txBody>
      </p:sp>
      <p:pic>
        <p:nvPicPr>
          <p:cNvPr id="22" name="2b0643c0c0b5949fdfe730edb3ff8947.psd" descr="2b0643c0c0b5949fdfe730edb3ff8947.psd">
            <a:extLst>
              <a:ext uri="{FF2B5EF4-FFF2-40B4-BE49-F238E27FC236}">
                <a16:creationId xmlns:a16="http://schemas.microsoft.com/office/drawing/2014/main" id="{078163D8-E902-5AED-ED21-CE357E0B5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050" y="8947150"/>
            <a:ext cx="2854325" cy="285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23" name="Line">
            <a:extLst>
              <a:ext uri="{FF2B5EF4-FFF2-40B4-BE49-F238E27FC236}">
                <a16:creationId xmlns:a16="http://schemas.microsoft.com/office/drawing/2014/main" id="{D44F8BF1-6317-3818-9D03-8EC037B539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64125" y="8345488"/>
            <a:ext cx="0" cy="3175000"/>
          </a:xfrm>
          <a:prstGeom prst="line">
            <a:avLst/>
          </a:prstGeom>
          <a:noFill/>
          <a:ln w="254000">
            <a:solidFill>
              <a:srgbClr val="FFFFFF">
                <a:alpha val="48627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0959" tIns="60959" rIns="60959" bIns="60959"/>
          <a:lstStyle/>
          <a:p>
            <a:endParaRPr lang="LID4096"/>
          </a:p>
        </p:txBody>
      </p:sp>
      <p:sp>
        <p:nvSpPr>
          <p:cNvPr id="24" name="Line">
            <a:extLst>
              <a:ext uri="{FF2B5EF4-FFF2-40B4-BE49-F238E27FC236}">
                <a16:creationId xmlns:a16="http://schemas.microsoft.com/office/drawing/2014/main" id="{5B7E8860-6611-F7D7-B289-2A8715F36D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217150" y="8345488"/>
            <a:ext cx="0" cy="3175000"/>
          </a:xfrm>
          <a:prstGeom prst="line">
            <a:avLst/>
          </a:prstGeom>
          <a:noFill/>
          <a:ln w="254000">
            <a:solidFill>
              <a:srgbClr val="FFFFFF">
                <a:alpha val="48627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0959" tIns="60959" rIns="60959" bIns="60959"/>
          <a:lstStyle/>
          <a:p>
            <a:endParaRPr lang="LID4096"/>
          </a:p>
        </p:txBody>
      </p:sp>
      <p:sp>
        <p:nvSpPr>
          <p:cNvPr id="25" name="Line">
            <a:extLst>
              <a:ext uri="{FF2B5EF4-FFF2-40B4-BE49-F238E27FC236}">
                <a16:creationId xmlns:a16="http://schemas.microsoft.com/office/drawing/2014/main" id="{7BD63C76-F29C-82EE-9B35-46D5457267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427325" y="8345488"/>
            <a:ext cx="0" cy="3175000"/>
          </a:xfrm>
          <a:prstGeom prst="line">
            <a:avLst/>
          </a:prstGeom>
          <a:noFill/>
          <a:ln w="254000">
            <a:solidFill>
              <a:srgbClr val="FFFFFF">
                <a:alpha val="48627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0959" tIns="60959" rIns="60959" bIns="60959"/>
          <a:lstStyle/>
          <a:p>
            <a:endParaRPr lang="LID4096"/>
          </a:p>
        </p:txBody>
      </p:sp>
      <p:sp>
        <p:nvSpPr>
          <p:cNvPr id="26" name="Line">
            <a:extLst>
              <a:ext uri="{FF2B5EF4-FFF2-40B4-BE49-F238E27FC236}">
                <a16:creationId xmlns:a16="http://schemas.microsoft.com/office/drawing/2014/main" id="{180F7C57-7E52-CAF3-85C8-33CCA8AEB1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462750" y="8345488"/>
            <a:ext cx="0" cy="3175000"/>
          </a:xfrm>
          <a:prstGeom prst="line">
            <a:avLst/>
          </a:prstGeom>
          <a:noFill/>
          <a:ln w="254000">
            <a:solidFill>
              <a:srgbClr val="FFFFFF">
                <a:alpha val="48627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0959" tIns="60959" rIns="60959" bIns="60959"/>
          <a:lstStyle/>
          <a:p>
            <a:endParaRPr lang="LID4096"/>
          </a:p>
        </p:txBody>
      </p:sp>
      <p:sp>
        <p:nvSpPr>
          <p:cNvPr id="27" name="Kernwaarden">
            <a:extLst>
              <a:ext uri="{FF2B5EF4-FFF2-40B4-BE49-F238E27FC236}">
                <a16:creationId xmlns:a16="http://schemas.microsoft.com/office/drawing/2014/main" id="{22752C66-11C2-5AED-9B5A-03E4EC4D4899}"/>
              </a:ext>
            </a:extLst>
          </p:cNvPr>
          <p:cNvSpPr txBox="1"/>
          <p:nvPr/>
        </p:nvSpPr>
        <p:spPr>
          <a:xfrm>
            <a:off x="5735638" y="15875"/>
            <a:ext cx="14379575" cy="2484438"/>
          </a:xfrm>
          <a:prstGeom prst="rect">
            <a:avLst/>
          </a:prstGeom>
          <a:ln w="12700">
            <a:miter lim="400000"/>
          </a:ln>
        </p:spPr>
        <p:txBody>
          <a:bodyPr wrap="none" lIns="60959" tIns="60959" rIns="60959" bIns="60959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152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Kernwaarden</a:t>
            </a:r>
          </a:p>
        </p:txBody>
      </p:sp>
      <p:sp>
        <p:nvSpPr>
          <p:cNvPr id="28" name="Slide Number">
            <a:extLst>
              <a:ext uri="{FF2B5EF4-FFF2-40B4-BE49-F238E27FC236}">
                <a16:creationId xmlns:a16="http://schemas.microsoft.com/office/drawing/2014/main" id="{8587082D-264D-AA20-FAEE-86B4B7CB04D2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EBEF46C-F4D5-44B8-A6B5-D1E35C91BED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31432793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Leeg kopie 5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FG">
            <a:extLst>
              <a:ext uri="{FF2B5EF4-FFF2-40B4-BE49-F238E27FC236}">
                <a16:creationId xmlns:a16="http://schemas.microsoft.com/office/drawing/2014/main" id="{520FCB87-21DF-3569-C292-C33966B9D012}"/>
              </a:ext>
            </a:extLst>
          </p:cNvPr>
          <p:cNvSpPr txBox="1"/>
          <p:nvPr/>
        </p:nvSpPr>
        <p:spPr>
          <a:xfrm>
            <a:off x="311150" y="568325"/>
            <a:ext cx="2855913" cy="1409700"/>
          </a:xfrm>
          <a:prstGeom prst="rect">
            <a:avLst/>
          </a:prstGeom>
          <a:ln w="12700">
            <a:miter lim="400000"/>
          </a:ln>
          <a:effectLst>
            <a:outerShdw blurRad="50800" dist="88900" dir="3243361" rotWithShape="0">
              <a:srgbClr val="000000">
                <a:alpha val="38000"/>
              </a:srgbClr>
            </a:outerShdw>
          </a:effec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sz="9000" b="1" spc="900">
                <a:solidFill>
                  <a:srgbClr val="AF8B31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BFG</a:t>
            </a:r>
          </a:p>
        </p:txBody>
      </p:sp>
      <p:sp>
        <p:nvSpPr>
          <p:cNvPr id="3" name="Playing style">
            <a:extLst>
              <a:ext uri="{FF2B5EF4-FFF2-40B4-BE49-F238E27FC236}">
                <a16:creationId xmlns:a16="http://schemas.microsoft.com/office/drawing/2014/main" id="{860AC48A-4D83-90DC-E7F8-7C5AE00C59A6}"/>
              </a:ext>
            </a:extLst>
          </p:cNvPr>
          <p:cNvSpPr txBox="1"/>
          <p:nvPr/>
        </p:nvSpPr>
        <p:spPr>
          <a:xfrm>
            <a:off x="392113" y="358775"/>
            <a:ext cx="2855912" cy="3683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4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Playing style</a:t>
            </a:r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7412BFB0-25F7-8BAD-70EA-2E337D4C898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950" y="1982788"/>
            <a:ext cx="2363788" cy="0"/>
          </a:xfrm>
          <a:prstGeom prst="line">
            <a:avLst/>
          </a:prstGeom>
          <a:noFill/>
          <a:ln w="50800">
            <a:solidFill>
              <a:srgbClr val="AF8B31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437" tIns="71437" rIns="71437" bIns="71437" anchor="ctr"/>
          <a:lstStyle/>
          <a:p>
            <a:endParaRPr lang="LID4096"/>
          </a:p>
        </p:txBody>
      </p:sp>
      <p:pic>
        <p:nvPicPr>
          <p:cNvPr id="5" name="FC DEN BOSCH LOGO.png" descr="FC DEN BOSCH LOGO.png">
            <a:extLst>
              <a:ext uri="{FF2B5EF4-FFF2-40B4-BE49-F238E27FC236}">
                <a16:creationId xmlns:a16="http://schemas.microsoft.com/office/drawing/2014/main" id="{B42939E4-A2CB-3B6B-1713-1C36F16C2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25" y="2363788"/>
            <a:ext cx="1673225" cy="1673225"/>
          </a:xfrm>
          <a:prstGeom prst="rect">
            <a:avLst/>
          </a:prstGeom>
          <a:ln w="12700">
            <a:miter lim="400000"/>
          </a:ln>
          <a:effectLst>
            <a:outerShdw blurRad="50800" dist="88900" dir="3243361" rotWithShape="0">
              <a:srgbClr val="000000">
                <a:alpha val="38000"/>
              </a:srgbClr>
            </a:outerShdw>
          </a:effectLst>
        </p:spPr>
      </p:pic>
      <p:pic>
        <p:nvPicPr>
          <p:cNvPr id="6" name="geplakte-afbeelding.pdf" descr="geplakte-afbeelding.pdf">
            <a:extLst>
              <a:ext uri="{FF2B5EF4-FFF2-40B4-BE49-F238E27FC236}">
                <a16:creationId xmlns:a16="http://schemas.microsoft.com/office/drawing/2014/main" id="{5BAF3E1A-5309-68BD-8FC5-342C956AE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4025" y="12850813"/>
            <a:ext cx="5807075" cy="765175"/>
          </a:xfrm>
          <a:prstGeom prst="rect">
            <a:avLst/>
          </a:prstGeom>
          <a:ln w="12700">
            <a:miter lim="400000"/>
          </a:ln>
          <a:effectLst>
            <a:outerShdw blurRad="50800" dist="88900" dir="3243361" rotWithShape="0">
              <a:srgbClr val="000000">
                <a:alpha val="38000"/>
              </a:srgbClr>
            </a:outerShdw>
          </a:effectLst>
        </p:spPr>
      </p:pic>
      <p:sp>
        <p:nvSpPr>
          <p:cNvPr id="7" name="Slide Number">
            <a:extLst>
              <a:ext uri="{FF2B5EF4-FFF2-40B4-BE49-F238E27FC236}">
                <a16:creationId xmlns:a16="http://schemas.microsoft.com/office/drawing/2014/main" id="{EFB57921-78E6-34AA-7DB0-4F5DA1862096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84F2274-B678-48E5-8A6B-BB234C27C7C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274440895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Leeg kopie 4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8AF86D4-AB09-70EC-B119-F5EEFEC6715F}"/>
              </a:ext>
            </a:extLst>
          </p:cNvPr>
          <p:cNvSpPr/>
          <p:nvPr/>
        </p:nvSpPr>
        <p:spPr>
          <a:xfrm>
            <a:off x="7815263" y="4445000"/>
            <a:ext cx="8289925" cy="8893175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">
            <a:extLst>
              <a:ext uri="{FF2B5EF4-FFF2-40B4-BE49-F238E27FC236}">
                <a16:creationId xmlns:a16="http://schemas.microsoft.com/office/drawing/2014/main" id="{F6C0C6C9-C3D9-179D-0DBE-8E5D7CED1C6E}"/>
              </a:ext>
            </a:extLst>
          </p:cNvPr>
          <p:cNvSpPr/>
          <p:nvPr/>
        </p:nvSpPr>
        <p:spPr>
          <a:xfrm>
            <a:off x="16457613" y="4541838"/>
            <a:ext cx="7807325" cy="4722812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873118F4-6DC5-64A0-37E6-20F718344607}"/>
              </a:ext>
            </a:extLst>
          </p:cNvPr>
          <p:cNvSpPr/>
          <p:nvPr/>
        </p:nvSpPr>
        <p:spPr>
          <a:xfrm>
            <a:off x="16452850" y="238125"/>
            <a:ext cx="7805738" cy="4035425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515FFB7E-E663-3CDB-76D5-0317A1AF9714}"/>
              </a:ext>
            </a:extLst>
          </p:cNvPr>
          <p:cNvSpPr/>
          <p:nvPr/>
        </p:nvSpPr>
        <p:spPr>
          <a:xfrm>
            <a:off x="16427450" y="9532938"/>
            <a:ext cx="7805738" cy="383698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8492D985-A1B7-68AD-4C4A-C329C22EAD65}"/>
              </a:ext>
            </a:extLst>
          </p:cNvPr>
          <p:cNvSpPr/>
          <p:nvPr/>
        </p:nvSpPr>
        <p:spPr>
          <a:xfrm>
            <a:off x="7815263" y="238125"/>
            <a:ext cx="8289925" cy="4035425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F1B7F776-E302-17DA-CEAD-FB5603B6AA34}"/>
              </a:ext>
            </a:extLst>
          </p:cNvPr>
          <p:cNvSpPr/>
          <p:nvPr/>
        </p:nvSpPr>
        <p:spPr>
          <a:xfrm>
            <a:off x="236538" y="238125"/>
            <a:ext cx="7297737" cy="8631238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85CB2EDE-8D33-EB75-3EF1-5C2936B3C583}"/>
              </a:ext>
            </a:extLst>
          </p:cNvPr>
          <p:cNvSpPr/>
          <p:nvPr/>
        </p:nvSpPr>
        <p:spPr>
          <a:xfrm>
            <a:off x="236538" y="9185275"/>
            <a:ext cx="7297737" cy="4159250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Afbeelding" descr="Afbeelding">
            <a:extLst>
              <a:ext uri="{FF2B5EF4-FFF2-40B4-BE49-F238E27FC236}">
                <a16:creationId xmlns:a16="http://schemas.microsoft.com/office/drawing/2014/main" id="{B010BA08-2D2A-AAF7-9419-B9DD54485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925" y="215900"/>
            <a:ext cx="13520738" cy="136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0" name="TextBox 38">
            <a:extLst>
              <a:ext uri="{FF2B5EF4-FFF2-40B4-BE49-F238E27FC236}">
                <a16:creationId xmlns:a16="http://schemas.microsoft.com/office/drawing/2014/main" id="{B8935EC6-F38A-CA6C-14AB-B86DC3F9B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2455863"/>
            <a:ext cx="2233612" cy="80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Date of birth </a:t>
            </a:r>
          </a:p>
        </p:txBody>
      </p:sp>
      <p:sp>
        <p:nvSpPr>
          <p:cNvPr id="11" name="TextBox 38">
            <a:extLst>
              <a:ext uri="{FF2B5EF4-FFF2-40B4-BE49-F238E27FC236}">
                <a16:creationId xmlns:a16="http://schemas.microsoft.com/office/drawing/2014/main" id="{79DB7FE2-0F06-25EA-981F-2D1F96D3D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3178175"/>
            <a:ext cx="2233612" cy="80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City of Birth </a:t>
            </a:r>
          </a:p>
        </p:txBody>
      </p:sp>
      <p:sp>
        <p:nvSpPr>
          <p:cNvPr id="12" name="TextBox 38">
            <a:extLst>
              <a:ext uri="{FF2B5EF4-FFF2-40B4-BE49-F238E27FC236}">
                <a16:creationId xmlns:a16="http://schemas.microsoft.com/office/drawing/2014/main" id="{466FE49C-FA7B-F845-BB7E-F826EFA9C5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3924300"/>
            <a:ext cx="3000375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Nationality</a:t>
            </a:r>
          </a:p>
        </p:txBody>
      </p:sp>
      <p:sp>
        <p:nvSpPr>
          <p:cNvPr id="13" name="TextBox 38">
            <a:extLst>
              <a:ext uri="{FF2B5EF4-FFF2-40B4-BE49-F238E27FC236}">
                <a16:creationId xmlns:a16="http://schemas.microsoft.com/office/drawing/2014/main" id="{AB45EC55-162B-0801-C9A3-1645A91B4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4691063"/>
            <a:ext cx="2233612" cy="166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Height</a:t>
            </a:r>
          </a:p>
        </p:txBody>
      </p:sp>
      <p:sp>
        <p:nvSpPr>
          <p:cNvPr id="14" name="TextBox 38">
            <a:extLst>
              <a:ext uri="{FF2B5EF4-FFF2-40B4-BE49-F238E27FC236}">
                <a16:creationId xmlns:a16="http://schemas.microsoft.com/office/drawing/2014/main" id="{717D1180-A192-52C7-B165-549209B74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5391150"/>
            <a:ext cx="2233612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Preferred foot</a:t>
            </a:r>
          </a:p>
        </p:txBody>
      </p:sp>
      <p:sp>
        <p:nvSpPr>
          <p:cNvPr id="15" name="TextBox 38">
            <a:extLst>
              <a:ext uri="{FF2B5EF4-FFF2-40B4-BE49-F238E27FC236}">
                <a16:creationId xmlns:a16="http://schemas.microsoft.com/office/drawing/2014/main" id="{4BC434BB-D58F-11FB-0406-5BA1B78C4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6180138"/>
            <a:ext cx="2233612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Position</a:t>
            </a:r>
          </a:p>
        </p:txBody>
      </p:sp>
      <p:sp>
        <p:nvSpPr>
          <p:cNvPr id="16" name="TextBox 38">
            <a:extLst>
              <a:ext uri="{FF2B5EF4-FFF2-40B4-BE49-F238E27FC236}">
                <a16:creationId xmlns:a16="http://schemas.microsoft.com/office/drawing/2014/main" id="{63207EE1-0C03-9267-CD90-F1FD477B4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6924675"/>
            <a:ext cx="2233612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League</a:t>
            </a:r>
          </a:p>
        </p:txBody>
      </p:sp>
      <p:sp>
        <p:nvSpPr>
          <p:cNvPr id="17" name="TextBox 38">
            <a:extLst>
              <a:ext uri="{FF2B5EF4-FFF2-40B4-BE49-F238E27FC236}">
                <a16:creationId xmlns:a16="http://schemas.microsoft.com/office/drawing/2014/main" id="{68AEEE33-4557-E2F3-176F-5C6CAE7A4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7670800"/>
            <a:ext cx="2233612" cy="80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Club</a:t>
            </a:r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49F823EE-1921-C0B1-2262-C515C372F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2443163"/>
            <a:ext cx="5348288" cy="254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60959" tIns="60959" rIns="60959" bIns="60959"/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DDD311D2-E3DB-956F-AB11-51338F57D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4388" y="2617788"/>
            <a:ext cx="3849687" cy="610235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60959" tIns="60959" rIns="60959" bIns="60959"/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" name="Rectangle">
            <a:extLst>
              <a:ext uri="{FF2B5EF4-FFF2-40B4-BE49-F238E27FC236}">
                <a16:creationId xmlns:a16="http://schemas.microsoft.com/office/drawing/2014/main" id="{65D1B875-F184-45C8-A13F-72F59469637A}"/>
              </a:ext>
            </a:extLst>
          </p:cNvPr>
          <p:cNvSpPr/>
          <p:nvPr/>
        </p:nvSpPr>
        <p:spPr>
          <a:xfrm>
            <a:off x="11217275" y="979488"/>
            <a:ext cx="2112963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Rectangle">
            <a:extLst>
              <a:ext uri="{FF2B5EF4-FFF2-40B4-BE49-F238E27FC236}">
                <a16:creationId xmlns:a16="http://schemas.microsoft.com/office/drawing/2014/main" id="{C61F1CCC-2497-D0A6-5BF2-59ECD5BDDB32}"/>
              </a:ext>
            </a:extLst>
          </p:cNvPr>
          <p:cNvSpPr/>
          <p:nvPr/>
        </p:nvSpPr>
        <p:spPr>
          <a:xfrm>
            <a:off x="13606463" y="979488"/>
            <a:ext cx="2114550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D9E373E3-A57D-4ABE-D660-48A020DBC4B0}"/>
              </a:ext>
            </a:extLst>
          </p:cNvPr>
          <p:cNvSpPr/>
          <p:nvPr/>
        </p:nvSpPr>
        <p:spPr>
          <a:xfrm>
            <a:off x="11217275" y="1711325"/>
            <a:ext cx="2112963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Rectangle">
            <a:extLst>
              <a:ext uri="{FF2B5EF4-FFF2-40B4-BE49-F238E27FC236}">
                <a16:creationId xmlns:a16="http://schemas.microsoft.com/office/drawing/2014/main" id="{8E659144-C6E4-B42D-8D18-C6252832AEEE}"/>
              </a:ext>
            </a:extLst>
          </p:cNvPr>
          <p:cNvSpPr/>
          <p:nvPr/>
        </p:nvSpPr>
        <p:spPr>
          <a:xfrm>
            <a:off x="13606463" y="1711325"/>
            <a:ext cx="2114550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Rectangle">
            <a:extLst>
              <a:ext uri="{FF2B5EF4-FFF2-40B4-BE49-F238E27FC236}">
                <a16:creationId xmlns:a16="http://schemas.microsoft.com/office/drawing/2014/main" id="{3DA0AA87-C7D2-A77A-51BB-BA874961801A}"/>
              </a:ext>
            </a:extLst>
          </p:cNvPr>
          <p:cNvSpPr/>
          <p:nvPr/>
        </p:nvSpPr>
        <p:spPr>
          <a:xfrm>
            <a:off x="11217275" y="2500313"/>
            <a:ext cx="2112963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Rectangle">
            <a:extLst>
              <a:ext uri="{FF2B5EF4-FFF2-40B4-BE49-F238E27FC236}">
                <a16:creationId xmlns:a16="http://schemas.microsoft.com/office/drawing/2014/main" id="{59CB5CB3-2F20-63D2-BA4D-6716303ABDAC}"/>
              </a:ext>
            </a:extLst>
          </p:cNvPr>
          <p:cNvSpPr/>
          <p:nvPr/>
        </p:nvSpPr>
        <p:spPr>
          <a:xfrm>
            <a:off x="13606463" y="2500313"/>
            <a:ext cx="2114550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Rectangle">
            <a:extLst>
              <a:ext uri="{FF2B5EF4-FFF2-40B4-BE49-F238E27FC236}">
                <a16:creationId xmlns:a16="http://schemas.microsoft.com/office/drawing/2014/main" id="{5E860943-1068-F797-2293-171E33BBF34F}"/>
              </a:ext>
            </a:extLst>
          </p:cNvPr>
          <p:cNvSpPr/>
          <p:nvPr/>
        </p:nvSpPr>
        <p:spPr>
          <a:xfrm>
            <a:off x="11217275" y="3276600"/>
            <a:ext cx="2112963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Rectangle">
            <a:extLst>
              <a:ext uri="{FF2B5EF4-FFF2-40B4-BE49-F238E27FC236}">
                <a16:creationId xmlns:a16="http://schemas.microsoft.com/office/drawing/2014/main" id="{49D93E3A-9E05-F5CC-2DA7-143D22E44260}"/>
              </a:ext>
            </a:extLst>
          </p:cNvPr>
          <p:cNvSpPr/>
          <p:nvPr/>
        </p:nvSpPr>
        <p:spPr>
          <a:xfrm>
            <a:off x="13606463" y="3276600"/>
            <a:ext cx="2114550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TextBox 40">
            <a:extLst>
              <a:ext uri="{FF2B5EF4-FFF2-40B4-BE49-F238E27FC236}">
                <a16:creationId xmlns:a16="http://schemas.microsoft.com/office/drawing/2014/main" id="{9ADC3ECA-7072-6806-3F24-671747B9B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7825" y="131763"/>
            <a:ext cx="1806575" cy="357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ts val="56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Stats</a:t>
            </a: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 </a:t>
            </a:r>
          </a:p>
          <a:p>
            <a:pPr eaLnBrk="1">
              <a:lnSpc>
                <a:spcPts val="56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Matches</a:t>
            </a:r>
          </a:p>
          <a:p>
            <a:pPr eaLnBrk="1">
              <a:lnSpc>
                <a:spcPts val="61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Minutes</a:t>
            </a:r>
          </a:p>
          <a:p>
            <a:pPr eaLnBrk="1">
              <a:lnSpc>
                <a:spcPts val="5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Goals</a:t>
            </a:r>
          </a:p>
          <a:p>
            <a:pPr eaLnBrk="1">
              <a:lnSpc>
                <a:spcPts val="61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Assists</a:t>
            </a:r>
          </a:p>
        </p:txBody>
      </p:sp>
      <p:sp>
        <p:nvSpPr>
          <p:cNvPr id="29" name="TextBox 41">
            <a:extLst>
              <a:ext uri="{FF2B5EF4-FFF2-40B4-BE49-F238E27FC236}">
                <a16:creationId xmlns:a16="http://schemas.microsoft.com/office/drawing/2014/main" id="{DA061C36-2297-E93C-9374-DEE9E0B4B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48125" y="9752013"/>
            <a:ext cx="275431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VIDEO &amp; LIVE</a:t>
            </a:r>
          </a:p>
        </p:txBody>
      </p:sp>
      <p:sp>
        <p:nvSpPr>
          <p:cNvPr id="30" name="TextBox 45">
            <a:extLst>
              <a:ext uri="{FF2B5EF4-FFF2-40B4-BE49-F238E27FC236}">
                <a16:creationId xmlns:a16="http://schemas.microsoft.com/office/drawing/2014/main" id="{9F205249-BA52-434F-41A9-36E2F7281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30650" y="1300163"/>
            <a:ext cx="3041650" cy="243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End of contract</a:t>
            </a:r>
          </a:p>
          <a:p>
            <a:pPr eaLnBrk="1"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Agency</a:t>
            </a:r>
          </a:p>
          <a:p>
            <a:pPr eaLnBrk="1"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Agent</a:t>
            </a:r>
          </a:p>
        </p:txBody>
      </p:sp>
      <p:sp>
        <p:nvSpPr>
          <p:cNvPr id="31" name="Rectangle">
            <a:extLst>
              <a:ext uri="{FF2B5EF4-FFF2-40B4-BE49-F238E27FC236}">
                <a16:creationId xmlns:a16="http://schemas.microsoft.com/office/drawing/2014/main" id="{AFCAE905-C9ED-1467-08BB-2BACA963F481}"/>
              </a:ext>
            </a:extLst>
          </p:cNvPr>
          <p:cNvSpPr/>
          <p:nvPr/>
        </p:nvSpPr>
        <p:spPr>
          <a:xfrm>
            <a:off x="19632613" y="1257300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Rectangle">
            <a:extLst>
              <a:ext uri="{FF2B5EF4-FFF2-40B4-BE49-F238E27FC236}">
                <a16:creationId xmlns:a16="http://schemas.microsoft.com/office/drawing/2014/main" id="{5280A136-56DC-D7E4-C4AC-7EAF33AB5C18}"/>
              </a:ext>
            </a:extLst>
          </p:cNvPr>
          <p:cNvSpPr/>
          <p:nvPr/>
        </p:nvSpPr>
        <p:spPr>
          <a:xfrm>
            <a:off x="19632613" y="2189163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Rectangle">
            <a:extLst>
              <a:ext uri="{FF2B5EF4-FFF2-40B4-BE49-F238E27FC236}">
                <a16:creationId xmlns:a16="http://schemas.microsoft.com/office/drawing/2014/main" id="{ACF3DC71-0751-597B-510F-62280AFFB0E6}"/>
              </a:ext>
            </a:extLst>
          </p:cNvPr>
          <p:cNvSpPr/>
          <p:nvPr/>
        </p:nvSpPr>
        <p:spPr>
          <a:xfrm>
            <a:off x="19632613" y="3227388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TextBox 46">
            <a:extLst>
              <a:ext uri="{FF2B5EF4-FFF2-40B4-BE49-F238E27FC236}">
                <a16:creationId xmlns:a16="http://schemas.microsoft.com/office/drawing/2014/main" id="{DF25869C-594E-474C-6851-D72A0D60B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73513" y="5478463"/>
            <a:ext cx="2913062" cy="243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Prediction year 1</a:t>
            </a:r>
          </a:p>
          <a:p>
            <a:pPr eaLnBrk="1"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Prediction year 2</a:t>
            </a:r>
          </a:p>
          <a:p>
            <a:pPr eaLnBrk="1"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Next step</a:t>
            </a:r>
          </a:p>
        </p:txBody>
      </p:sp>
      <p:sp>
        <p:nvSpPr>
          <p:cNvPr id="35" name="Rectangle">
            <a:extLst>
              <a:ext uri="{FF2B5EF4-FFF2-40B4-BE49-F238E27FC236}">
                <a16:creationId xmlns:a16="http://schemas.microsoft.com/office/drawing/2014/main" id="{7B2143D3-AD78-9328-05B9-F8AB4D06C475}"/>
              </a:ext>
            </a:extLst>
          </p:cNvPr>
          <p:cNvSpPr/>
          <p:nvPr/>
        </p:nvSpPr>
        <p:spPr>
          <a:xfrm>
            <a:off x="19626263" y="5362575"/>
            <a:ext cx="3648075" cy="60642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Rectangle">
            <a:extLst>
              <a:ext uri="{FF2B5EF4-FFF2-40B4-BE49-F238E27FC236}">
                <a16:creationId xmlns:a16="http://schemas.microsoft.com/office/drawing/2014/main" id="{23806B4F-3BF9-0075-7341-77B2D118C054}"/>
              </a:ext>
            </a:extLst>
          </p:cNvPr>
          <p:cNvSpPr/>
          <p:nvPr/>
        </p:nvSpPr>
        <p:spPr>
          <a:xfrm>
            <a:off x="19626263" y="6397625"/>
            <a:ext cx="3648075" cy="60483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Rectangle">
            <a:extLst>
              <a:ext uri="{FF2B5EF4-FFF2-40B4-BE49-F238E27FC236}">
                <a16:creationId xmlns:a16="http://schemas.microsoft.com/office/drawing/2014/main" id="{8832BD5E-416E-E548-B8AD-9AA5B57BB3CE}"/>
              </a:ext>
            </a:extLst>
          </p:cNvPr>
          <p:cNvSpPr/>
          <p:nvPr/>
        </p:nvSpPr>
        <p:spPr>
          <a:xfrm>
            <a:off x="19626263" y="7396163"/>
            <a:ext cx="3648075" cy="60642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Rectangle">
            <a:extLst>
              <a:ext uri="{FF2B5EF4-FFF2-40B4-BE49-F238E27FC236}">
                <a16:creationId xmlns:a16="http://schemas.microsoft.com/office/drawing/2014/main" id="{3DA40F65-E356-A6C1-CCDD-AA455851A1F1}"/>
              </a:ext>
            </a:extLst>
          </p:cNvPr>
          <p:cNvSpPr/>
          <p:nvPr/>
        </p:nvSpPr>
        <p:spPr>
          <a:xfrm>
            <a:off x="19353213" y="9764713"/>
            <a:ext cx="4160837" cy="337502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TextBox 43">
            <a:extLst>
              <a:ext uri="{FF2B5EF4-FFF2-40B4-BE49-F238E27FC236}">
                <a16:creationId xmlns:a16="http://schemas.microsoft.com/office/drawing/2014/main" id="{7D11F566-5B2D-AB0D-DD26-F5571AF6F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63288" y="334963"/>
            <a:ext cx="24606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Most recent season</a:t>
            </a:r>
          </a:p>
        </p:txBody>
      </p:sp>
      <p:sp>
        <p:nvSpPr>
          <p:cNvPr id="40" name="TextBox 44">
            <a:extLst>
              <a:ext uri="{FF2B5EF4-FFF2-40B4-BE49-F238E27FC236}">
                <a16:creationId xmlns:a16="http://schemas.microsoft.com/office/drawing/2014/main" id="{9A3CFD39-6359-ECE6-DC5F-C603CB044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89063" y="334963"/>
            <a:ext cx="114935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Career</a:t>
            </a:r>
          </a:p>
        </p:txBody>
      </p:sp>
      <p:sp>
        <p:nvSpPr>
          <p:cNvPr id="41" name="TextBox 47">
            <a:extLst>
              <a:ext uri="{FF2B5EF4-FFF2-40B4-BE49-F238E27FC236}">
                <a16:creationId xmlns:a16="http://schemas.microsoft.com/office/drawing/2014/main" id="{A5E55BD9-BC73-7034-A85B-9FAA40D03366}"/>
              </a:ext>
            </a:extLst>
          </p:cNvPr>
          <p:cNvSpPr txBox="1"/>
          <p:nvPr/>
        </p:nvSpPr>
        <p:spPr>
          <a:xfrm>
            <a:off x="8002588" y="4562475"/>
            <a:ext cx="3000375" cy="46355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defTabSz="1219200" eaLnBrk="1" fontAlgn="auto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defRPr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sz="2400" b="1" kern="0"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Summary scouting</a:t>
            </a:r>
            <a:r>
              <a:rPr sz="2400" b="1" kern="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:</a:t>
            </a:r>
          </a:p>
        </p:txBody>
      </p:sp>
      <p:pic>
        <p:nvPicPr>
          <p:cNvPr id="42" name="Image" descr="Image">
            <a:extLst>
              <a:ext uri="{FF2B5EF4-FFF2-40B4-BE49-F238E27FC236}">
                <a16:creationId xmlns:a16="http://schemas.microsoft.com/office/drawing/2014/main" id="{CE897CE9-20FD-D03B-78BD-3638D6CC2B0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rcRect l="4545" t="19455" r="2655" b="21337"/>
          <a:stretch>
            <a:fillRect/>
          </a:stretch>
        </p:blipFill>
        <p:spPr>
          <a:xfrm rot="16200000">
            <a:off x="3920726" y="10035712"/>
            <a:ext cx="3792538" cy="2509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1074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43" name="Rectangle">
            <a:extLst>
              <a:ext uri="{FF2B5EF4-FFF2-40B4-BE49-F238E27FC236}">
                <a16:creationId xmlns:a16="http://schemas.microsoft.com/office/drawing/2014/main" id="{05C75600-AEC5-04D6-954C-CBD45DBC5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4838" y="9240838"/>
            <a:ext cx="2809875" cy="4048125"/>
          </a:xfrm>
          <a:prstGeom prst="rect">
            <a:avLst/>
          </a:prstGeom>
          <a:noFill/>
          <a:ln w="19050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45719" rIns="45719" anchor="ctr"/>
          <a:lstStyle>
            <a:lvl1pPr defTabSz="457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457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457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457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457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457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457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457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457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  <a:sym typeface="Aptos" panose="020B0004020202020204" pitchFamily="34" charset="0"/>
            </a:endParaRPr>
          </a:p>
        </p:txBody>
      </p:sp>
      <p:sp>
        <p:nvSpPr>
          <p:cNvPr id="44" name="TextBox 41">
            <a:extLst>
              <a:ext uri="{FF2B5EF4-FFF2-40B4-BE49-F238E27FC236}">
                <a16:creationId xmlns:a16="http://schemas.microsoft.com/office/drawing/2014/main" id="{6755E535-B718-1BA2-F6D4-8E80BADC3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9396413"/>
            <a:ext cx="275431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PLAYER PROFILE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A882615-9E6A-ECA8-76D3-5D00244BD615}"/>
              </a:ext>
            </a:extLst>
          </p:cNvPr>
          <p:cNvSpPr txBox="1"/>
          <p:nvPr/>
        </p:nvSpPr>
        <p:spPr>
          <a:xfrm>
            <a:off x="16630650" y="4651375"/>
            <a:ext cx="3000375" cy="46355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sz="2400" b="1"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 b="0" cap="none"/>
            </a:pPr>
            <a:r>
              <a:rPr kern="0"/>
              <a:t>Predictions</a:t>
            </a:r>
          </a:p>
        </p:txBody>
      </p:sp>
      <p:sp>
        <p:nvSpPr>
          <p:cNvPr id="46" name="TextBox 47">
            <a:extLst>
              <a:ext uri="{FF2B5EF4-FFF2-40B4-BE49-F238E27FC236}">
                <a16:creationId xmlns:a16="http://schemas.microsoft.com/office/drawing/2014/main" id="{38673942-CE47-D030-855B-7AB3306D7ECD}"/>
              </a:ext>
            </a:extLst>
          </p:cNvPr>
          <p:cNvSpPr txBox="1"/>
          <p:nvPr/>
        </p:nvSpPr>
        <p:spPr>
          <a:xfrm>
            <a:off x="16651288" y="334963"/>
            <a:ext cx="3000375" cy="46355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sz="2400" b="1"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 b="0" cap="none"/>
            </a:pPr>
            <a:r>
              <a:rPr kern="0"/>
              <a:t>Transfer details</a:t>
            </a:r>
          </a:p>
        </p:txBody>
      </p:sp>
      <p:sp>
        <p:nvSpPr>
          <p:cNvPr id="47" name="Slide Number">
            <a:extLst>
              <a:ext uri="{FF2B5EF4-FFF2-40B4-BE49-F238E27FC236}">
                <a16:creationId xmlns:a16="http://schemas.microsoft.com/office/drawing/2014/main" id="{02A4B8C5-C6A6-44EB-743D-D1B43AB69DB7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941EF7-35CA-4913-98C6-9EF750352A9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424278053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Leeg kopie 7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" descr="Afbeelding">
            <a:extLst>
              <a:ext uri="{FF2B5EF4-FFF2-40B4-BE49-F238E27FC236}">
                <a16:creationId xmlns:a16="http://schemas.microsoft.com/office/drawing/2014/main" id="{30E2A93B-7EEF-5B9C-FE3E-5F4A27415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925" y="215900"/>
            <a:ext cx="13520738" cy="136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Slide Number">
            <a:extLst>
              <a:ext uri="{FF2B5EF4-FFF2-40B4-BE49-F238E27FC236}">
                <a16:creationId xmlns:a16="http://schemas.microsoft.com/office/drawing/2014/main" id="{6D07CDB7-3701-929F-D42F-816FE5F4D5EB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66C253D-C789-46FD-85A8-A8EAA8C08ECF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82767628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ensief kopp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E97A82CB-387B-6061-A971-CAAB5E2FBB0A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2E95C4DE-4C1F-CEA1-57E7-80F66F406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22B4C04E-D7B5-AA30-FF00-631142942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B2BD796-836E-A170-0BFA-0D66121DF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8463" y="217488"/>
            <a:ext cx="4846637" cy="3248025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D04108C5-DD9E-6C72-A7B5-27464C4EC23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9637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9298B46-5D23-4423-F1F9-402EF5DFF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0D7A82D9-7EE0-1678-665F-6D3E7C1F4FE1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0BA84C8-948F-D5F7-8538-2550D8602C0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9588" y="3876675"/>
            <a:ext cx="3084512" cy="0"/>
          </a:xfrm>
          <a:prstGeom prst="line">
            <a:avLst/>
          </a:prstGeom>
          <a:noFill/>
          <a:ln w="25400">
            <a:solidFill>
              <a:srgbClr val="18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2B15389-1708-04B2-45EB-AB56826936C8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2576BA6-9943-415A-A286-B4D9C6EF65F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72899142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ensief koppen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BC4533F6-9BA0-804B-7CE0-12C29936506A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735130EB-D55B-E1C2-25A8-32A8F965D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704C30D8-7F67-82A6-CD45-E6C571AB1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E35C2D21-A427-2B23-F89D-AB532FBAD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8463" y="217488"/>
            <a:ext cx="4846637" cy="3248025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12470933-1E0B-8921-3D1A-35FA4167FE2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9637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ED78B56-FF71-37EE-2A93-03AFF08D3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41346223-90C3-FAD3-9FFD-2A2F68EFC705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E96AB1F0-D44E-829D-A4FB-68565BC512B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9588" y="3876675"/>
            <a:ext cx="3084512" cy="0"/>
          </a:xfrm>
          <a:prstGeom prst="line">
            <a:avLst/>
          </a:prstGeom>
          <a:noFill/>
          <a:ln w="25400">
            <a:solidFill>
              <a:srgbClr val="18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40C82428-F602-57E1-76FF-E9F9B739DC7F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9C4E186-3AC7-4283-BC44-81989899D4B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750762217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owerpl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3E24AC47-EDF1-0128-011D-D2481DC1D855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BC40A373-58E3-8ED9-3197-405709786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0" y="-134938"/>
            <a:ext cx="24536400" cy="1282701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47852BE2-07B9-4BA8-EC41-26947003916F}"/>
              </a:ext>
            </a:extLst>
          </p:cNvPr>
          <p:cNvSpPr>
            <a:spLocks noChangeShapeType="1"/>
          </p:cNvSpPr>
          <p:nvPr/>
        </p:nvSpPr>
        <p:spPr bwMode="auto">
          <a:xfrm>
            <a:off x="-257175" y="1168400"/>
            <a:ext cx="24898350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5" name="Duelkracht">
            <a:extLst>
              <a:ext uri="{FF2B5EF4-FFF2-40B4-BE49-F238E27FC236}">
                <a16:creationId xmlns:a16="http://schemas.microsoft.com/office/drawing/2014/main" id="{F36456F8-085E-FD52-7C58-9403AB40E61D}"/>
              </a:ext>
            </a:extLst>
          </p:cNvPr>
          <p:cNvSpPr txBox="1"/>
          <p:nvPr/>
        </p:nvSpPr>
        <p:spPr>
          <a:xfrm>
            <a:off x="303213" y="49213"/>
            <a:ext cx="22098000" cy="914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sz="59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Duelkracht</a:t>
            </a:r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86FF9253-5A47-4163-7C90-810C7A20D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8625" y="127000"/>
            <a:ext cx="6759575" cy="81756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TextBox 30">
            <a:extLst>
              <a:ext uri="{FF2B5EF4-FFF2-40B4-BE49-F238E27FC236}">
                <a16:creationId xmlns:a16="http://schemas.microsoft.com/office/drawing/2014/main" id="{EE5D890E-39D3-3297-954C-3D917F822051}"/>
              </a:ext>
            </a:extLst>
          </p:cNvPr>
          <p:cNvSpPr txBox="1"/>
          <p:nvPr/>
        </p:nvSpPr>
        <p:spPr>
          <a:xfrm>
            <a:off x="8018463" y="201613"/>
            <a:ext cx="6818312" cy="6096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“Geslaagde pogingen om de bal te winnen / behouden in fysieke duels”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11DBD1B3-077D-51AE-621F-44540F26C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00725" y="5187950"/>
            <a:ext cx="5795963" cy="8334375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9" name=".">
            <a:extLst>
              <a:ext uri="{FF2B5EF4-FFF2-40B4-BE49-F238E27FC236}">
                <a16:creationId xmlns:a16="http://schemas.microsoft.com/office/drawing/2014/main" id="{18C5D64E-4EBD-66C0-3398-4C33AF283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13438" y="5810250"/>
            <a:ext cx="5570537" cy="756126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3200">
                <a:solidFill>
                  <a:srgbClr val="FFFFFF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rPr>
              <a:t>.</a:t>
            </a:r>
          </a:p>
        </p:txBody>
      </p:sp>
      <p:sp>
        <p:nvSpPr>
          <p:cNvPr id="10" name="TextBox 20">
            <a:extLst>
              <a:ext uri="{FF2B5EF4-FFF2-40B4-BE49-F238E27FC236}">
                <a16:creationId xmlns:a16="http://schemas.microsoft.com/office/drawing/2014/main" id="{98708B12-7445-D568-76CB-A0748B3295F9}"/>
              </a:ext>
            </a:extLst>
          </p:cNvPr>
          <p:cNvSpPr txBox="1"/>
          <p:nvPr/>
        </p:nvSpPr>
        <p:spPr>
          <a:xfrm>
            <a:off x="18857913" y="1657350"/>
            <a:ext cx="3346450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11" name="Line">
            <a:extLst>
              <a:ext uri="{FF2B5EF4-FFF2-40B4-BE49-F238E27FC236}">
                <a16:creationId xmlns:a16="http://schemas.microsoft.com/office/drawing/2014/main" id="{B0D88FE9-7EFA-0134-E5F5-90ABF9156A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878550" y="2047875"/>
            <a:ext cx="3084513" cy="0"/>
          </a:xfrm>
          <a:prstGeom prst="line">
            <a:avLst/>
          </a:prstGeom>
          <a:noFill/>
          <a:ln w="254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12" name="Lichaamsdeel…">
            <a:extLst>
              <a:ext uri="{FF2B5EF4-FFF2-40B4-BE49-F238E27FC236}">
                <a16:creationId xmlns:a16="http://schemas.microsoft.com/office/drawing/2014/main" id="{1BF1DA08-40A4-1E0E-6A05-9714F213FF15}"/>
              </a:ext>
            </a:extLst>
          </p:cNvPr>
          <p:cNvSpPr txBox="1"/>
          <p:nvPr/>
        </p:nvSpPr>
        <p:spPr>
          <a:xfrm>
            <a:off x="18756313" y="2290763"/>
            <a:ext cx="2046287" cy="2540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Lichaamsdeel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Grondduels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Luchtduels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Timing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Voorbereiding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Frequentie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Eindresultaat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312325BC-E1B0-97B0-6F26-4B72BD4A7BBE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3BB321A-2D48-4362-8CDC-8A6A4309AF35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32330273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m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C87F0449-D72E-E36E-3F80-28BF0167D063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904C5BA2-8C45-F029-19F8-54A4EECC9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0" y="-134938"/>
            <a:ext cx="24536400" cy="1282701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A78182CC-B5D8-4C97-F920-63532EDC9444}"/>
              </a:ext>
            </a:extLst>
          </p:cNvPr>
          <p:cNvSpPr>
            <a:spLocks noChangeShapeType="1"/>
          </p:cNvSpPr>
          <p:nvPr/>
        </p:nvSpPr>
        <p:spPr bwMode="auto">
          <a:xfrm>
            <a:off x="-257175" y="1168400"/>
            <a:ext cx="24898350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5" name="Uithoudingsvermogen">
            <a:extLst>
              <a:ext uri="{FF2B5EF4-FFF2-40B4-BE49-F238E27FC236}">
                <a16:creationId xmlns:a16="http://schemas.microsoft.com/office/drawing/2014/main" id="{AEFB9E8D-888A-324E-3671-CA35E4A40924}"/>
              </a:ext>
            </a:extLst>
          </p:cNvPr>
          <p:cNvSpPr txBox="1"/>
          <p:nvPr/>
        </p:nvSpPr>
        <p:spPr>
          <a:xfrm>
            <a:off x="303213" y="49213"/>
            <a:ext cx="9226550" cy="914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sz="59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Uithoudingsvermogen</a:t>
            </a:r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F63F987F-DA52-8F4B-7FE0-43CB88459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25" y="96838"/>
            <a:ext cx="6759575" cy="8191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TextBox 30">
            <a:extLst>
              <a:ext uri="{FF2B5EF4-FFF2-40B4-BE49-F238E27FC236}">
                <a16:creationId xmlns:a16="http://schemas.microsoft.com/office/drawing/2014/main" id="{5296A898-CC0D-86DE-0D2E-153662AB9364}"/>
              </a:ext>
            </a:extLst>
          </p:cNvPr>
          <p:cNvSpPr txBox="1"/>
          <p:nvPr/>
        </p:nvSpPr>
        <p:spPr>
          <a:xfrm>
            <a:off x="9669463" y="354013"/>
            <a:ext cx="6818312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“Volhouden van de positie specifieke voetbalacties”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5738AA0A-E8DA-057E-E3D6-1E9DA841D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00725" y="5187950"/>
            <a:ext cx="5795963" cy="8334375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9" name=".">
            <a:extLst>
              <a:ext uri="{FF2B5EF4-FFF2-40B4-BE49-F238E27FC236}">
                <a16:creationId xmlns:a16="http://schemas.microsoft.com/office/drawing/2014/main" id="{B844CCBC-2B23-514A-18A9-39A989C2B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13438" y="5810250"/>
            <a:ext cx="5570537" cy="756126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3200">
                <a:solidFill>
                  <a:srgbClr val="FFFFFF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rPr>
              <a:t>.</a:t>
            </a:r>
          </a:p>
        </p:txBody>
      </p:sp>
      <p:sp>
        <p:nvSpPr>
          <p:cNvPr id="10" name="TextBox 20">
            <a:extLst>
              <a:ext uri="{FF2B5EF4-FFF2-40B4-BE49-F238E27FC236}">
                <a16:creationId xmlns:a16="http://schemas.microsoft.com/office/drawing/2014/main" id="{E4415471-2607-0449-ED3C-D1466EBD028A}"/>
              </a:ext>
            </a:extLst>
          </p:cNvPr>
          <p:cNvSpPr txBox="1"/>
          <p:nvPr/>
        </p:nvSpPr>
        <p:spPr>
          <a:xfrm>
            <a:off x="18857913" y="1657350"/>
            <a:ext cx="3346450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11" name="Line">
            <a:extLst>
              <a:ext uri="{FF2B5EF4-FFF2-40B4-BE49-F238E27FC236}">
                <a16:creationId xmlns:a16="http://schemas.microsoft.com/office/drawing/2014/main" id="{2DB45F0F-06FA-9015-542F-B828170E3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878550" y="2047875"/>
            <a:ext cx="3084513" cy="0"/>
          </a:xfrm>
          <a:prstGeom prst="line">
            <a:avLst/>
          </a:prstGeom>
          <a:noFill/>
          <a:ln w="254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12" name="Intensiteit…">
            <a:extLst>
              <a:ext uri="{FF2B5EF4-FFF2-40B4-BE49-F238E27FC236}">
                <a16:creationId xmlns:a16="http://schemas.microsoft.com/office/drawing/2014/main" id="{0FBB5927-F549-F899-CE32-F47A4FE95237}"/>
              </a:ext>
            </a:extLst>
          </p:cNvPr>
          <p:cNvSpPr txBox="1"/>
          <p:nvPr/>
        </p:nvSpPr>
        <p:spPr>
          <a:xfrm>
            <a:off x="18756313" y="2443163"/>
            <a:ext cx="2498725" cy="22352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Intensiteit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Total distance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HI-runs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Sprints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90 min volhouden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Gemiddelde p/w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5E041CAB-1D4C-7327-F3F9-7809A10AC42F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4ADF3E3-5396-4917-BC8F-E2038AEB4B3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185202187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p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CA345064-05BB-A0B9-5895-53068120951C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7F45D22E-09DC-8B50-B7D4-B8BCF0557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0" y="-134938"/>
            <a:ext cx="24536400" cy="1282701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C72683F6-24CD-A92F-11E0-7919176EFE5A}"/>
              </a:ext>
            </a:extLst>
          </p:cNvPr>
          <p:cNvSpPr>
            <a:spLocks noChangeShapeType="1"/>
          </p:cNvSpPr>
          <p:nvPr/>
        </p:nvSpPr>
        <p:spPr bwMode="auto">
          <a:xfrm>
            <a:off x="-257175" y="1168400"/>
            <a:ext cx="24898350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5" name="Snelheid">
            <a:extLst>
              <a:ext uri="{FF2B5EF4-FFF2-40B4-BE49-F238E27FC236}">
                <a16:creationId xmlns:a16="http://schemas.microsoft.com/office/drawing/2014/main" id="{8B20C4A7-A3CF-101A-8BE7-7BBE71F38CD1}"/>
              </a:ext>
            </a:extLst>
          </p:cNvPr>
          <p:cNvSpPr txBox="1"/>
          <p:nvPr/>
        </p:nvSpPr>
        <p:spPr>
          <a:xfrm>
            <a:off x="303213" y="49213"/>
            <a:ext cx="22098000" cy="914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sz="59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Snelheid</a:t>
            </a:r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D448C8BD-C568-6031-CEA8-900868DD1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8625" y="127000"/>
            <a:ext cx="6759575" cy="81756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TextBox 30">
            <a:extLst>
              <a:ext uri="{FF2B5EF4-FFF2-40B4-BE49-F238E27FC236}">
                <a16:creationId xmlns:a16="http://schemas.microsoft.com/office/drawing/2014/main" id="{1D4F5EF9-7B34-A520-A553-180E5EB79CEE}"/>
              </a:ext>
            </a:extLst>
          </p:cNvPr>
          <p:cNvSpPr txBox="1"/>
          <p:nvPr/>
        </p:nvSpPr>
        <p:spPr>
          <a:xfrm>
            <a:off x="8018463" y="201613"/>
            <a:ext cx="6818312" cy="6096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“Absolute snelheid zonder bal” “Snelheid in de acties met bal” “Startsnelheid”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2D4979CE-5D26-80BB-8F01-D3C2E1F24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00725" y="5187950"/>
            <a:ext cx="5795963" cy="8334375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9" name=".">
            <a:extLst>
              <a:ext uri="{FF2B5EF4-FFF2-40B4-BE49-F238E27FC236}">
                <a16:creationId xmlns:a16="http://schemas.microsoft.com/office/drawing/2014/main" id="{98983D5B-099B-F8A2-7AA2-E75A5CD10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13438" y="5810250"/>
            <a:ext cx="5570537" cy="756126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3200">
                <a:solidFill>
                  <a:srgbClr val="FFFFFF"/>
                </a:solidFill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rPr>
              <a:t>.</a:t>
            </a:r>
          </a:p>
        </p:txBody>
      </p:sp>
      <p:sp>
        <p:nvSpPr>
          <p:cNvPr id="10" name="TextBox 20">
            <a:extLst>
              <a:ext uri="{FF2B5EF4-FFF2-40B4-BE49-F238E27FC236}">
                <a16:creationId xmlns:a16="http://schemas.microsoft.com/office/drawing/2014/main" id="{525ACBE7-9B88-65CE-2554-614FE4739DB6}"/>
              </a:ext>
            </a:extLst>
          </p:cNvPr>
          <p:cNvSpPr txBox="1"/>
          <p:nvPr/>
        </p:nvSpPr>
        <p:spPr>
          <a:xfrm>
            <a:off x="18857913" y="1657350"/>
            <a:ext cx="3346450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11" name="Line">
            <a:extLst>
              <a:ext uri="{FF2B5EF4-FFF2-40B4-BE49-F238E27FC236}">
                <a16:creationId xmlns:a16="http://schemas.microsoft.com/office/drawing/2014/main" id="{2877BDD5-4FBE-94BE-D7C0-DBF9264203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878550" y="2047875"/>
            <a:ext cx="3084513" cy="0"/>
          </a:xfrm>
          <a:prstGeom prst="line">
            <a:avLst/>
          </a:prstGeom>
          <a:noFill/>
          <a:ln w="25400">
            <a:solidFill>
              <a:srgbClr val="000000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12" name="Topsnelheid…">
            <a:extLst>
              <a:ext uri="{FF2B5EF4-FFF2-40B4-BE49-F238E27FC236}">
                <a16:creationId xmlns:a16="http://schemas.microsoft.com/office/drawing/2014/main" id="{D98DA7E8-F29D-2FC1-B84E-70C1BEB6818E}"/>
              </a:ext>
            </a:extLst>
          </p:cNvPr>
          <p:cNvSpPr txBox="1"/>
          <p:nvPr/>
        </p:nvSpPr>
        <p:spPr>
          <a:xfrm>
            <a:off x="18756313" y="2443163"/>
            <a:ext cx="3316287" cy="22352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Topsnelheid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Acceleratie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Paslengte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Grote / kleine afstanden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1e meters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Eindresultaat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3692C6B8-3E39-9B4B-DCA5-D9E6342E231B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24CCEBC-37B3-4488-8115-698AD16A3BDF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5843570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Leeg kopie 4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51774C40-DF95-4A47-CD70-BDC580A2C37B}"/>
              </a:ext>
            </a:extLst>
          </p:cNvPr>
          <p:cNvSpPr/>
          <p:nvPr/>
        </p:nvSpPr>
        <p:spPr>
          <a:xfrm>
            <a:off x="228600" y="9285288"/>
            <a:ext cx="7296150" cy="4159250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">
            <a:extLst>
              <a:ext uri="{FF2B5EF4-FFF2-40B4-BE49-F238E27FC236}">
                <a16:creationId xmlns:a16="http://schemas.microsoft.com/office/drawing/2014/main" id="{40B09E19-39C8-8A07-4DFD-C04124F3D488}"/>
              </a:ext>
            </a:extLst>
          </p:cNvPr>
          <p:cNvSpPr/>
          <p:nvPr/>
        </p:nvSpPr>
        <p:spPr>
          <a:xfrm>
            <a:off x="16452850" y="4481513"/>
            <a:ext cx="7805738" cy="3844925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DA27266F-AEED-8906-8F1A-D56A6136575F}"/>
              </a:ext>
            </a:extLst>
          </p:cNvPr>
          <p:cNvSpPr/>
          <p:nvPr/>
        </p:nvSpPr>
        <p:spPr>
          <a:xfrm>
            <a:off x="7858125" y="8534400"/>
            <a:ext cx="8289925" cy="4919663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D017347C-B714-8C0D-8130-54A919FDCC69}"/>
              </a:ext>
            </a:extLst>
          </p:cNvPr>
          <p:cNvSpPr/>
          <p:nvPr/>
        </p:nvSpPr>
        <p:spPr>
          <a:xfrm>
            <a:off x="16452850" y="8534400"/>
            <a:ext cx="7805738" cy="4919663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BF0514B3-B096-5305-63A9-B05872D22CEE}"/>
              </a:ext>
            </a:extLst>
          </p:cNvPr>
          <p:cNvSpPr/>
          <p:nvPr/>
        </p:nvSpPr>
        <p:spPr>
          <a:xfrm>
            <a:off x="16452850" y="238125"/>
            <a:ext cx="7805738" cy="4035425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4086F4FA-8790-DEF8-A3F0-5B4789F5A850}"/>
              </a:ext>
            </a:extLst>
          </p:cNvPr>
          <p:cNvSpPr/>
          <p:nvPr/>
        </p:nvSpPr>
        <p:spPr>
          <a:xfrm>
            <a:off x="7815263" y="4484688"/>
            <a:ext cx="3971925" cy="3838575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236B2FB4-15FE-D1CA-44A1-62E5A4AF1779}"/>
              </a:ext>
            </a:extLst>
          </p:cNvPr>
          <p:cNvSpPr/>
          <p:nvPr/>
        </p:nvSpPr>
        <p:spPr>
          <a:xfrm>
            <a:off x="7815263" y="238125"/>
            <a:ext cx="8289925" cy="4035425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9D8BB0CA-01A0-233D-071C-FA749E3EF156}"/>
              </a:ext>
            </a:extLst>
          </p:cNvPr>
          <p:cNvSpPr/>
          <p:nvPr/>
        </p:nvSpPr>
        <p:spPr>
          <a:xfrm>
            <a:off x="236538" y="238125"/>
            <a:ext cx="7297737" cy="8631238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38">
            <a:extLst>
              <a:ext uri="{FF2B5EF4-FFF2-40B4-BE49-F238E27FC236}">
                <a16:creationId xmlns:a16="http://schemas.microsoft.com/office/drawing/2014/main" id="{360C96D7-E24D-3D2D-0EAF-1846DAD037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1795463"/>
            <a:ext cx="2233612" cy="80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Date of birth</a:t>
            </a:r>
          </a:p>
        </p:txBody>
      </p:sp>
      <p:sp>
        <p:nvSpPr>
          <p:cNvPr id="11" name="TextBox 38">
            <a:extLst>
              <a:ext uri="{FF2B5EF4-FFF2-40B4-BE49-F238E27FC236}">
                <a16:creationId xmlns:a16="http://schemas.microsoft.com/office/drawing/2014/main" id="{160A8828-52FA-147C-81FD-F7227FDFB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2555875"/>
            <a:ext cx="2233612" cy="80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City of Birth </a:t>
            </a:r>
          </a:p>
        </p:txBody>
      </p:sp>
      <p:sp>
        <p:nvSpPr>
          <p:cNvPr id="12" name="TextBox 38">
            <a:extLst>
              <a:ext uri="{FF2B5EF4-FFF2-40B4-BE49-F238E27FC236}">
                <a16:creationId xmlns:a16="http://schemas.microsoft.com/office/drawing/2014/main" id="{B2166A7F-5F77-2FB1-5140-36536F751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3289300"/>
            <a:ext cx="3000375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Nationality</a:t>
            </a:r>
          </a:p>
        </p:txBody>
      </p:sp>
      <p:sp>
        <p:nvSpPr>
          <p:cNvPr id="13" name="TextBox 38">
            <a:extLst>
              <a:ext uri="{FF2B5EF4-FFF2-40B4-BE49-F238E27FC236}">
                <a16:creationId xmlns:a16="http://schemas.microsoft.com/office/drawing/2014/main" id="{E3D853C9-6281-286D-6DC7-887D79D705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4081463"/>
            <a:ext cx="2233612" cy="166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Height</a:t>
            </a:r>
          </a:p>
        </p:txBody>
      </p:sp>
      <p:sp>
        <p:nvSpPr>
          <p:cNvPr id="14" name="TextBox 38">
            <a:extLst>
              <a:ext uri="{FF2B5EF4-FFF2-40B4-BE49-F238E27FC236}">
                <a16:creationId xmlns:a16="http://schemas.microsoft.com/office/drawing/2014/main" id="{00264135-4F8A-C3D5-BEB8-517AD959B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4806950"/>
            <a:ext cx="2233612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Preferred foot</a:t>
            </a:r>
          </a:p>
        </p:txBody>
      </p:sp>
      <p:sp>
        <p:nvSpPr>
          <p:cNvPr id="15" name="TextBox 38">
            <a:extLst>
              <a:ext uri="{FF2B5EF4-FFF2-40B4-BE49-F238E27FC236}">
                <a16:creationId xmlns:a16="http://schemas.microsoft.com/office/drawing/2014/main" id="{D5AE37BE-B848-6CA6-47C5-B3040C240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5570538"/>
            <a:ext cx="2233612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Club</a:t>
            </a:r>
          </a:p>
        </p:txBody>
      </p:sp>
      <p:sp>
        <p:nvSpPr>
          <p:cNvPr id="16" name="TextBox 38">
            <a:extLst>
              <a:ext uri="{FF2B5EF4-FFF2-40B4-BE49-F238E27FC236}">
                <a16:creationId xmlns:a16="http://schemas.microsoft.com/office/drawing/2014/main" id="{FBC11AF1-73D5-F91C-A14E-EA9896C43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6264275"/>
            <a:ext cx="2233612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League</a:t>
            </a: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65A4CA12-502C-89FD-D339-A296A2FB2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1782763"/>
            <a:ext cx="5348288" cy="254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60959" tIns="60959" rIns="60959" bIns="60959"/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" name="Rectangle">
            <a:extLst>
              <a:ext uri="{FF2B5EF4-FFF2-40B4-BE49-F238E27FC236}">
                <a16:creationId xmlns:a16="http://schemas.microsoft.com/office/drawing/2014/main" id="{8B542A59-B958-B3D5-86A1-5AFA56CB8225}"/>
              </a:ext>
            </a:extLst>
          </p:cNvPr>
          <p:cNvSpPr/>
          <p:nvPr/>
        </p:nvSpPr>
        <p:spPr>
          <a:xfrm>
            <a:off x="11217275" y="979488"/>
            <a:ext cx="2112963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Rectangle">
            <a:extLst>
              <a:ext uri="{FF2B5EF4-FFF2-40B4-BE49-F238E27FC236}">
                <a16:creationId xmlns:a16="http://schemas.microsoft.com/office/drawing/2014/main" id="{84870E6C-D25C-A117-C8F8-88FD1F962EE3}"/>
              </a:ext>
            </a:extLst>
          </p:cNvPr>
          <p:cNvSpPr/>
          <p:nvPr/>
        </p:nvSpPr>
        <p:spPr>
          <a:xfrm>
            <a:off x="13606463" y="979488"/>
            <a:ext cx="2114550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Rectangle">
            <a:extLst>
              <a:ext uri="{FF2B5EF4-FFF2-40B4-BE49-F238E27FC236}">
                <a16:creationId xmlns:a16="http://schemas.microsoft.com/office/drawing/2014/main" id="{6991170A-8186-2754-BB8C-04A107035741}"/>
              </a:ext>
            </a:extLst>
          </p:cNvPr>
          <p:cNvSpPr/>
          <p:nvPr/>
        </p:nvSpPr>
        <p:spPr>
          <a:xfrm>
            <a:off x="11217275" y="1711325"/>
            <a:ext cx="2112963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Rectangle">
            <a:extLst>
              <a:ext uri="{FF2B5EF4-FFF2-40B4-BE49-F238E27FC236}">
                <a16:creationId xmlns:a16="http://schemas.microsoft.com/office/drawing/2014/main" id="{0EA9BA36-B6F5-D290-9630-927273D6151F}"/>
              </a:ext>
            </a:extLst>
          </p:cNvPr>
          <p:cNvSpPr/>
          <p:nvPr/>
        </p:nvSpPr>
        <p:spPr>
          <a:xfrm>
            <a:off x="13606463" y="1711325"/>
            <a:ext cx="2114550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66A306AA-7F58-2F81-0717-4FE240A93229}"/>
              </a:ext>
            </a:extLst>
          </p:cNvPr>
          <p:cNvSpPr/>
          <p:nvPr/>
        </p:nvSpPr>
        <p:spPr>
          <a:xfrm>
            <a:off x="11217275" y="2500313"/>
            <a:ext cx="2112963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Rectangle">
            <a:extLst>
              <a:ext uri="{FF2B5EF4-FFF2-40B4-BE49-F238E27FC236}">
                <a16:creationId xmlns:a16="http://schemas.microsoft.com/office/drawing/2014/main" id="{1417D84B-59FE-AD7E-172B-8CD61AAFA727}"/>
              </a:ext>
            </a:extLst>
          </p:cNvPr>
          <p:cNvSpPr/>
          <p:nvPr/>
        </p:nvSpPr>
        <p:spPr>
          <a:xfrm>
            <a:off x="13606463" y="2500313"/>
            <a:ext cx="2114550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Rectangle">
            <a:extLst>
              <a:ext uri="{FF2B5EF4-FFF2-40B4-BE49-F238E27FC236}">
                <a16:creationId xmlns:a16="http://schemas.microsoft.com/office/drawing/2014/main" id="{4226014E-0784-3A30-0969-A729CA920914}"/>
              </a:ext>
            </a:extLst>
          </p:cNvPr>
          <p:cNvSpPr/>
          <p:nvPr/>
        </p:nvSpPr>
        <p:spPr>
          <a:xfrm>
            <a:off x="11217275" y="3276600"/>
            <a:ext cx="2112963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Rectangle">
            <a:extLst>
              <a:ext uri="{FF2B5EF4-FFF2-40B4-BE49-F238E27FC236}">
                <a16:creationId xmlns:a16="http://schemas.microsoft.com/office/drawing/2014/main" id="{74B07D06-8AEC-781E-F757-81D0DACC658B}"/>
              </a:ext>
            </a:extLst>
          </p:cNvPr>
          <p:cNvSpPr/>
          <p:nvPr/>
        </p:nvSpPr>
        <p:spPr>
          <a:xfrm>
            <a:off x="13606463" y="3276600"/>
            <a:ext cx="2114550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E82D1283-4DF6-C13A-EC19-6CAF2FDD6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7825" y="131763"/>
            <a:ext cx="1806575" cy="357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ts val="56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STATS</a:t>
            </a:r>
          </a:p>
          <a:p>
            <a:pPr eaLnBrk="1">
              <a:lnSpc>
                <a:spcPts val="56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Matches</a:t>
            </a:r>
          </a:p>
          <a:p>
            <a:pPr eaLnBrk="1">
              <a:lnSpc>
                <a:spcPts val="61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Minutes</a:t>
            </a:r>
          </a:p>
          <a:p>
            <a:pPr eaLnBrk="1">
              <a:lnSpc>
                <a:spcPts val="5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Goals</a:t>
            </a:r>
          </a:p>
          <a:p>
            <a:pPr eaLnBrk="1">
              <a:lnSpc>
                <a:spcPts val="61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Assists</a:t>
            </a:r>
          </a:p>
        </p:txBody>
      </p:sp>
      <p:sp>
        <p:nvSpPr>
          <p:cNvPr id="27" name="TextBox 41">
            <a:extLst>
              <a:ext uri="{FF2B5EF4-FFF2-40B4-BE49-F238E27FC236}">
                <a16:creationId xmlns:a16="http://schemas.microsoft.com/office/drawing/2014/main" id="{C2A3A754-D7A6-7CC4-EA09-97B699E83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7825" y="4521200"/>
            <a:ext cx="275431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PLAYER RATING</a:t>
            </a:r>
          </a:p>
        </p:txBody>
      </p:sp>
      <p:sp>
        <p:nvSpPr>
          <p:cNvPr id="28" name="TextBox 46">
            <a:extLst>
              <a:ext uri="{FF2B5EF4-FFF2-40B4-BE49-F238E27FC236}">
                <a16:creationId xmlns:a16="http://schemas.microsoft.com/office/drawing/2014/main" id="{B9F81C37-76B4-76E6-6F7A-914C77CDC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1313" y="10361613"/>
            <a:ext cx="291306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Transfer value</a:t>
            </a:r>
          </a:p>
        </p:txBody>
      </p:sp>
      <p:sp>
        <p:nvSpPr>
          <p:cNvPr id="29" name="Rectangle">
            <a:extLst>
              <a:ext uri="{FF2B5EF4-FFF2-40B4-BE49-F238E27FC236}">
                <a16:creationId xmlns:a16="http://schemas.microsoft.com/office/drawing/2014/main" id="{43CE8181-D6E3-488C-14B1-357AD59569F0}"/>
              </a:ext>
            </a:extLst>
          </p:cNvPr>
          <p:cNvSpPr/>
          <p:nvPr/>
        </p:nvSpPr>
        <p:spPr>
          <a:xfrm>
            <a:off x="19705638" y="11071225"/>
            <a:ext cx="3648075" cy="60642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Rectangle">
            <a:extLst>
              <a:ext uri="{FF2B5EF4-FFF2-40B4-BE49-F238E27FC236}">
                <a16:creationId xmlns:a16="http://schemas.microsoft.com/office/drawing/2014/main" id="{3DD71BE9-7723-C99D-F2CD-5051A3FF1A86}"/>
              </a:ext>
            </a:extLst>
          </p:cNvPr>
          <p:cNvSpPr/>
          <p:nvPr/>
        </p:nvSpPr>
        <p:spPr>
          <a:xfrm>
            <a:off x="19705638" y="11818938"/>
            <a:ext cx="3648075" cy="60483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Rectangle">
            <a:extLst>
              <a:ext uri="{FF2B5EF4-FFF2-40B4-BE49-F238E27FC236}">
                <a16:creationId xmlns:a16="http://schemas.microsoft.com/office/drawing/2014/main" id="{0FAD82F9-A8CB-C168-5603-785F7E8C2E5D}"/>
              </a:ext>
            </a:extLst>
          </p:cNvPr>
          <p:cNvSpPr/>
          <p:nvPr/>
        </p:nvSpPr>
        <p:spPr>
          <a:xfrm>
            <a:off x="19705638" y="12547600"/>
            <a:ext cx="3648075" cy="60642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Rectangle">
            <a:extLst>
              <a:ext uri="{FF2B5EF4-FFF2-40B4-BE49-F238E27FC236}">
                <a16:creationId xmlns:a16="http://schemas.microsoft.com/office/drawing/2014/main" id="{9C3FD484-B716-7B1C-C497-AE1A2DF624AF}"/>
              </a:ext>
            </a:extLst>
          </p:cNvPr>
          <p:cNvSpPr/>
          <p:nvPr/>
        </p:nvSpPr>
        <p:spPr>
          <a:xfrm>
            <a:off x="18197513" y="398463"/>
            <a:ext cx="5799137" cy="371633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TextBox 43">
            <a:extLst>
              <a:ext uri="{FF2B5EF4-FFF2-40B4-BE49-F238E27FC236}">
                <a16:creationId xmlns:a16="http://schemas.microsoft.com/office/drawing/2014/main" id="{A3838B86-F04D-6766-C0FC-7A136334C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4575" y="334963"/>
            <a:ext cx="21383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CURRENT SEASON</a:t>
            </a:r>
          </a:p>
        </p:txBody>
      </p:sp>
      <p:sp>
        <p:nvSpPr>
          <p:cNvPr id="34" name="TextBox 44">
            <a:extLst>
              <a:ext uri="{FF2B5EF4-FFF2-40B4-BE49-F238E27FC236}">
                <a16:creationId xmlns:a16="http://schemas.microsoft.com/office/drawing/2014/main" id="{C247D58E-641B-762D-ABC2-539EB7B07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89063" y="334963"/>
            <a:ext cx="114935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CAREER</a:t>
            </a:r>
          </a:p>
        </p:txBody>
      </p:sp>
      <p:sp>
        <p:nvSpPr>
          <p:cNvPr id="35" name="TextBox 46">
            <a:extLst>
              <a:ext uri="{FF2B5EF4-FFF2-40B4-BE49-F238E27FC236}">
                <a16:creationId xmlns:a16="http://schemas.microsoft.com/office/drawing/2014/main" id="{2BA7544E-CF1F-7932-0311-3EF8D104F5DD}"/>
              </a:ext>
            </a:extLst>
          </p:cNvPr>
          <p:cNvSpPr txBox="1"/>
          <p:nvPr/>
        </p:nvSpPr>
        <p:spPr>
          <a:xfrm>
            <a:off x="16765588" y="8728075"/>
            <a:ext cx="2914650" cy="4191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19200">
              <a:lnSpc>
                <a:spcPct val="250000"/>
              </a:lnSpc>
              <a:spcBef>
                <a:spcPts val="0"/>
              </a:spcBef>
              <a:defRPr sz="2400" b="1"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 cap="none">
                <a:latin typeface="Cabin"/>
                <a:ea typeface="Cabin"/>
                <a:cs typeface="Cabin"/>
                <a:sym typeface="Cabin"/>
              </a:defRPr>
            </a:pPr>
            <a:r>
              <a:rPr kern="0"/>
              <a:t>Transfer details</a:t>
            </a:r>
          </a:p>
        </p:txBody>
      </p:sp>
      <p:sp>
        <p:nvSpPr>
          <p:cNvPr id="36" name="TextBox 45">
            <a:extLst>
              <a:ext uri="{FF2B5EF4-FFF2-40B4-BE49-F238E27FC236}">
                <a16:creationId xmlns:a16="http://schemas.microsoft.com/office/drawing/2014/main" id="{41B86A02-DBE8-7B47-7FD7-7C1BE6C4B4BD}"/>
              </a:ext>
            </a:extLst>
          </p:cNvPr>
          <p:cNvSpPr txBox="1"/>
          <p:nvPr/>
        </p:nvSpPr>
        <p:spPr>
          <a:xfrm>
            <a:off x="16681450" y="387350"/>
            <a:ext cx="1743075" cy="4191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2400" b="1"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 b="0" cap="none"/>
            </a:pPr>
            <a:r>
              <a:rPr kern="0"/>
              <a:t>Scouting</a:t>
            </a:r>
          </a:p>
        </p:txBody>
      </p:sp>
      <p:sp>
        <p:nvSpPr>
          <p:cNvPr id="37" name="TextBox 47">
            <a:extLst>
              <a:ext uri="{FF2B5EF4-FFF2-40B4-BE49-F238E27FC236}">
                <a16:creationId xmlns:a16="http://schemas.microsoft.com/office/drawing/2014/main" id="{3C7B84AE-409F-0253-DB47-8249B34A6735}"/>
              </a:ext>
            </a:extLst>
          </p:cNvPr>
          <p:cNvSpPr txBox="1"/>
          <p:nvPr/>
        </p:nvSpPr>
        <p:spPr>
          <a:xfrm>
            <a:off x="8043863" y="8651875"/>
            <a:ext cx="3000375" cy="46355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defTabSz="1219200" eaLnBrk="1" fontAlgn="auto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defRPr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sz="2400" b="1" kern="0"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Summary scouting</a:t>
            </a:r>
            <a:r>
              <a:rPr sz="2400" b="1" kern="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:</a:t>
            </a:r>
          </a:p>
        </p:txBody>
      </p:sp>
      <p:sp>
        <p:nvSpPr>
          <p:cNvPr id="38" name="Rectangle">
            <a:extLst>
              <a:ext uri="{FF2B5EF4-FFF2-40B4-BE49-F238E27FC236}">
                <a16:creationId xmlns:a16="http://schemas.microsoft.com/office/drawing/2014/main" id="{16617F6D-6E76-8F3A-AFAD-BDF0D8E43921}"/>
              </a:ext>
            </a:extLst>
          </p:cNvPr>
          <p:cNvSpPr/>
          <p:nvPr/>
        </p:nvSpPr>
        <p:spPr>
          <a:xfrm>
            <a:off x="3602038" y="2095500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Rectangle">
            <a:extLst>
              <a:ext uri="{FF2B5EF4-FFF2-40B4-BE49-F238E27FC236}">
                <a16:creationId xmlns:a16="http://schemas.microsoft.com/office/drawing/2014/main" id="{139FF85B-EAA8-E1BE-C6AD-45AB57B2A0DC}"/>
              </a:ext>
            </a:extLst>
          </p:cNvPr>
          <p:cNvSpPr/>
          <p:nvPr/>
        </p:nvSpPr>
        <p:spPr>
          <a:xfrm>
            <a:off x="3602038" y="2849563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Rectangle">
            <a:extLst>
              <a:ext uri="{FF2B5EF4-FFF2-40B4-BE49-F238E27FC236}">
                <a16:creationId xmlns:a16="http://schemas.microsoft.com/office/drawing/2014/main" id="{0673352B-C407-8DEF-4079-CD35CBCAA466}"/>
              </a:ext>
            </a:extLst>
          </p:cNvPr>
          <p:cNvSpPr/>
          <p:nvPr/>
        </p:nvSpPr>
        <p:spPr>
          <a:xfrm>
            <a:off x="3602038" y="3606800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Rectangle">
            <a:extLst>
              <a:ext uri="{FF2B5EF4-FFF2-40B4-BE49-F238E27FC236}">
                <a16:creationId xmlns:a16="http://schemas.microsoft.com/office/drawing/2014/main" id="{6BD849ED-0F0C-A687-CA1B-EF2F2A5BB2F4}"/>
              </a:ext>
            </a:extLst>
          </p:cNvPr>
          <p:cNvSpPr/>
          <p:nvPr/>
        </p:nvSpPr>
        <p:spPr>
          <a:xfrm>
            <a:off x="3602038" y="4364038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Rectangle">
            <a:extLst>
              <a:ext uri="{FF2B5EF4-FFF2-40B4-BE49-F238E27FC236}">
                <a16:creationId xmlns:a16="http://schemas.microsoft.com/office/drawing/2014/main" id="{53F9E5EA-BB87-8EB2-C985-42F4C8AD413E}"/>
              </a:ext>
            </a:extLst>
          </p:cNvPr>
          <p:cNvSpPr/>
          <p:nvPr/>
        </p:nvSpPr>
        <p:spPr>
          <a:xfrm>
            <a:off x="3602038" y="5118100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Rectangle">
            <a:extLst>
              <a:ext uri="{FF2B5EF4-FFF2-40B4-BE49-F238E27FC236}">
                <a16:creationId xmlns:a16="http://schemas.microsoft.com/office/drawing/2014/main" id="{4C4A5418-28D1-2DB4-A503-C9147158BFD0}"/>
              </a:ext>
            </a:extLst>
          </p:cNvPr>
          <p:cNvSpPr/>
          <p:nvPr/>
        </p:nvSpPr>
        <p:spPr>
          <a:xfrm>
            <a:off x="3602038" y="5861050"/>
            <a:ext cx="3624262" cy="588963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Rectangle">
            <a:extLst>
              <a:ext uri="{FF2B5EF4-FFF2-40B4-BE49-F238E27FC236}">
                <a16:creationId xmlns:a16="http://schemas.microsoft.com/office/drawing/2014/main" id="{17966459-3668-DFA3-902B-E1E87E7E7B00}"/>
              </a:ext>
            </a:extLst>
          </p:cNvPr>
          <p:cNvSpPr/>
          <p:nvPr/>
        </p:nvSpPr>
        <p:spPr>
          <a:xfrm>
            <a:off x="3602038" y="6610350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TextBox 38">
            <a:extLst>
              <a:ext uri="{FF2B5EF4-FFF2-40B4-BE49-F238E27FC236}">
                <a16:creationId xmlns:a16="http://schemas.microsoft.com/office/drawing/2014/main" id="{1B3AAE86-3700-6CD9-4A4F-31A6D16C4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6999288"/>
            <a:ext cx="2233612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Agency</a:t>
            </a:r>
          </a:p>
        </p:txBody>
      </p:sp>
      <p:sp>
        <p:nvSpPr>
          <p:cNvPr id="46" name="Rectangle">
            <a:extLst>
              <a:ext uri="{FF2B5EF4-FFF2-40B4-BE49-F238E27FC236}">
                <a16:creationId xmlns:a16="http://schemas.microsoft.com/office/drawing/2014/main" id="{5B744A80-52F3-53D4-3874-9E9D150AF492}"/>
              </a:ext>
            </a:extLst>
          </p:cNvPr>
          <p:cNvSpPr/>
          <p:nvPr/>
        </p:nvSpPr>
        <p:spPr>
          <a:xfrm>
            <a:off x="3602038" y="7345363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TextBox 38">
            <a:extLst>
              <a:ext uri="{FF2B5EF4-FFF2-40B4-BE49-F238E27FC236}">
                <a16:creationId xmlns:a16="http://schemas.microsoft.com/office/drawing/2014/main" id="{CD05D9A7-DB8B-C677-EDB2-F12EA7F63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7734300"/>
            <a:ext cx="2233612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Agent</a:t>
            </a:r>
          </a:p>
        </p:txBody>
      </p:sp>
      <p:sp>
        <p:nvSpPr>
          <p:cNvPr id="48" name="Rectangle">
            <a:extLst>
              <a:ext uri="{FF2B5EF4-FFF2-40B4-BE49-F238E27FC236}">
                <a16:creationId xmlns:a16="http://schemas.microsoft.com/office/drawing/2014/main" id="{37139F1D-70FF-4CBE-BD48-355E05A17B9E}"/>
              </a:ext>
            </a:extLst>
          </p:cNvPr>
          <p:cNvSpPr/>
          <p:nvPr/>
        </p:nvSpPr>
        <p:spPr>
          <a:xfrm>
            <a:off x="3602038" y="8078788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Rectangle">
            <a:extLst>
              <a:ext uri="{FF2B5EF4-FFF2-40B4-BE49-F238E27FC236}">
                <a16:creationId xmlns:a16="http://schemas.microsoft.com/office/drawing/2014/main" id="{C517FE24-12A8-0567-363E-2464FCA3F4AF}"/>
              </a:ext>
            </a:extLst>
          </p:cNvPr>
          <p:cNvSpPr/>
          <p:nvPr/>
        </p:nvSpPr>
        <p:spPr>
          <a:xfrm>
            <a:off x="19705638" y="10315575"/>
            <a:ext cx="3648075" cy="60642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Rectangle">
            <a:extLst>
              <a:ext uri="{FF2B5EF4-FFF2-40B4-BE49-F238E27FC236}">
                <a16:creationId xmlns:a16="http://schemas.microsoft.com/office/drawing/2014/main" id="{AA71C49B-1952-8A25-7A66-39F3A04E67E5}"/>
              </a:ext>
            </a:extLst>
          </p:cNvPr>
          <p:cNvSpPr/>
          <p:nvPr/>
        </p:nvSpPr>
        <p:spPr>
          <a:xfrm>
            <a:off x="19718338" y="9559925"/>
            <a:ext cx="3648075" cy="60642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TextBox 46">
            <a:extLst>
              <a:ext uri="{FF2B5EF4-FFF2-40B4-BE49-F238E27FC236}">
                <a16:creationId xmlns:a16="http://schemas.microsoft.com/office/drawing/2014/main" id="{1E6FE6B1-D4CA-6B99-6827-CE9A175F0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1313" y="12641263"/>
            <a:ext cx="291306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Next step</a:t>
            </a:r>
          </a:p>
        </p:txBody>
      </p:sp>
      <p:sp>
        <p:nvSpPr>
          <p:cNvPr id="52" name="TextBox 46">
            <a:extLst>
              <a:ext uri="{FF2B5EF4-FFF2-40B4-BE49-F238E27FC236}">
                <a16:creationId xmlns:a16="http://schemas.microsoft.com/office/drawing/2014/main" id="{99AA8EAF-969B-E88C-F134-29D2D3DF8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1313" y="11884025"/>
            <a:ext cx="291306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Prediction year 2</a:t>
            </a:r>
          </a:p>
        </p:txBody>
      </p:sp>
      <p:sp>
        <p:nvSpPr>
          <p:cNvPr id="53" name="TextBox 46">
            <a:extLst>
              <a:ext uri="{FF2B5EF4-FFF2-40B4-BE49-F238E27FC236}">
                <a16:creationId xmlns:a16="http://schemas.microsoft.com/office/drawing/2014/main" id="{D4652959-6F3C-EF13-1860-63AF5A66D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1313" y="11101388"/>
            <a:ext cx="291306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Prediction year 1</a:t>
            </a:r>
          </a:p>
        </p:txBody>
      </p:sp>
      <p:sp>
        <p:nvSpPr>
          <p:cNvPr id="54" name="TextBox 46">
            <a:extLst>
              <a:ext uri="{FF2B5EF4-FFF2-40B4-BE49-F238E27FC236}">
                <a16:creationId xmlns:a16="http://schemas.microsoft.com/office/drawing/2014/main" id="{D934CF9E-CD46-C262-1D00-73A8BA0B4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1313" y="9615488"/>
            <a:ext cx="291306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End of contract</a:t>
            </a:r>
          </a:p>
        </p:txBody>
      </p:sp>
      <p:sp>
        <p:nvSpPr>
          <p:cNvPr id="55" name="Rectangle">
            <a:extLst>
              <a:ext uri="{FF2B5EF4-FFF2-40B4-BE49-F238E27FC236}">
                <a16:creationId xmlns:a16="http://schemas.microsoft.com/office/drawing/2014/main" id="{2A67AF05-089E-45B6-3096-D96D0382C978}"/>
              </a:ext>
            </a:extLst>
          </p:cNvPr>
          <p:cNvSpPr/>
          <p:nvPr/>
        </p:nvSpPr>
        <p:spPr>
          <a:xfrm>
            <a:off x="12133263" y="4484688"/>
            <a:ext cx="3981450" cy="3838575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TextBox 41">
            <a:extLst>
              <a:ext uri="{FF2B5EF4-FFF2-40B4-BE49-F238E27FC236}">
                <a16:creationId xmlns:a16="http://schemas.microsoft.com/office/drawing/2014/main" id="{0C44D6A6-2F46-DE4A-E750-3B415483D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15825" y="4521200"/>
            <a:ext cx="27559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PLAYER AVAILABILITY</a:t>
            </a:r>
          </a:p>
        </p:txBody>
      </p:sp>
      <p:pic>
        <p:nvPicPr>
          <p:cNvPr id="57" name="Image" descr="Image">
            <a:extLst>
              <a:ext uri="{FF2B5EF4-FFF2-40B4-BE49-F238E27FC236}">
                <a16:creationId xmlns:a16="http://schemas.microsoft.com/office/drawing/2014/main" id="{8A6877F7-2342-7AFF-6756-46B0BA8642F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rcRect l="4545" t="19455" r="2655" b="21337"/>
          <a:stretch>
            <a:fillRect/>
          </a:stretch>
        </p:blipFill>
        <p:spPr>
          <a:xfrm rot="16200000">
            <a:off x="3912493" y="10136175"/>
            <a:ext cx="3792539" cy="2509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1074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58" name="Rectangle">
            <a:extLst>
              <a:ext uri="{FF2B5EF4-FFF2-40B4-BE49-F238E27FC236}">
                <a16:creationId xmlns:a16="http://schemas.microsoft.com/office/drawing/2014/main" id="{6914F3A5-FB4D-1EDB-DAF7-6F46DEB3C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0" y="9340850"/>
            <a:ext cx="2809875" cy="4048125"/>
          </a:xfrm>
          <a:prstGeom prst="rect">
            <a:avLst/>
          </a:prstGeom>
          <a:noFill/>
          <a:ln w="19050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45719" rIns="45719" anchor="ctr"/>
          <a:lstStyle>
            <a:lvl1pPr defTabSz="457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457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457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457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457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457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457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457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457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  <a:sym typeface="Aptos" panose="020B0004020202020204" pitchFamily="34" charset="0"/>
            </a:endParaRPr>
          </a:p>
        </p:txBody>
      </p:sp>
      <p:sp>
        <p:nvSpPr>
          <p:cNvPr id="59" name="TextBox 41">
            <a:extLst>
              <a:ext uri="{FF2B5EF4-FFF2-40B4-BE49-F238E27FC236}">
                <a16:creationId xmlns:a16="http://schemas.microsoft.com/office/drawing/2014/main" id="{00D3DA98-E995-5BED-0EE4-AB283A654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" y="9496425"/>
            <a:ext cx="27559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PLAYERS PROFILE</a:t>
            </a:r>
          </a:p>
        </p:txBody>
      </p:sp>
      <p:sp>
        <p:nvSpPr>
          <p:cNvPr id="60" name="TextBox 31">
            <a:extLst>
              <a:ext uri="{FF2B5EF4-FFF2-40B4-BE49-F238E27FC236}">
                <a16:creationId xmlns:a16="http://schemas.microsoft.com/office/drawing/2014/main" id="{03C7BD31-7E7E-3B44-1B62-2B511405968B}"/>
              </a:ext>
            </a:extLst>
          </p:cNvPr>
          <p:cNvSpPr txBox="1"/>
          <p:nvPr/>
        </p:nvSpPr>
        <p:spPr>
          <a:xfrm>
            <a:off x="390525" y="11553825"/>
            <a:ext cx="2151063" cy="167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254000" indent="-254000" defTabSz="1285875" eaLnBrk="1" fontAlgn="auto">
              <a:spcBef>
                <a:spcPts val="0"/>
              </a:spcBef>
              <a:spcAft>
                <a:spcPts val="0"/>
              </a:spcAft>
              <a:buSzPct val="123000"/>
              <a:buFontTx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Total Distance: </a:t>
            </a:r>
          </a:p>
          <a:p>
            <a:pPr marL="254000" indent="-254000" defTabSz="1285875" eaLnBrk="1" fontAlgn="auto">
              <a:spcBef>
                <a:spcPts val="0"/>
              </a:spcBef>
              <a:spcAft>
                <a:spcPts val="0"/>
              </a:spcAft>
              <a:buSzPct val="123000"/>
              <a:buFontTx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HI-runs:</a:t>
            </a:r>
          </a:p>
          <a:p>
            <a:pPr marL="254000" indent="-254000" defTabSz="1285875" eaLnBrk="1" fontAlgn="auto">
              <a:spcBef>
                <a:spcPts val="0"/>
              </a:spcBef>
              <a:spcAft>
                <a:spcPts val="0"/>
              </a:spcAft>
              <a:buSzPct val="123000"/>
              <a:buFontTx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Sprints:</a:t>
            </a:r>
          </a:p>
          <a:p>
            <a:pPr marL="254000" indent="-254000" defTabSz="1285875" eaLnBrk="1" fontAlgn="auto">
              <a:spcBef>
                <a:spcPts val="0"/>
              </a:spcBef>
              <a:spcAft>
                <a:spcPts val="0"/>
              </a:spcAft>
              <a:buSzPct val="123000"/>
              <a:buFontTx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Top speed:</a:t>
            </a:r>
          </a:p>
        </p:txBody>
      </p:sp>
      <p:sp>
        <p:nvSpPr>
          <p:cNvPr id="61" name="Slide Number">
            <a:extLst>
              <a:ext uri="{FF2B5EF4-FFF2-40B4-BE49-F238E27FC236}">
                <a16:creationId xmlns:a16="http://schemas.microsoft.com/office/drawing/2014/main" id="{131DD118-E018-E453-5D80-A9C825C89B1A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1236181-68E5-46A8-BDE5-AFD112A6DC4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80100876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8 vakjes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DB876ADB-DE12-3739-0EEE-78B2A2B3D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3917950"/>
            <a:ext cx="5838825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EBF36F4E-3829-46C9-8872-35943D39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D6258E64-62BF-B2B6-657D-C5500D0FC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FD880D0A-BA92-FE06-66E8-ED6140666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BD077ADC-3DC4-81B8-1936-3A38C266FC03}"/>
              </a:ext>
            </a:extLst>
          </p:cNvPr>
          <p:cNvSpPr txBox="1"/>
          <p:nvPr/>
        </p:nvSpPr>
        <p:spPr>
          <a:xfrm>
            <a:off x="43021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7" name="Definities">
            <a:extLst>
              <a:ext uri="{FF2B5EF4-FFF2-40B4-BE49-F238E27FC236}">
                <a16:creationId xmlns:a16="http://schemas.microsoft.com/office/drawing/2014/main" id="{311C584C-2E0F-F775-42B7-60C93EC088A6}"/>
              </a:ext>
            </a:extLst>
          </p:cNvPr>
          <p:cNvSpPr txBox="1"/>
          <p:nvPr/>
        </p:nvSpPr>
        <p:spPr>
          <a:xfrm>
            <a:off x="290513" y="384175"/>
            <a:ext cx="563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Definities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9DF3680-99C6-3E1B-9464-CF9C904D7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3917950"/>
            <a:ext cx="5838825" cy="32416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F74C953-9CF2-07CB-78A8-DEE6832E5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316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7D08E277-AD7A-C156-82F3-A9482F06D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F33E89B9-30FF-3232-6C7A-C8F02F55A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B91A2393-152B-300A-EFA4-27AFA4395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10163175"/>
            <a:ext cx="5840412" cy="3243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9A7D70E-6DC1-5D02-0B8D-C4AE3F64C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10163175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0D727194-8EE6-C980-FAE5-410A347C1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8337550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F916B379-6E47-E345-0581-4926D3850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7302500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539A2C01-DE14-CB51-10DD-CA77448D6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10161588"/>
            <a:ext cx="5838825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0399D408-EC57-0978-21AF-8DDFFB7F7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10161588"/>
            <a:ext cx="5840412" cy="588962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F90F590D-FA3E-FF8C-081A-892B6EE3E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8337550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7CAACC01-A6B5-654C-2542-017613593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7302500"/>
            <a:ext cx="5838825" cy="8794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87C51AC-3137-7D0F-E676-2706F32B0FA2}"/>
              </a:ext>
            </a:extLst>
          </p:cNvPr>
          <p:cNvSpPr txBox="1"/>
          <p:nvPr/>
        </p:nvSpPr>
        <p:spPr>
          <a:xfrm>
            <a:off x="4302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DC0B0E-9B99-00A1-6D96-E1D0E79E75FB}"/>
              </a:ext>
            </a:extLst>
          </p:cNvPr>
          <p:cNvSpPr txBox="1"/>
          <p:nvPr/>
        </p:nvSpPr>
        <p:spPr>
          <a:xfrm>
            <a:off x="64754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B0399B26-FAA0-46A5-7CAE-F56B836CE496}"/>
              </a:ext>
            </a:extLst>
          </p:cNvPr>
          <p:cNvSpPr txBox="1"/>
          <p:nvPr/>
        </p:nvSpPr>
        <p:spPr>
          <a:xfrm>
            <a:off x="6475413" y="3989388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86006CD0-995E-148B-7473-EBBE26E83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3917950"/>
            <a:ext cx="5840412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C0BD2762-C315-BC33-D26F-FCCAD8EE3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391795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CAD1CEA8-B8C7-79C9-23EB-415732B05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2092325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EEFEA7C1-834F-1936-07BA-8FE0D692E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1057275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7" name="TextBox 20">
            <a:extLst>
              <a:ext uri="{FF2B5EF4-FFF2-40B4-BE49-F238E27FC236}">
                <a16:creationId xmlns:a16="http://schemas.microsoft.com/office/drawing/2014/main" id="{8B7B32C6-D8BA-A2FB-7F5E-8BC3DB68429C}"/>
              </a:ext>
            </a:extLst>
          </p:cNvPr>
          <p:cNvSpPr txBox="1"/>
          <p:nvPr/>
        </p:nvSpPr>
        <p:spPr>
          <a:xfrm>
            <a:off x="1240631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B2608281-B487-9FEA-C571-9D2D97456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3917950"/>
            <a:ext cx="5840412" cy="32416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741B27A8-A421-808D-E251-8EA82AC66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391795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" name="Freeform 7">
            <a:extLst>
              <a:ext uri="{FF2B5EF4-FFF2-40B4-BE49-F238E27FC236}">
                <a16:creationId xmlns:a16="http://schemas.microsoft.com/office/drawing/2014/main" id="{44352026-0653-5364-8639-2BAF339C3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2092325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54EE4362-94FC-D2CB-5B17-EDA404D4F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1057275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95DE6911-40A8-6DF1-8466-B676AE160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35613" y="10163175"/>
            <a:ext cx="5838825" cy="3243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id="{BA1DFE6B-F912-658C-F212-457B67A70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34025" y="10163175"/>
            <a:ext cx="5840413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56C0A7A4-80BD-DFE6-2EF3-FE7771495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35613" y="8337550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7BAA8049-EB65-ED14-DD0A-5FB2BFD77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35613" y="7302500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C987B68E-18DC-2CD0-7941-96F96A134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10161588"/>
            <a:ext cx="5840412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7" name="Freeform 7">
            <a:extLst>
              <a:ext uri="{FF2B5EF4-FFF2-40B4-BE49-F238E27FC236}">
                <a16:creationId xmlns:a16="http://schemas.microsoft.com/office/drawing/2014/main" id="{14474485-E027-F56A-4333-2F0D17E25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10161588"/>
            <a:ext cx="5838825" cy="588962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8" name="Freeform 7">
            <a:extLst>
              <a:ext uri="{FF2B5EF4-FFF2-40B4-BE49-F238E27FC236}">
                <a16:creationId xmlns:a16="http://schemas.microsoft.com/office/drawing/2014/main" id="{39A5F566-032D-5C2C-BA84-28D6A3C81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8337550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9" name="Freeform 7">
            <a:extLst>
              <a:ext uri="{FF2B5EF4-FFF2-40B4-BE49-F238E27FC236}">
                <a16:creationId xmlns:a16="http://schemas.microsoft.com/office/drawing/2014/main" id="{BB5E747F-6F37-D91B-E3E9-0A74423DE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7302500"/>
            <a:ext cx="5840412" cy="8794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0" name="TextBox 20">
            <a:extLst>
              <a:ext uri="{FF2B5EF4-FFF2-40B4-BE49-F238E27FC236}">
                <a16:creationId xmlns:a16="http://schemas.microsoft.com/office/drawing/2014/main" id="{00F73E0B-B150-D153-AEF5-16F9F6C7F9C2}"/>
              </a:ext>
            </a:extLst>
          </p:cNvPr>
          <p:cNvSpPr txBox="1"/>
          <p:nvPr/>
        </p:nvSpPr>
        <p:spPr>
          <a:xfrm>
            <a:off x="124063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41" name="TextBox 20">
            <a:extLst>
              <a:ext uri="{FF2B5EF4-FFF2-40B4-BE49-F238E27FC236}">
                <a16:creationId xmlns:a16="http://schemas.microsoft.com/office/drawing/2014/main" id="{40E30406-4C7A-DB46-4437-6B81F17BFD93}"/>
              </a:ext>
            </a:extLst>
          </p:cNvPr>
          <p:cNvSpPr txBox="1"/>
          <p:nvPr/>
        </p:nvSpPr>
        <p:spPr>
          <a:xfrm>
            <a:off x="18449925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42" name="TextBox 20">
            <a:extLst>
              <a:ext uri="{FF2B5EF4-FFF2-40B4-BE49-F238E27FC236}">
                <a16:creationId xmlns:a16="http://schemas.microsoft.com/office/drawing/2014/main" id="{A15602D5-AB7B-4DAC-2A81-50421CC1AB1B}"/>
              </a:ext>
            </a:extLst>
          </p:cNvPr>
          <p:cNvSpPr txBox="1"/>
          <p:nvPr/>
        </p:nvSpPr>
        <p:spPr>
          <a:xfrm>
            <a:off x="18449925" y="3989388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43" name="Slide Number">
            <a:extLst>
              <a:ext uri="{FF2B5EF4-FFF2-40B4-BE49-F238E27FC236}">
                <a16:creationId xmlns:a16="http://schemas.microsoft.com/office/drawing/2014/main" id="{463A6B84-46CF-3A10-B8C6-43D199A68F22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13EB4CF-FBA7-44EF-96C4-CFF40FA68257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543316157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7 vakjes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9E051B62-0DBF-1D07-BE0F-025F55D20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3917950"/>
            <a:ext cx="5838825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5BD88155-77A1-5E92-26EA-CC5174A7D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8A3AA283-9A6A-FD84-1664-F32A8DD63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A1645270-17E0-EC06-D8A0-53CEBC9E8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594E67C5-5918-6D43-9DA3-6FFA32F18F49}"/>
              </a:ext>
            </a:extLst>
          </p:cNvPr>
          <p:cNvSpPr txBox="1"/>
          <p:nvPr/>
        </p:nvSpPr>
        <p:spPr>
          <a:xfrm>
            <a:off x="43021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7" name="Definities">
            <a:extLst>
              <a:ext uri="{FF2B5EF4-FFF2-40B4-BE49-F238E27FC236}">
                <a16:creationId xmlns:a16="http://schemas.microsoft.com/office/drawing/2014/main" id="{38D51C7D-BAD4-EC2C-D67F-20489860A94E}"/>
              </a:ext>
            </a:extLst>
          </p:cNvPr>
          <p:cNvSpPr txBox="1"/>
          <p:nvPr/>
        </p:nvSpPr>
        <p:spPr>
          <a:xfrm>
            <a:off x="290513" y="384175"/>
            <a:ext cx="563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Definities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B2A1FF27-F34F-8520-2DCF-FD562D8C3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3917950"/>
            <a:ext cx="5838825" cy="32416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015C68D8-F379-AA5F-AEA5-E07BE07BC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316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567F8278-E459-7F12-7FB5-6E1512ECF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6795B01-196F-637E-B5F9-FC7014B4D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A4B687C1-1643-8787-D927-96C6A1EDA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10163175"/>
            <a:ext cx="5840412" cy="3243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86E2AD2F-DD9F-2BCE-A489-C7A63350B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10163175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0DEDAA58-9799-5CCE-2BCA-A95BD275B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8337550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F7D4B47C-8CDA-AF8A-C818-F8C0EA66C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7302500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AAF8CF47-E188-BACC-069F-8D6987FD1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10161588"/>
            <a:ext cx="5838825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BDD0C49E-F29D-7E74-DEFB-971081089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10161588"/>
            <a:ext cx="5840412" cy="588962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2F51247B-CAD0-9B3E-CC2D-760C726CC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8337550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74EDE0E0-8E98-048C-FB91-A1F508244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7302500"/>
            <a:ext cx="5838825" cy="8794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A159588-8069-997F-EBE1-C5A6F56ACA8A}"/>
              </a:ext>
            </a:extLst>
          </p:cNvPr>
          <p:cNvSpPr txBox="1"/>
          <p:nvPr/>
        </p:nvSpPr>
        <p:spPr>
          <a:xfrm>
            <a:off x="4302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4B3CBC-4A18-9FE4-1351-4FF723D2E66F}"/>
              </a:ext>
            </a:extLst>
          </p:cNvPr>
          <p:cNvSpPr txBox="1"/>
          <p:nvPr/>
        </p:nvSpPr>
        <p:spPr>
          <a:xfrm>
            <a:off x="64754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12326064-7A00-FE8A-9644-5B9051F5886E}"/>
              </a:ext>
            </a:extLst>
          </p:cNvPr>
          <p:cNvSpPr txBox="1"/>
          <p:nvPr/>
        </p:nvSpPr>
        <p:spPr>
          <a:xfrm>
            <a:off x="6475413" y="3989388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E13CEC48-55D8-39D6-398E-730DF74E1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3917950"/>
            <a:ext cx="5840412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4B1AA273-A11E-C0F7-6BD1-DDCD417B6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391795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B5921AC6-BABE-B8D2-F013-139EEE833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2092325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86745EAE-0DA3-7E65-1679-4C4F7CB9D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1057275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7" name="TextBox 20">
            <a:extLst>
              <a:ext uri="{FF2B5EF4-FFF2-40B4-BE49-F238E27FC236}">
                <a16:creationId xmlns:a16="http://schemas.microsoft.com/office/drawing/2014/main" id="{FBCCBA9E-C03E-2FFF-2EE5-970971193E15}"/>
              </a:ext>
            </a:extLst>
          </p:cNvPr>
          <p:cNvSpPr txBox="1"/>
          <p:nvPr/>
        </p:nvSpPr>
        <p:spPr>
          <a:xfrm>
            <a:off x="1240631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D46F11E1-C678-2E19-0B1A-65C9E9FFF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3917950"/>
            <a:ext cx="5840412" cy="32416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84A0C23F-A96E-4F3A-FEAE-B79A087B7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391795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" name="Freeform 7">
            <a:extLst>
              <a:ext uri="{FF2B5EF4-FFF2-40B4-BE49-F238E27FC236}">
                <a16:creationId xmlns:a16="http://schemas.microsoft.com/office/drawing/2014/main" id="{9D48773F-F281-7ED3-9535-D6547B690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2092325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B3188FB4-01B4-36FB-90AC-234E81072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1057275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0331CF94-657B-312E-D3E0-7080470E1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10161588"/>
            <a:ext cx="5840412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id="{6FFA6ADF-D464-A162-EAD5-B294CAF12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10161588"/>
            <a:ext cx="5838825" cy="588962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78FCBC0E-8726-63D4-CCA5-F07C7FFF7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8337550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52C09A5E-FF6F-A55A-3C29-F743F1E79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7302500"/>
            <a:ext cx="5840412" cy="8794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" name="TextBox 20">
            <a:extLst>
              <a:ext uri="{FF2B5EF4-FFF2-40B4-BE49-F238E27FC236}">
                <a16:creationId xmlns:a16="http://schemas.microsoft.com/office/drawing/2014/main" id="{315CCF27-7E43-D08F-D6C9-182A74497E05}"/>
              </a:ext>
            </a:extLst>
          </p:cNvPr>
          <p:cNvSpPr txBox="1"/>
          <p:nvPr/>
        </p:nvSpPr>
        <p:spPr>
          <a:xfrm>
            <a:off x="124063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37" name="TextBox 20">
            <a:extLst>
              <a:ext uri="{FF2B5EF4-FFF2-40B4-BE49-F238E27FC236}">
                <a16:creationId xmlns:a16="http://schemas.microsoft.com/office/drawing/2014/main" id="{17347E07-FA01-F1B0-5176-042E50CFF5E6}"/>
              </a:ext>
            </a:extLst>
          </p:cNvPr>
          <p:cNvSpPr txBox="1"/>
          <p:nvPr/>
        </p:nvSpPr>
        <p:spPr>
          <a:xfrm>
            <a:off x="18449925" y="3989388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38" name="Slide Number">
            <a:extLst>
              <a:ext uri="{FF2B5EF4-FFF2-40B4-BE49-F238E27FC236}">
                <a16:creationId xmlns:a16="http://schemas.microsoft.com/office/drawing/2014/main" id="{B93FBDE2-156F-6B37-1E1A-115E8C7E8233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BB432DD-1CE7-41D9-9485-66D76B9D91E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117504457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7 vakjes (EN)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6F5B9DF6-FD8B-9791-BEB3-DCDF349F1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3917950"/>
            <a:ext cx="5838825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53927678-FF70-E5C0-09F7-C45CE57A4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42D4AD07-D560-BD42-A0B6-C6B5A0243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C8526E09-832C-8782-F566-D00466E68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31DE14F7-E179-DF85-D371-25B3F786D41D}"/>
              </a:ext>
            </a:extLst>
          </p:cNvPr>
          <p:cNvSpPr txBox="1"/>
          <p:nvPr/>
        </p:nvSpPr>
        <p:spPr>
          <a:xfrm>
            <a:off x="43021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7" name="Defenitions">
            <a:extLst>
              <a:ext uri="{FF2B5EF4-FFF2-40B4-BE49-F238E27FC236}">
                <a16:creationId xmlns:a16="http://schemas.microsoft.com/office/drawing/2014/main" id="{A8C6B46A-4D38-E476-9D67-627EAA0631AF}"/>
              </a:ext>
            </a:extLst>
          </p:cNvPr>
          <p:cNvSpPr txBox="1"/>
          <p:nvPr/>
        </p:nvSpPr>
        <p:spPr>
          <a:xfrm>
            <a:off x="290513" y="384175"/>
            <a:ext cx="563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Defenitions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2D10675-0825-CB2C-5DE6-68C6C6130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3917950"/>
            <a:ext cx="5838825" cy="32416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7E05CD95-368B-E7C3-7BEE-E4C2DC77B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316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AB7CA3C6-C206-96D1-680B-0BBD1DDE6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8F592D00-7546-394F-C395-C27B30E20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404B3D7A-67DF-73D4-9EF9-F7096793F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10163175"/>
            <a:ext cx="5840412" cy="3243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430CDA7D-C159-FE23-B8C2-6B7AE0F75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10163175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3E412C55-00B0-FA4E-3401-1ABF0BDC6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8337550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00A298F5-DE3A-B5B3-29EB-9CCE62EED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7302500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908B8A02-ECA8-4F9A-62E0-32B07D593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10161588"/>
            <a:ext cx="5838825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1962E5CC-3D5B-4118-06C6-B837A583D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10161588"/>
            <a:ext cx="5840412" cy="588962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49642B47-A8B1-3A01-6DCB-E5726A66E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8337550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67B89258-F1A5-8FD3-EBAA-0D9E2051D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7302500"/>
            <a:ext cx="5838825" cy="8794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E8D801D-19D2-6A92-5707-6A3F81ABF762}"/>
              </a:ext>
            </a:extLst>
          </p:cNvPr>
          <p:cNvSpPr txBox="1"/>
          <p:nvPr/>
        </p:nvSpPr>
        <p:spPr>
          <a:xfrm>
            <a:off x="4302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7DB310-31EE-7348-9C2C-36BFB4220A46}"/>
              </a:ext>
            </a:extLst>
          </p:cNvPr>
          <p:cNvSpPr txBox="1"/>
          <p:nvPr/>
        </p:nvSpPr>
        <p:spPr>
          <a:xfrm>
            <a:off x="64754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7A05F830-0B5E-E2C4-2165-7D0622CCF1E4}"/>
              </a:ext>
            </a:extLst>
          </p:cNvPr>
          <p:cNvSpPr txBox="1"/>
          <p:nvPr/>
        </p:nvSpPr>
        <p:spPr>
          <a:xfrm>
            <a:off x="6475413" y="3989388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5AF67467-6A91-C91D-74FB-46ED843F8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3917950"/>
            <a:ext cx="5840412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7D3E621C-AB36-BE22-940C-77447F851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391795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10F0340C-27E5-84CF-DCAF-80240B626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2092325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17BFD292-BF83-B215-BCE9-10612EC99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1057275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7" name="TextBox 20">
            <a:extLst>
              <a:ext uri="{FF2B5EF4-FFF2-40B4-BE49-F238E27FC236}">
                <a16:creationId xmlns:a16="http://schemas.microsoft.com/office/drawing/2014/main" id="{C1064108-4187-BCF3-90BC-F3EDAA137007}"/>
              </a:ext>
            </a:extLst>
          </p:cNvPr>
          <p:cNvSpPr txBox="1"/>
          <p:nvPr/>
        </p:nvSpPr>
        <p:spPr>
          <a:xfrm>
            <a:off x="1240631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0E63E786-2F50-3575-75BD-E5881452C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3917950"/>
            <a:ext cx="5840412" cy="32416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31719628-363D-E7D6-1F14-408756BFF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391795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" name="Freeform 7">
            <a:extLst>
              <a:ext uri="{FF2B5EF4-FFF2-40B4-BE49-F238E27FC236}">
                <a16:creationId xmlns:a16="http://schemas.microsoft.com/office/drawing/2014/main" id="{FF5C7891-F27C-F391-E627-2836D970E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2092325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765F517A-0DC9-6AFF-08A2-3E801F72E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1057275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16063A42-4E90-F647-163A-679C942E0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10161588"/>
            <a:ext cx="5840412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id="{9CBA367A-C195-CF50-452C-31637C54A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10161588"/>
            <a:ext cx="5838825" cy="588962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8B842F13-7D6F-B42B-B005-AFCE27367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8337550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6D9C181C-D1A5-BAD2-3F2A-6EF440F7C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7302500"/>
            <a:ext cx="5840412" cy="8794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" name="TextBox 20">
            <a:extLst>
              <a:ext uri="{FF2B5EF4-FFF2-40B4-BE49-F238E27FC236}">
                <a16:creationId xmlns:a16="http://schemas.microsoft.com/office/drawing/2014/main" id="{65234E50-A369-8AC2-96D9-742BF6D0D8AC}"/>
              </a:ext>
            </a:extLst>
          </p:cNvPr>
          <p:cNvSpPr txBox="1"/>
          <p:nvPr/>
        </p:nvSpPr>
        <p:spPr>
          <a:xfrm>
            <a:off x="124063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37" name="TextBox 20">
            <a:extLst>
              <a:ext uri="{FF2B5EF4-FFF2-40B4-BE49-F238E27FC236}">
                <a16:creationId xmlns:a16="http://schemas.microsoft.com/office/drawing/2014/main" id="{20E1A37B-BCF5-42E4-3B9B-EFFF8557DA03}"/>
              </a:ext>
            </a:extLst>
          </p:cNvPr>
          <p:cNvSpPr txBox="1"/>
          <p:nvPr/>
        </p:nvSpPr>
        <p:spPr>
          <a:xfrm>
            <a:off x="18449925" y="3989388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38" name="Slide Number">
            <a:extLst>
              <a:ext uri="{FF2B5EF4-FFF2-40B4-BE49-F238E27FC236}">
                <a16:creationId xmlns:a16="http://schemas.microsoft.com/office/drawing/2014/main" id="{3F688320-C941-0155-D056-769A485B10C2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536D242-56BD-4B6E-852E-67D64659FAE5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922413639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8 vakjes kopie 2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A2243EB4-CE96-4AD5-02F4-F163FA62A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3917950"/>
            <a:ext cx="5838825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6979AB1A-A0D4-CB34-865A-0BC45D03C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02E0AD6E-CBC2-3B00-2728-272458864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6FED0F3E-FC4A-7000-592F-E9AA35637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FE4C9488-4700-9338-EB60-216D6D13CF8D}"/>
              </a:ext>
            </a:extLst>
          </p:cNvPr>
          <p:cNvSpPr txBox="1"/>
          <p:nvPr/>
        </p:nvSpPr>
        <p:spPr>
          <a:xfrm>
            <a:off x="43021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7" name="Definities">
            <a:extLst>
              <a:ext uri="{FF2B5EF4-FFF2-40B4-BE49-F238E27FC236}">
                <a16:creationId xmlns:a16="http://schemas.microsoft.com/office/drawing/2014/main" id="{36098ACB-4AC4-5470-DA61-DD4CDF6368F5}"/>
              </a:ext>
            </a:extLst>
          </p:cNvPr>
          <p:cNvSpPr txBox="1"/>
          <p:nvPr/>
        </p:nvSpPr>
        <p:spPr>
          <a:xfrm>
            <a:off x="290513" y="384175"/>
            <a:ext cx="563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Definities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1C815A3B-BBD5-043C-97B1-21479B1D3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3917950"/>
            <a:ext cx="5838825" cy="32416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45ADF589-E067-C796-B122-EFA82919A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316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DB3E80F2-E95A-0A28-17AF-41235EE68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60059015-652B-B4D4-861F-DC54F0D5D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B241C49F-D5A3-EE58-45DB-26DE36BF5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10163175"/>
            <a:ext cx="5840412" cy="3243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CC013C70-25ED-D04C-4DD9-E86C57B4C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10163175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7FD86E9B-A096-06C3-9949-BE602572E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8337550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2F366756-41E8-7F0C-6F0E-16802710B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7302500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AE6E5604-6D57-724E-EC4D-2EC90DDB1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10161588"/>
            <a:ext cx="5838825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6E0BB316-C100-4CD9-BDA9-874DFCA6D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10161588"/>
            <a:ext cx="5840412" cy="588962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74A30424-D7E4-0590-268B-424C4CFE5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8337550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62FB22F2-C569-2A4E-5857-3836222B2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7302500"/>
            <a:ext cx="5838825" cy="8794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795BBAA-5D5A-3825-C9C5-89602A9BC361}"/>
              </a:ext>
            </a:extLst>
          </p:cNvPr>
          <p:cNvSpPr txBox="1"/>
          <p:nvPr/>
        </p:nvSpPr>
        <p:spPr>
          <a:xfrm>
            <a:off x="4302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B38B70-376F-E502-6797-4AF916E8C375}"/>
              </a:ext>
            </a:extLst>
          </p:cNvPr>
          <p:cNvSpPr txBox="1"/>
          <p:nvPr/>
        </p:nvSpPr>
        <p:spPr>
          <a:xfrm>
            <a:off x="64754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0C29EFF3-27D3-C2F8-CDF6-57927883EB66}"/>
              </a:ext>
            </a:extLst>
          </p:cNvPr>
          <p:cNvSpPr txBox="1"/>
          <p:nvPr/>
        </p:nvSpPr>
        <p:spPr>
          <a:xfrm>
            <a:off x="6475413" y="3989388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6CC1B36A-3AFB-D6DE-1E09-E24C7F8B1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3917950"/>
            <a:ext cx="5840412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207ED42D-A7A8-DFC2-3169-718D0FEEC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391795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15C67FF2-C630-D746-6A4B-9B45C3AA8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2092325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A098293C-D9A0-7BE3-91DD-760A8E2BD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1057275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7" name="TextBox 20">
            <a:extLst>
              <a:ext uri="{FF2B5EF4-FFF2-40B4-BE49-F238E27FC236}">
                <a16:creationId xmlns:a16="http://schemas.microsoft.com/office/drawing/2014/main" id="{372F2E84-A80F-AF47-1F09-28C92D148F4F}"/>
              </a:ext>
            </a:extLst>
          </p:cNvPr>
          <p:cNvSpPr txBox="1"/>
          <p:nvPr/>
        </p:nvSpPr>
        <p:spPr>
          <a:xfrm>
            <a:off x="1240631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DE59A8BE-23CB-6F9D-6E30-0A2E5BE73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3917950"/>
            <a:ext cx="5840412" cy="32416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29E47F78-B01C-8492-FEA0-DBE10EA3C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391795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" name="Freeform 7">
            <a:extLst>
              <a:ext uri="{FF2B5EF4-FFF2-40B4-BE49-F238E27FC236}">
                <a16:creationId xmlns:a16="http://schemas.microsoft.com/office/drawing/2014/main" id="{9A3B1BC3-2EF0-782B-8AF9-BB363E132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2092325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F599FE01-0C82-4C12-A59D-66E9AB3EE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1057275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2" name="TextBox 20">
            <a:extLst>
              <a:ext uri="{FF2B5EF4-FFF2-40B4-BE49-F238E27FC236}">
                <a16:creationId xmlns:a16="http://schemas.microsoft.com/office/drawing/2014/main" id="{82A26E4C-503D-5BD6-FC95-049C70A53AAF}"/>
              </a:ext>
            </a:extLst>
          </p:cNvPr>
          <p:cNvSpPr txBox="1"/>
          <p:nvPr/>
        </p:nvSpPr>
        <p:spPr>
          <a:xfrm>
            <a:off x="18449925" y="3989388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33" name="Slide Number">
            <a:extLst>
              <a:ext uri="{FF2B5EF4-FFF2-40B4-BE49-F238E27FC236}">
                <a16:creationId xmlns:a16="http://schemas.microsoft.com/office/drawing/2014/main" id="{55EA257F-7AE3-F576-8A54-14FDA5E8855A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F08A04D-198A-42EB-829B-262D657AC445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587463400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7 (EN)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C DEN BOSCH LOGO.png" descr="FC DEN BOSCH LOGO.png">
            <a:extLst>
              <a:ext uri="{FF2B5EF4-FFF2-40B4-BE49-F238E27FC236}">
                <a16:creationId xmlns:a16="http://schemas.microsoft.com/office/drawing/2014/main" id="{0548ED69-2B42-11EE-BFBB-127CE1FAA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8788" y="246063"/>
            <a:ext cx="13304837" cy="133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3" name="geplakte-afbeelding.pdf" descr="geplakte-afbeelding.pdf">
            <a:extLst>
              <a:ext uri="{FF2B5EF4-FFF2-40B4-BE49-F238E27FC236}">
                <a16:creationId xmlns:a16="http://schemas.microsoft.com/office/drawing/2014/main" id="{7CC7C9D3-00A5-6556-4D31-12F58AFD1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4025" y="12850813"/>
            <a:ext cx="5807075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4" name="FC DEN BOSCH LOGO.png" descr="FC DEN BOSCH LOGO.png">
            <a:extLst>
              <a:ext uri="{FF2B5EF4-FFF2-40B4-BE49-F238E27FC236}">
                <a16:creationId xmlns:a16="http://schemas.microsoft.com/office/drawing/2014/main" id="{BC5FD9C5-0B34-802B-F1E0-2C31B7FD4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12320588"/>
            <a:ext cx="1074738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5" name="Freeform 7">
            <a:extLst>
              <a:ext uri="{FF2B5EF4-FFF2-40B4-BE49-F238E27FC236}">
                <a16:creationId xmlns:a16="http://schemas.microsoft.com/office/drawing/2014/main" id="{D1D91429-A1BE-9B85-88A4-2499308C8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7700" y="3917950"/>
            <a:ext cx="5838825" cy="22733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026B8292-5D31-36DE-B063-9FF3EF745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611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7A52BF0-7163-37C2-5382-5851A7DF5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770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37E2C2C-09C7-554D-354C-9201C1909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770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E7AB2468-EA27-E757-7506-167BF68DC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9512300"/>
            <a:ext cx="5840412" cy="22733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8BB3BB1E-97AC-1332-C720-17B27434B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951230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B0863837-0492-C56D-0219-02157C9BF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7686675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B2BECC0D-5BD1-2A70-E382-22B1A5B5D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6651625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C3515FE7-E977-F246-2E46-D301CE984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9512300"/>
            <a:ext cx="5840413" cy="22733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7DBDF715-7B8B-ED55-F0C4-C1F1500DF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951230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43D91313-9986-2B38-1114-7BAE5D090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7686675"/>
            <a:ext cx="5840413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A4DD1369-8A47-309A-F683-011145EE4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6651625"/>
            <a:ext cx="5840413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230C936F-C1F0-1040-FA38-CA65A196D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7900" y="3917950"/>
            <a:ext cx="5838825" cy="22733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80BA48CE-02B1-82CA-5417-A3808D4C7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631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CF2E02D7-B232-46BB-0145-800E856A9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790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2CC82C9A-ADFC-893B-BEF4-C2568CD6C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790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1" name="Freeform 7">
            <a:extLst>
              <a:ext uri="{FF2B5EF4-FFF2-40B4-BE49-F238E27FC236}">
                <a16:creationId xmlns:a16="http://schemas.microsoft.com/office/drawing/2014/main" id="{0A86715F-C977-F17E-A213-0341FBE35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3933825"/>
            <a:ext cx="5840412" cy="2274888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405E16A6-CA5A-63E0-84B6-E582A5757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3933825"/>
            <a:ext cx="5838825" cy="58896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2878F644-A922-73B5-E8B7-CF74486DE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2109788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89BBE51A-C22F-9027-6739-305991F49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1074738"/>
            <a:ext cx="5840412" cy="881062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A4E33E27-D36F-6401-C28B-461557E6F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4563" y="9544050"/>
            <a:ext cx="5840412" cy="2274888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1747C2D9-4AD2-205D-6A9A-CC4AAA93B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4563" y="9544050"/>
            <a:ext cx="5838825" cy="58896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7" name="Freeform 7">
            <a:extLst>
              <a:ext uri="{FF2B5EF4-FFF2-40B4-BE49-F238E27FC236}">
                <a16:creationId xmlns:a16="http://schemas.microsoft.com/office/drawing/2014/main" id="{1537ACDA-F0C1-F928-D5E1-7EE73C07F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4563" y="7720013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A0906451-6C54-ECA5-E5A9-234C835D1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4563" y="6684963"/>
            <a:ext cx="5840412" cy="8794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BD2EE79B-8365-975C-E8D1-D8189A6A8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3917950"/>
            <a:ext cx="5838825" cy="22733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" name="Freeform 7">
            <a:extLst>
              <a:ext uri="{FF2B5EF4-FFF2-40B4-BE49-F238E27FC236}">
                <a16:creationId xmlns:a16="http://schemas.microsoft.com/office/drawing/2014/main" id="{C95FFB05-E09E-B5D6-519A-CF59FBDCE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BC9C231A-7014-D1DF-10D4-9A81D4600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E273E577-5C78-DA5C-9526-0A9BDE882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" name="TextBox 20">
            <a:extLst>
              <a:ext uri="{FF2B5EF4-FFF2-40B4-BE49-F238E27FC236}">
                <a16:creationId xmlns:a16="http://schemas.microsoft.com/office/drawing/2014/main" id="{06277250-3E62-9A06-659E-E5F690B1198D}"/>
              </a:ext>
            </a:extLst>
          </p:cNvPr>
          <p:cNvSpPr txBox="1"/>
          <p:nvPr/>
        </p:nvSpPr>
        <p:spPr>
          <a:xfrm>
            <a:off x="43021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34" name="TextBox 20">
            <a:extLst>
              <a:ext uri="{FF2B5EF4-FFF2-40B4-BE49-F238E27FC236}">
                <a16:creationId xmlns:a16="http://schemas.microsoft.com/office/drawing/2014/main" id="{E75E1488-54BC-A64A-F107-7D31C1A60310}"/>
              </a:ext>
            </a:extLst>
          </p:cNvPr>
          <p:cNvSpPr txBox="1"/>
          <p:nvPr/>
        </p:nvSpPr>
        <p:spPr>
          <a:xfrm>
            <a:off x="6484938" y="402590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35" name="TextBox 20">
            <a:extLst>
              <a:ext uri="{FF2B5EF4-FFF2-40B4-BE49-F238E27FC236}">
                <a16:creationId xmlns:a16="http://schemas.microsoft.com/office/drawing/2014/main" id="{86D5429C-B6B9-D94B-A940-FACC113A465F}"/>
              </a:ext>
            </a:extLst>
          </p:cNvPr>
          <p:cNvSpPr txBox="1"/>
          <p:nvPr/>
        </p:nvSpPr>
        <p:spPr>
          <a:xfrm>
            <a:off x="12539663" y="3997325"/>
            <a:ext cx="4367212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36" name="TextBox 20">
            <a:extLst>
              <a:ext uri="{FF2B5EF4-FFF2-40B4-BE49-F238E27FC236}">
                <a16:creationId xmlns:a16="http://schemas.microsoft.com/office/drawing/2014/main" id="{811B83B4-3817-B303-0AC6-9ED066BD7AA2}"/>
              </a:ext>
            </a:extLst>
          </p:cNvPr>
          <p:cNvSpPr txBox="1"/>
          <p:nvPr/>
        </p:nvSpPr>
        <p:spPr>
          <a:xfrm>
            <a:off x="18592800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37" name="TextBox 20">
            <a:extLst>
              <a:ext uri="{FF2B5EF4-FFF2-40B4-BE49-F238E27FC236}">
                <a16:creationId xmlns:a16="http://schemas.microsoft.com/office/drawing/2014/main" id="{2AE3383A-4843-DCBC-50C6-0DFD5C0EBFCF}"/>
              </a:ext>
            </a:extLst>
          </p:cNvPr>
          <p:cNvSpPr txBox="1"/>
          <p:nvPr/>
        </p:nvSpPr>
        <p:spPr>
          <a:xfrm>
            <a:off x="404813" y="964247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38" name="TextBox 20">
            <a:extLst>
              <a:ext uri="{FF2B5EF4-FFF2-40B4-BE49-F238E27FC236}">
                <a16:creationId xmlns:a16="http://schemas.microsoft.com/office/drawing/2014/main" id="{51F173BA-1181-5F95-E6BB-139557670472}"/>
              </a:ext>
            </a:extLst>
          </p:cNvPr>
          <p:cNvSpPr txBox="1"/>
          <p:nvPr/>
        </p:nvSpPr>
        <p:spPr>
          <a:xfrm>
            <a:off x="6459538" y="96202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39" name="TextBox 20">
            <a:extLst>
              <a:ext uri="{FF2B5EF4-FFF2-40B4-BE49-F238E27FC236}">
                <a16:creationId xmlns:a16="http://schemas.microsoft.com/office/drawing/2014/main" id="{EB902B2F-1CBE-2E0B-124C-7B250540A9DE}"/>
              </a:ext>
            </a:extLst>
          </p:cNvPr>
          <p:cNvSpPr txBox="1"/>
          <p:nvPr/>
        </p:nvSpPr>
        <p:spPr>
          <a:xfrm>
            <a:off x="12514263" y="9642475"/>
            <a:ext cx="4367212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40" name="Slide Number">
            <a:extLst>
              <a:ext uri="{FF2B5EF4-FFF2-40B4-BE49-F238E27FC236}">
                <a16:creationId xmlns:a16="http://schemas.microsoft.com/office/drawing/2014/main" id="{9A301166-62E8-1556-098A-2B9D7CA75F12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998F5A-2144-4371-A7AC-C61E025C1A55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2049908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7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C DEN BOSCH LOGO.png" descr="FC DEN BOSCH LOGO.png">
            <a:extLst>
              <a:ext uri="{FF2B5EF4-FFF2-40B4-BE49-F238E27FC236}">
                <a16:creationId xmlns:a16="http://schemas.microsoft.com/office/drawing/2014/main" id="{8A3DF2A7-C505-0E60-7CE1-62BDE2C10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8788" y="246063"/>
            <a:ext cx="13304837" cy="133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3" name="geplakte-afbeelding.pdf" descr="geplakte-afbeelding.pdf">
            <a:extLst>
              <a:ext uri="{FF2B5EF4-FFF2-40B4-BE49-F238E27FC236}">
                <a16:creationId xmlns:a16="http://schemas.microsoft.com/office/drawing/2014/main" id="{B3DC1406-8D8F-2837-6A74-4489EE0F3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4025" y="12850813"/>
            <a:ext cx="5807075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4" name="FC DEN BOSCH LOGO.png" descr="FC DEN BOSCH LOGO.png">
            <a:extLst>
              <a:ext uri="{FF2B5EF4-FFF2-40B4-BE49-F238E27FC236}">
                <a16:creationId xmlns:a16="http://schemas.microsoft.com/office/drawing/2014/main" id="{8ED36CCA-FC04-9AB9-E5FF-B4F9CBD30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12320588"/>
            <a:ext cx="1074738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5" name="Freeform 7">
            <a:extLst>
              <a:ext uri="{FF2B5EF4-FFF2-40B4-BE49-F238E27FC236}">
                <a16:creationId xmlns:a16="http://schemas.microsoft.com/office/drawing/2014/main" id="{E0BBAF80-2507-29F5-C03B-C4D5F162D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7700" y="3917950"/>
            <a:ext cx="5838825" cy="22733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C5D4DFC1-2D99-ACAD-062E-E650DECBF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611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5F67C46-756D-CC48-A379-6938F2F82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770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9EC292D4-587F-42C6-29F7-F19222765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770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FF9E6B96-D418-0A2A-5077-5B8DD7560954}"/>
              </a:ext>
            </a:extLst>
          </p:cNvPr>
          <p:cNvSpPr txBox="1"/>
          <p:nvPr/>
        </p:nvSpPr>
        <p:spPr>
          <a:xfrm>
            <a:off x="1858486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289D8EC-EBB9-CB22-A2CE-D28F213C8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9512300"/>
            <a:ext cx="5840412" cy="22733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1FB88A30-A08C-A11B-6F02-5272EDF4F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951230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66CA26F3-C09A-84F0-C757-BE0024B46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7686675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424EEC12-5CBF-9062-6939-65CCFBE6E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6651625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4" name="TextBox 20">
            <a:extLst>
              <a:ext uri="{FF2B5EF4-FFF2-40B4-BE49-F238E27FC236}">
                <a16:creationId xmlns:a16="http://schemas.microsoft.com/office/drawing/2014/main" id="{8DBAC770-FDE3-6C85-FFC3-D0F94A7D7246}"/>
              </a:ext>
            </a:extLst>
          </p:cNvPr>
          <p:cNvSpPr txBox="1"/>
          <p:nvPr/>
        </p:nvSpPr>
        <p:spPr>
          <a:xfrm>
            <a:off x="6475413" y="959167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935FA9EB-70FB-71E4-BE4B-2DFF8127C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9512300"/>
            <a:ext cx="5840413" cy="22733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17512C8B-2D8D-8074-3B39-3BD78791B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951230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99209708-F384-82D0-1842-1F7BA6D6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7686675"/>
            <a:ext cx="5840413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DF2C0817-DE8A-656F-7D6C-FF6E63228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6651625"/>
            <a:ext cx="5840413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" name="TextBox 20">
            <a:extLst>
              <a:ext uri="{FF2B5EF4-FFF2-40B4-BE49-F238E27FC236}">
                <a16:creationId xmlns:a16="http://schemas.microsoft.com/office/drawing/2014/main" id="{ACE42958-B8C3-7576-57E2-64ED580D4B95}"/>
              </a:ext>
            </a:extLst>
          </p:cNvPr>
          <p:cNvSpPr txBox="1"/>
          <p:nvPr/>
        </p:nvSpPr>
        <p:spPr>
          <a:xfrm>
            <a:off x="450850" y="959167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C0F14F6B-E910-696F-19EB-94E3E57BC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7900" y="3917950"/>
            <a:ext cx="5838825" cy="22733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1" name="Freeform 7">
            <a:extLst>
              <a:ext uri="{FF2B5EF4-FFF2-40B4-BE49-F238E27FC236}">
                <a16:creationId xmlns:a16="http://schemas.microsoft.com/office/drawing/2014/main" id="{F1624173-95FE-CBFF-C40A-6797ED163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631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370E8785-D0F0-939D-FA21-EE4321BAF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790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52DC788A-5C2B-CEE0-C888-70994911E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790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4" name="TextBox 20">
            <a:extLst>
              <a:ext uri="{FF2B5EF4-FFF2-40B4-BE49-F238E27FC236}">
                <a16:creationId xmlns:a16="http://schemas.microsoft.com/office/drawing/2014/main" id="{8DE79D9A-FF49-82E5-C503-9681ADB52CF8}"/>
              </a:ext>
            </a:extLst>
          </p:cNvPr>
          <p:cNvSpPr txBox="1"/>
          <p:nvPr/>
        </p:nvSpPr>
        <p:spPr>
          <a:xfrm>
            <a:off x="1256506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5E987990-BB7C-1842-949D-9461027B9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3933825"/>
            <a:ext cx="5840412" cy="2274888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66AE217E-953C-65E6-D305-4F09E87B6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3933825"/>
            <a:ext cx="5838825" cy="58896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7" name="Freeform 7">
            <a:extLst>
              <a:ext uri="{FF2B5EF4-FFF2-40B4-BE49-F238E27FC236}">
                <a16:creationId xmlns:a16="http://schemas.microsoft.com/office/drawing/2014/main" id="{0E06935C-F66C-9B05-4DA2-0D609B53E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2109788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71977176-A4BA-9F09-0326-E1BAF7D94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1074738"/>
            <a:ext cx="5840412" cy="881062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6730B9F3-374F-292E-EF63-EB0046D231EB}"/>
              </a:ext>
            </a:extLst>
          </p:cNvPr>
          <p:cNvSpPr txBox="1"/>
          <p:nvPr/>
        </p:nvSpPr>
        <p:spPr>
          <a:xfrm>
            <a:off x="6475413" y="4014788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30" name="Freeform 7">
            <a:extLst>
              <a:ext uri="{FF2B5EF4-FFF2-40B4-BE49-F238E27FC236}">
                <a16:creationId xmlns:a16="http://schemas.microsoft.com/office/drawing/2014/main" id="{11138079-6A42-40A1-6561-048DA478A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4563" y="9544050"/>
            <a:ext cx="5840412" cy="2274888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6E45CD65-E3F4-4E60-F339-363D77AB9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4563" y="9544050"/>
            <a:ext cx="5838825" cy="58896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8E26D82E-0240-47A8-5199-1DE1085CD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4563" y="7720013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id="{39912B0C-10E6-C706-4F1A-4756B825D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4563" y="6684963"/>
            <a:ext cx="5840412" cy="8794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" name="TextBox 20">
            <a:extLst>
              <a:ext uri="{FF2B5EF4-FFF2-40B4-BE49-F238E27FC236}">
                <a16:creationId xmlns:a16="http://schemas.microsoft.com/office/drawing/2014/main" id="{763B4D25-E386-2A97-CD9C-A72DCB9A404D}"/>
              </a:ext>
            </a:extLst>
          </p:cNvPr>
          <p:cNvSpPr txBox="1"/>
          <p:nvPr/>
        </p:nvSpPr>
        <p:spPr>
          <a:xfrm>
            <a:off x="12533313" y="9625013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ADF3EC9A-D22F-6549-8CD4-0AA04E179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3917950"/>
            <a:ext cx="5838825" cy="22733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98C2EF3C-62E9-DF05-BA4C-ED4EEEBEB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7" name="Freeform 7">
            <a:extLst>
              <a:ext uri="{FF2B5EF4-FFF2-40B4-BE49-F238E27FC236}">
                <a16:creationId xmlns:a16="http://schemas.microsoft.com/office/drawing/2014/main" id="{33A5E0B4-0E4F-7464-5B34-7C2F895F6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8" name="Freeform 7">
            <a:extLst>
              <a:ext uri="{FF2B5EF4-FFF2-40B4-BE49-F238E27FC236}">
                <a16:creationId xmlns:a16="http://schemas.microsoft.com/office/drawing/2014/main" id="{4D8CFA3B-C85B-2E49-1ED6-70337CDE2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9" name="TextBox 20">
            <a:extLst>
              <a:ext uri="{FF2B5EF4-FFF2-40B4-BE49-F238E27FC236}">
                <a16:creationId xmlns:a16="http://schemas.microsoft.com/office/drawing/2014/main" id="{EB542122-A74C-FC2E-15FB-53BA69EBE667}"/>
              </a:ext>
            </a:extLst>
          </p:cNvPr>
          <p:cNvSpPr txBox="1"/>
          <p:nvPr/>
        </p:nvSpPr>
        <p:spPr>
          <a:xfrm>
            <a:off x="43021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40" name="Slide Number">
            <a:extLst>
              <a:ext uri="{FF2B5EF4-FFF2-40B4-BE49-F238E27FC236}">
                <a16:creationId xmlns:a16="http://schemas.microsoft.com/office/drawing/2014/main" id="{3E2046B4-FD83-B1FC-6777-CA0BC03838F0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D8C044-18C9-4590-BDDA-327A15E1D6BD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610977745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ideo (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299A72D2-3E0D-2687-3579-9934E60D0339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A3E3291D-5E11-EDF7-821C-704B0A911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1C3BF9EA-9DFA-B1F1-5C39-0FD978869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FC0F2CFD-FC64-A818-AA86-3E80A55F3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8463" y="217488"/>
            <a:ext cx="4846637" cy="3248025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4574B8C7-C152-E575-2CEC-26530C895A3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9637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1D87C05-A828-1EB7-E49C-FAB07576F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0BAFA648-6C60-0974-7AC0-5255827236CA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 this?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29B658CF-4D97-B697-FF4F-1DDE987566F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9588" y="3876675"/>
            <a:ext cx="3084512" cy="0"/>
          </a:xfrm>
          <a:prstGeom prst="line">
            <a:avLst/>
          </a:prstGeom>
          <a:noFill/>
          <a:ln w="25400">
            <a:solidFill>
              <a:srgbClr val="18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E15FC452-46BC-4B44-A7E1-5C682225EF2F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6320E9-E947-4930-BEAF-66CCE6918A9D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79022202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am presentatie">
            <a:extLst>
              <a:ext uri="{FF2B5EF4-FFF2-40B4-BE49-F238E27FC236}">
                <a16:creationId xmlns:a16="http://schemas.microsoft.com/office/drawing/2014/main" id="{97240991-5779-A76B-CA03-C41E3F5F6BC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500" y="2574925"/>
            <a:ext cx="21971000" cy="46482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b">
            <a:normAutofit/>
          </a:bodyPr>
          <a:lstStyle/>
          <a:p>
            <a:r>
              <a:t>Naam presentatie</a:t>
            </a:r>
          </a:p>
        </p:txBody>
      </p:sp>
      <p:sp>
        <p:nvSpPr>
          <p:cNvPr id="1027" name="Body Level One…">
            <a:extLst>
              <a:ext uri="{FF2B5EF4-FFF2-40B4-BE49-F238E27FC236}">
                <a16:creationId xmlns:a16="http://schemas.microsoft.com/office/drawing/2014/main" id="{882255CA-47C7-8F2A-4E62-F93312DE91C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201738" y="7223125"/>
            <a:ext cx="219710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LID4096" altLang="LID4096">
                <a:sym typeface="Helvetica Neue" charset="0"/>
              </a:rPr>
              <a:t>Ondertitel presentatie</a:t>
            </a:r>
          </a:p>
          <a:p>
            <a:pPr lvl="1"/>
            <a:endParaRPr lang="LID4096" altLang="LID4096">
              <a:sym typeface="Helvetica Neue" charset="0"/>
            </a:endParaRPr>
          </a:p>
          <a:p>
            <a:pPr lvl="2"/>
            <a:endParaRPr lang="LID4096" altLang="LID4096">
              <a:sym typeface="Helvetica Neue" charset="0"/>
            </a:endParaRPr>
          </a:p>
          <a:p>
            <a:pPr lvl="3"/>
            <a:endParaRPr lang="LID4096" altLang="LID4096">
              <a:sym typeface="Helvetica Neue" charset="0"/>
            </a:endParaRPr>
          </a:p>
          <a:p>
            <a:pPr lvl="4"/>
            <a:endParaRPr lang="LID4096" altLang="LID4096">
              <a:sym typeface="Helvetica Neue" charset="0"/>
            </a:endParaRPr>
          </a:p>
        </p:txBody>
      </p:sp>
      <p:sp>
        <p:nvSpPr>
          <p:cNvPr id="1028" name="Slide Number">
            <a:extLst>
              <a:ext uri="{FF2B5EF4-FFF2-40B4-BE49-F238E27FC236}">
                <a16:creationId xmlns:a16="http://schemas.microsoft.com/office/drawing/2014/main" id="{B74C7062-F143-8525-E7CF-2B3F9D78C18D}"/>
              </a:ext>
            </a:extLst>
          </p:cNvPr>
          <p:cNvSpPr txBox="1">
            <a:spLocks noGrp="1" noChangeArrowheads="1"/>
          </p:cNvSpPr>
          <p:nvPr>
            <p:ph type="sldNum" sz="quarter" idx="2"/>
          </p:nvPr>
        </p:nvSpPr>
        <p:spPr bwMode="auto">
          <a:xfrm>
            <a:off x="12001500" y="13081000"/>
            <a:ext cx="36830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  <a:spAutoFit/>
          </a:bodyPr>
          <a:lstStyle>
            <a:lvl1pPr algn="ctr" defTabSz="584200" eaLnBrk="1">
              <a:defRPr sz="1800"/>
            </a:lvl1pPr>
          </a:lstStyle>
          <a:p>
            <a:fld id="{3365E844-8A23-49B8-A814-0160BB5D41E2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15" r:id="rId10"/>
    <p:sldLayoutId id="2147483716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  <p:sldLayoutId id="2147483733" r:id="rId19"/>
    <p:sldLayoutId id="2147483734" r:id="rId20"/>
    <p:sldLayoutId id="2147483735" r:id="rId21"/>
    <p:sldLayoutId id="2147483736" r:id="rId22"/>
    <p:sldLayoutId id="2147483737" r:id="rId23"/>
    <p:sldLayoutId id="2147483738" r:id="rId24"/>
    <p:sldLayoutId id="2147483739" r:id="rId25"/>
    <p:sldLayoutId id="2147483740" r:id="rId26"/>
    <p:sldLayoutId id="2147483741" r:id="rId27"/>
    <p:sldLayoutId id="2147483742" r:id="rId28"/>
    <p:sldLayoutId id="2147483743" r:id="rId29"/>
    <p:sldLayoutId id="2147483744" r:id="rId30"/>
    <p:sldLayoutId id="2147483745" r:id="rId31"/>
    <p:sldLayoutId id="2147483746" r:id="rId32"/>
    <p:sldLayoutId id="2147483747" r:id="rId33"/>
    <p:sldLayoutId id="2147483748" r:id="rId34"/>
  </p:sldLayoutIdLst>
  <p:transition spd="med"/>
  <p:txStyles>
    <p:titleStyle>
      <a:lvl1pPr algn="l" defTabSz="2436813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spc="-232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algn="l" defTabSz="2436813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spc="-232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algn="l" defTabSz="2436813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spc="-232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algn="l" defTabSz="2436813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spc="-232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algn="l" defTabSz="2436813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spc="-232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algn="l" defTabSz="825500" rtl="0" eaLnBrk="0" fontAlgn="base" hangingPunct="0">
        <a:spcBef>
          <a:spcPct val="0"/>
        </a:spcBef>
        <a:spcAft>
          <a:spcPct val="0"/>
        </a:spcAft>
        <a:defRPr sz="5500" b="1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eaLnBrk="0" fontAlgn="base" hangingPunct="0">
        <a:spcBef>
          <a:spcPct val="0"/>
        </a:spcBef>
        <a:spcAft>
          <a:spcPct val="0"/>
        </a:spcAft>
        <a:defRPr sz="5500" b="1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eaLnBrk="0" fontAlgn="base" hangingPunct="0">
        <a:spcBef>
          <a:spcPct val="0"/>
        </a:spcBef>
        <a:spcAft>
          <a:spcPct val="0"/>
        </a:spcAft>
        <a:defRPr sz="5500" b="1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eaLnBrk="0" fontAlgn="base" hangingPunct="0">
        <a:spcBef>
          <a:spcPct val="0"/>
        </a:spcBef>
        <a:spcAft>
          <a:spcPct val="0"/>
        </a:spcAft>
        <a:defRPr sz="5500" b="1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eaLnBrk="0" fontAlgn="base" hangingPunct="0">
        <a:spcBef>
          <a:spcPct val="0"/>
        </a:spcBef>
        <a:spcAft>
          <a:spcPct val="0"/>
        </a:spcAft>
        <a:defRPr sz="5500" b="1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0" marR="0" indent="22860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recruitment.scisports.app/" TargetMode="External"/><Relationship Id="rId1" Type="http://schemas.openxmlformats.org/officeDocument/2006/relationships/slideLayout" Target="../slideLayouts/slideLayout27.xml"/><Relationship Id="rId4" Type="http://schemas.openxmlformats.org/officeDocument/2006/relationships/slide" Target="slide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slide" Target="slide9.xml"/><Relationship Id="rId7" Type="http://schemas.openxmlformats.org/officeDocument/2006/relationships/slide" Target="slide12.xml"/><Relationship Id="rId2" Type="http://schemas.openxmlformats.org/officeDocument/2006/relationships/slide" Target="slide8.xml"/><Relationship Id="rId1" Type="http://schemas.openxmlformats.org/officeDocument/2006/relationships/slideLayout" Target="../slideLayouts/slideLayout15.xml"/><Relationship Id="rId6" Type="http://schemas.openxmlformats.org/officeDocument/2006/relationships/slide" Target="slide10.xml"/><Relationship Id="rId5" Type="http://schemas.openxmlformats.org/officeDocument/2006/relationships/slide" Target="slide14.xml"/><Relationship Id="rId4" Type="http://schemas.openxmlformats.org/officeDocument/2006/relationships/slide" Target="slide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11">
            <a:extLst>
              <a:ext uri="{FF2B5EF4-FFF2-40B4-BE49-F238E27FC236}">
                <a16:creationId xmlns:a16="http://schemas.microsoft.com/office/drawing/2014/main" id="{43FB643B-985F-420E-4B44-F135B2726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6988" y="4033838"/>
            <a:ext cx="528637" cy="54768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11</a:t>
            </a:r>
          </a:p>
        </p:txBody>
      </p:sp>
      <p:sp>
        <p:nvSpPr>
          <p:cNvPr id="35843" name="7">
            <a:extLst>
              <a:ext uri="{FF2B5EF4-FFF2-40B4-BE49-F238E27FC236}">
                <a16:creationId xmlns:a16="http://schemas.microsoft.com/office/drawing/2014/main" id="{412149CC-CAF7-1DF6-1876-91BD7F143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35688" y="4033838"/>
            <a:ext cx="527050" cy="54768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7</a:t>
            </a:r>
          </a:p>
        </p:txBody>
      </p:sp>
      <p:sp>
        <p:nvSpPr>
          <p:cNvPr id="905" name="5">
            <a:extLst>
              <a:ext uri="{FF2B5EF4-FFF2-40B4-BE49-F238E27FC236}">
                <a16:creationId xmlns:a16="http://schemas.microsoft.com/office/drawing/2014/main" id="{3777D1FE-F0E5-B226-E0DC-8A677F364C8D}"/>
              </a:ext>
            </a:extLst>
          </p:cNvPr>
          <p:cNvSpPr/>
          <p:nvPr/>
        </p:nvSpPr>
        <p:spPr>
          <a:xfrm>
            <a:off x="16460788" y="6494463"/>
            <a:ext cx="528637" cy="547687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5</a:t>
            </a:r>
          </a:p>
        </p:txBody>
      </p:sp>
      <p:sp>
        <p:nvSpPr>
          <p:cNvPr id="906" name="2">
            <a:extLst>
              <a:ext uri="{FF2B5EF4-FFF2-40B4-BE49-F238E27FC236}">
                <a16:creationId xmlns:a16="http://schemas.microsoft.com/office/drawing/2014/main" id="{84AD0698-A0BD-6713-5B11-F2549550C8F0}"/>
              </a:ext>
            </a:extLst>
          </p:cNvPr>
          <p:cNvSpPr/>
          <p:nvPr/>
        </p:nvSpPr>
        <p:spPr>
          <a:xfrm>
            <a:off x="18937288" y="6494463"/>
            <a:ext cx="527050" cy="547687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2</a:t>
            </a:r>
          </a:p>
        </p:txBody>
      </p:sp>
      <p:sp>
        <p:nvSpPr>
          <p:cNvPr id="35846" name="4">
            <a:extLst>
              <a:ext uri="{FF2B5EF4-FFF2-40B4-BE49-F238E27FC236}">
                <a16:creationId xmlns:a16="http://schemas.microsoft.com/office/drawing/2014/main" id="{320B5914-20A2-0CCD-5101-7C092F369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27538" y="6943725"/>
            <a:ext cx="527050" cy="5476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4</a:t>
            </a:r>
          </a:p>
        </p:txBody>
      </p:sp>
      <p:sp>
        <p:nvSpPr>
          <p:cNvPr id="35847" name="3">
            <a:extLst>
              <a:ext uri="{FF2B5EF4-FFF2-40B4-BE49-F238E27FC236}">
                <a16:creationId xmlns:a16="http://schemas.microsoft.com/office/drawing/2014/main" id="{267C49CA-CE34-176A-2374-1B1BFB017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8313" y="6943725"/>
            <a:ext cx="527050" cy="5476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3</a:t>
            </a:r>
          </a:p>
        </p:txBody>
      </p:sp>
      <p:sp>
        <p:nvSpPr>
          <p:cNvPr id="35848" name="1">
            <a:extLst>
              <a:ext uri="{FF2B5EF4-FFF2-40B4-BE49-F238E27FC236}">
                <a16:creationId xmlns:a16="http://schemas.microsoft.com/office/drawing/2014/main" id="{C8D30966-9016-C40A-A274-642AD8BA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6338" y="7634288"/>
            <a:ext cx="527050" cy="54768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</a:t>
            </a:r>
          </a:p>
        </p:txBody>
      </p:sp>
      <p:sp>
        <p:nvSpPr>
          <p:cNvPr id="35849" name="9">
            <a:extLst>
              <a:ext uri="{FF2B5EF4-FFF2-40B4-BE49-F238E27FC236}">
                <a16:creationId xmlns:a16="http://schemas.microsoft.com/office/drawing/2014/main" id="{D652B0C8-5A24-2E3E-FB40-9B0542684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6338" y="3565525"/>
            <a:ext cx="527050" cy="5476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9</a:t>
            </a:r>
          </a:p>
        </p:txBody>
      </p:sp>
      <p:sp>
        <p:nvSpPr>
          <p:cNvPr id="35850" name="10">
            <a:extLst>
              <a:ext uri="{FF2B5EF4-FFF2-40B4-BE49-F238E27FC236}">
                <a16:creationId xmlns:a16="http://schemas.microsoft.com/office/drawing/2014/main" id="{0A2251E9-7D39-3906-D590-93FC856ED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1938" y="4945063"/>
            <a:ext cx="527050" cy="54768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10</a:t>
            </a:r>
          </a:p>
        </p:txBody>
      </p:sp>
      <p:sp>
        <p:nvSpPr>
          <p:cNvPr id="35851" name="8">
            <a:extLst>
              <a:ext uri="{FF2B5EF4-FFF2-40B4-BE49-F238E27FC236}">
                <a16:creationId xmlns:a16="http://schemas.microsoft.com/office/drawing/2014/main" id="{B681BE5B-8246-0920-F1D1-B37835CF8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9138" y="5338763"/>
            <a:ext cx="527050" cy="54768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8</a:t>
            </a:r>
          </a:p>
        </p:txBody>
      </p:sp>
      <p:sp>
        <p:nvSpPr>
          <p:cNvPr id="35852" name="6">
            <a:extLst>
              <a:ext uri="{FF2B5EF4-FFF2-40B4-BE49-F238E27FC236}">
                <a16:creationId xmlns:a16="http://schemas.microsoft.com/office/drawing/2014/main" id="{8E1A15F3-5A8D-68A5-4F44-28E2DAC7A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67313" y="5899150"/>
            <a:ext cx="527050" cy="5476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6</a:t>
            </a:r>
          </a:p>
        </p:txBody>
      </p:sp>
      <p:sp>
        <p:nvSpPr>
          <p:cNvPr id="914" name="TextBox 28">
            <a:extLst>
              <a:ext uri="{FF2B5EF4-FFF2-40B4-BE49-F238E27FC236}">
                <a16:creationId xmlns:a16="http://schemas.microsoft.com/office/drawing/2014/main" id="{466CA53C-CD1F-28D4-E3CA-2B958D75975B}"/>
              </a:ext>
            </a:extLst>
          </p:cNvPr>
          <p:cNvSpPr txBox="1"/>
          <p:nvPr/>
        </p:nvSpPr>
        <p:spPr>
          <a:xfrm>
            <a:off x="13106400" y="7643813"/>
            <a:ext cx="1947863" cy="110490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/>
          <a:p>
            <a:pPr algn="r" defTabSz="457200" eaLnBrk="1" fontAlgn="auto">
              <a:spcBef>
                <a:spcPts val="0"/>
              </a:spcBef>
              <a:spcAft>
                <a:spcPts val="0"/>
              </a:spcAft>
              <a:defRPr sz="6400" cap="all">
                <a:solidFill>
                  <a:srgbClr val="2769C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endParaRPr sz="6400" kern="0" cap="all">
              <a:solidFill>
                <a:srgbClr val="2769C3"/>
              </a:solidFill>
              <a:latin typeface="Avenir Next Regular"/>
              <a:ea typeface="Avenir Next Regular"/>
              <a:cs typeface="Avenir Next Regular"/>
              <a:sym typeface="Avenir Next Regular"/>
            </a:endParaRPr>
          </a:p>
        </p:txBody>
      </p:sp>
      <p:pic>
        <p:nvPicPr>
          <p:cNvPr id="915" name="achterkant FC Den Bosch nummer 2.png" descr="achterkant FC Den Bosch nummer 2.png">
            <a:extLst>
              <a:ext uri="{FF2B5EF4-FFF2-40B4-BE49-F238E27FC236}">
                <a16:creationId xmlns:a16="http://schemas.microsoft.com/office/drawing/2014/main" id="{4033F063-60C7-BF9D-DF22-286CB1E83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8126" y="7472384"/>
            <a:ext cx="2642322" cy="2642322"/>
          </a:xfrm>
          <a:prstGeom prst="rect">
            <a:avLst/>
          </a:prstGeom>
          <a:ln w="12700">
            <a:miter lim="400000"/>
          </a:ln>
          <a:effectLst>
            <a:reflection stA="50000" endPos="40000" dir="5400000" sy="-100000" algn="bl" rotWithShape="0"/>
          </a:effectLst>
        </p:spPr>
      </p:pic>
      <p:pic>
        <p:nvPicPr>
          <p:cNvPr id="916" name="achterkant FC Den Bosch nummer 5.png" descr="achterkant FC Den Bosch nummer 5.png">
            <a:extLst>
              <a:ext uri="{FF2B5EF4-FFF2-40B4-BE49-F238E27FC236}">
                <a16:creationId xmlns:a16="http://schemas.microsoft.com/office/drawing/2014/main" id="{DD7EE93F-A071-5833-6824-C6491FD35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7539" y="7472420"/>
            <a:ext cx="2642322" cy="2642323"/>
          </a:xfrm>
          <a:prstGeom prst="rect">
            <a:avLst/>
          </a:prstGeom>
          <a:ln w="12700">
            <a:miter lim="400000"/>
          </a:ln>
          <a:effectLst>
            <a:reflection stA="50000" endPos="40000" dir="5400000" sy="-100000" algn="bl" rotWithShape="0"/>
          </a:effec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TextBox 21">
            <a:extLst>
              <a:ext uri="{FF2B5EF4-FFF2-40B4-BE49-F238E27FC236}">
                <a16:creationId xmlns:a16="http://schemas.microsoft.com/office/drawing/2014/main" id="{5047AB6E-A7FD-1477-255F-AA08386E880C}"/>
              </a:ext>
            </a:extLst>
          </p:cNvPr>
          <p:cNvSpPr txBox="1"/>
          <p:nvPr/>
        </p:nvSpPr>
        <p:spPr>
          <a:xfrm>
            <a:off x="4332288" y="1012825"/>
            <a:ext cx="15719425" cy="1244600"/>
          </a:xfrm>
          <a:prstGeom prst="rect">
            <a:avLst/>
          </a:prstGeom>
          <a:ln w="12700">
            <a:miter lim="400000"/>
          </a:ln>
          <a:effectLst>
            <a:outerShdw blurRad="50800" dist="88900" dir="3243361" rotWithShape="0">
              <a:srgbClr val="000000">
                <a:alpha val="38000"/>
              </a:srgbClr>
            </a:outerShdw>
          </a:effectLst>
        </p:spPr>
        <p:txBody>
          <a:bodyPr lIns="0" tIns="0" rIns="0" bIns="0">
            <a:spAutoFit/>
          </a:bodyPr>
          <a:lstStyle/>
          <a:p>
            <a:pPr algn="ctr" defTabSz="1285875" eaLnBrk="1" fontAlgn="auto">
              <a:spcBef>
                <a:spcPts val="0"/>
              </a:spcBef>
              <a:spcAft>
                <a:spcPts val="0"/>
              </a:spcAft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b="1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Kernwaarden —&gt; Voetbal:</a:t>
            </a:r>
          </a:p>
          <a:p>
            <a:pPr algn="ctr" defTabSz="1285875" eaLnBrk="1" fontAlgn="auto">
              <a:spcBef>
                <a:spcPts val="0"/>
              </a:spcBef>
              <a:spcAft>
                <a:spcPts val="0"/>
              </a:spcAft>
              <a:defRPr sz="32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 b="1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r>
              <a:rPr sz="3200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Strijders Die spelen om te winnen en die elke dag beter willen worden”</a:t>
            </a:r>
          </a:p>
        </p:txBody>
      </p:sp>
      <p:sp>
        <p:nvSpPr>
          <p:cNvPr id="36867" name="Line">
            <a:extLst>
              <a:ext uri="{FF2B5EF4-FFF2-40B4-BE49-F238E27FC236}">
                <a16:creationId xmlns:a16="http://schemas.microsoft.com/office/drawing/2014/main" id="{3B7852A7-5F25-3BA9-F360-945E9BD42C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52313" y="4117975"/>
            <a:ext cx="0" cy="3382963"/>
          </a:xfrm>
          <a:prstGeom prst="line">
            <a:avLst/>
          </a:prstGeom>
          <a:noFill/>
          <a:ln w="50800">
            <a:solidFill>
              <a:srgbClr val="FFFFFF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437" tIns="71437" rIns="71437" bIns="71437" anchor="ctr"/>
          <a:lstStyle/>
          <a:p>
            <a:endParaRPr lang="LID4096"/>
          </a:p>
        </p:txBody>
      </p:sp>
      <p:sp>
        <p:nvSpPr>
          <p:cNvPr id="921" name="Freeform 7">
            <a:extLst>
              <a:ext uri="{FF2B5EF4-FFF2-40B4-BE49-F238E27FC236}">
                <a16:creationId xmlns:a16="http://schemas.microsoft.com/office/drawing/2014/main" id="{AACDAE80-4A4C-264C-F5C5-8253DC0F8F2A}"/>
              </a:ext>
            </a:extLst>
          </p:cNvPr>
          <p:cNvSpPr/>
          <p:nvPr/>
        </p:nvSpPr>
        <p:spPr>
          <a:xfrm>
            <a:off x="4473575" y="4440238"/>
            <a:ext cx="6262688" cy="2946400"/>
          </a:xfrm>
          <a:prstGeom prst="rect">
            <a:avLst/>
          </a:prstGeom>
          <a:solidFill>
            <a:srgbClr val="173883"/>
          </a:solidFill>
          <a:ln w="12700">
            <a:solidFill>
              <a:srgbClr val="FFFFFF"/>
            </a:solidFill>
            <a:miter lim="400000"/>
          </a:ln>
          <a:effectLst>
            <a:outerShdw blurRad="50800" dist="76200" dir="3243361" rotWithShape="0">
              <a:srgbClr val="000000">
                <a:alpha val="38000"/>
              </a:srgbClr>
            </a:outerShdw>
          </a:effectLst>
        </p:spPr>
        <p:txBody>
          <a:bodyPr lIns="45719" tIns="45719" rIns="45719" b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600">
                <a:latin typeface="Calibri"/>
                <a:ea typeface="Calibri"/>
                <a:cs typeface="Calibri"/>
                <a:sym typeface="Calibri"/>
              </a:defRPr>
            </a:pPr>
            <a:endParaRPr sz="16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69" name="Rectangle">
            <a:extLst>
              <a:ext uri="{FF2B5EF4-FFF2-40B4-BE49-F238E27FC236}">
                <a16:creationId xmlns:a16="http://schemas.microsoft.com/office/drawing/2014/main" id="{4E7987C5-5105-00C7-B317-B9EF17F91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913" y="5470525"/>
            <a:ext cx="6196012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923" name="TextBox 13">
            <a:extLst>
              <a:ext uri="{FF2B5EF4-FFF2-40B4-BE49-F238E27FC236}">
                <a16:creationId xmlns:a16="http://schemas.microsoft.com/office/drawing/2014/main" id="{C4B433A5-5DA6-6D3D-E814-8B6EC21E5270}"/>
              </a:ext>
            </a:extLst>
          </p:cNvPr>
          <p:cNvSpPr txBox="1"/>
          <p:nvPr/>
        </p:nvSpPr>
        <p:spPr>
          <a:xfrm>
            <a:off x="4646613" y="5975350"/>
            <a:ext cx="5916612" cy="115728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/>
          <a:p>
            <a:pPr marL="351692" indent="-351692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KPI 1: Top-3 goals </a:t>
            </a:r>
            <a:r>
              <a:rPr sz="2400" kern="0">
                <a:solidFill>
                  <a:schemeClr val="accent4">
                    <a:hueOff val="-858837"/>
                    <a:lumOff val="-9791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(6th)</a:t>
            </a:r>
          </a:p>
          <a:p>
            <a:pPr marL="351692" indent="-351692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KPI 2: Top-3 challenge intensity </a:t>
            </a:r>
            <a:r>
              <a:rPr sz="2400" kern="0">
                <a:solidFill>
                  <a:schemeClr val="accent4">
                    <a:hueOff val="-858837"/>
                    <a:lumOff val="-9791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(10th)</a:t>
            </a:r>
          </a:p>
          <a:p>
            <a:pPr marL="351692" indent="-351692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KPI 3: Top-3 doelpogingen</a:t>
            </a:r>
            <a:r>
              <a:rPr sz="2400" kern="0">
                <a:solidFill>
                  <a:srgbClr val="FF2600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(12th)</a:t>
            </a:r>
          </a:p>
        </p:txBody>
      </p:sp>
      <p:sp>
        <p:nvSpPr>
          <p:cNvPr id="924" name="TextBox 16">
            <a:extLst>
              <a:ext uri="{FF2B5EF4-FFF2-40B4-BE49-F238E27FC236}">
                <a16:creationId xmlns:a16="http://schemas.microsoft.com/office/drawing/2014/main" id="{AD00C0A8-F68C-7646-7958-44D82EC2F8A1}"/>
              </a:ext>
            </a:extLst>
          </p:cNvPr>
          <p:cNvSpPr txBox="1"/>
          <p:nvPr/>
        </p:nvSpPr>
        <p:spPr>
          <a:xfrm>
            <a:off x="5284788" y="4421188"/>
            <a:ext cx="4638675" cy="107473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Speelstijl</a:t>
            </a:r>
          </a:p>
        </p:txBody>
      </p:sp>
      <p:sp>
        <p:nvSpPr>
          <p:cNvPr id="925" name="Freeform 7">
            <a:extLst>
              <a:ext uri="{FF2B5EF4-FFF2-40B4-BE49-F238E27FC236}">
                <a16:creationId xmlns:a16="http://schemas.microsoft.com/office/drawing/2014/main" id="{B3420775-CE48-E5DB-7127-D7495727AEC5}"/>
              </a:ext>
            </a:extLst>
          </p:cNvPr>
          <p:cNvSpPr/>
          <p:nvPr/>
        </p:nvSpPr>
        <p:spPr>
          <a:xfrm>
            <a:off x="13682663" y="4440238"/>
            <a:ext cx="6261100" cy="2946400"/>
          </a:xfrm>
          <a:prstGeom prst="rect">
            <a:avLst/>
          </a:prstGeom>
          <a:solidFill>
            <a:srgbClr val="173883"/>
          </a:solidFill>
          <a:ln w="12700">
            <a:solidFill>
              <a:srgbClr val="FFFFFF"/>
            </a:solidFill>
            <a:miter lim="400000"/>
          </a:ln>
          <a:effectLst>
            <a:outerShdw blurRad="50800" dist="76200" dir="3243361" rotWithShape="0">
              <a:srgbClr val="000000">
                <a:alpha val="38000"/>
              </a:srgbClr>
            </a:outerShdw>
          </a:effectLst>
        </p:spPr>
        <p:txBody>
          <a:bodyPr lIns="45719" tIns="45719" rIns="45719" b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600">
                <a:latin typeface="Calibri"/>
                <a:ea typeface="Calibri"/>
                <a:cs typeface="Calibri"/>
                <a:sym typeface="Calibri"/>
              </a:defRPr>
            </a:pPr>
            <a:endParaRPr sz="16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73" name="Rectangle">
            <a:extLst>
              <a:ext uri="{FF2B5EF4-FFF2-40B4-BE49-F238E27FC236}">
                <a16:creationId xmlns:a16="http://schemas.microsoft.com/office/drawing/2014/main" id="{4593FBA7-7F01-F8EB-143A-9496B2ABF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1075" y="5470525"/>
            <a:ext cx="6265863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927" name="TextBox 13">
            <a:extLst>
              <a:ext uri="{FF2B5EF4-FFF2-40B4-BE49-F238E27FC236}">
                <a16:creationId xmlns:a16="http://schemas.microsoft.com/office/drawing/2014/main" id="{E7BF2896-0FA4-2C4B-5C8B-23AE4B43FD5A}"/>
              </a:ext>
            </a:extLst>
          </p:cNvPr>
          <p:cNvSpPr txBox="1"/>
          <p:nvPr/>
        </p:nvSpPr>
        <p:spPr>
          <a:xfrm>
            <a:off x="14077950" y="5943600"/>
            <a:ext cx="5472113" cy="8810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/>
          <a:p>
            <a:pPr marL="351692" indent="-351692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Scouting</a:t>
            </a:r>
          </a:p>
          <a:p>
            <a:pPr marL="351692" indent="-351692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IDP</a:t>
            </a:r>
          </a:p>
        </p:txBody>
      </p:sp>
      <p:sp>
        <p:nvSpPr>
          <p:cNvPr id="928" name="TextBox 16">
            <a:extLst>
              <a:ext uri="{FF2B5EF4-FFF2-40B4-BE49-F238E27FC236}">
                <a16:creationId xmlns:a16="http://schemas.microsoft.com/office/drawing/2014/main" id="{AE7CB8E6-D7CD-2CEE-6570-3BD677201FBE}"/>
              </a:ext>
            </a:extLst>
          </p:cNvPr>
          <p:cNvSpPr txBox="1"/>
          <p:nvPr/>
        </p:nvSpPr>
        <p:spPr>
          <a:xfrm>
            <a:off x="14493875" y="4421188"/>
            <a:ext cx="4638675" cy="107473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Profielen &amp; Begrippen</a:t>
            </a:r>
          </a:p>
        </p:txBody>
      </p:sp>
      <p:sp>
        <p:nvSpPr>
          <p:cNvPr id="929" name="Rounded Rectangle">
            <a:extLst>
              <a:ext uri="{FF2B5EF4-FFF2-40B4-BE49-F238E27FC236}">
                <a16:creationId xmlns:a16="http://schemas.microsoft.com/office/drawing/2014/main" id="{4138CB59-8263-BF1D-BF00-729283736D36}"/>
              </a:ext>
            </a:extLst>
          </p:cNvPr>
          <p:cNvSpPr/>
          <p:nvPr/>
        </p:nvSpPr>
        <p:spPr>
          <a:xfrm>
            <a:off x="5718175" y="9151938"/>
            <a:ext cx="439738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Rounded Rectangle">
            <a:extLst>
              <a:ext uri="{FF2B5EF4-FFF2-40B4-BE49-F238E27FC236}">
                <a16:creationId xmlns:a16="http://schemas.microsoft.com/office/drawing/2014/main" id="{F41D1C32-5325-D3D4-3737-4E50A6D94094}"/>
              </a:ext>
            </a:extLst>
          </p:cNvPr>
          <p:cNvSpPr/>
          <p:nvPr/>
        </p:nvSpPr>
        <p:spPr>
          <a:xfrm>
            <a:off x="6440488" y="9151938"/>
            <a:ext cx="439737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Rounded Rectangle">
            <a:extLst>
              <a:ext uri="{FF2B5EF4-FFF2-40B4-BE49-F238E27FC236}">
                <a16:creationId xmlns:a16="http://schemas.microsoft.com/office/drawing/2014/main" id="{2C4E96EE-C23E-2BA5-4C65-236473340A27}"/>
              </a:ext>
            </a:extLst>
          </p:cNvPr>
          <p:cNvSpPr/>
          <p:nvPr/>
        </p:nvSpPr>
        <p:spPr>
          <a:xfrm>
            <a:off x="7162800" y="9151938"/>
            <a:ext cx="441325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Rounded Rectangle">
            <a:extLst>
              <a:ext uri="{FF2B5EF4-FFF2-40B4-BE49-F238E27FC236}">
                <a16:creationId xmlns:a16="http://schemas.microsoft.com/office/drawing/2014/main" id="{F3F8C9E7-3BE5-8238-29FD-C859CFDA0C09}"/>
              </a:ext>
            </a:extLst>
          </p:cNvPr>
          <p:cNvSpPr/>
          <p:nvPr/>
        </p:nvSpPr>
        <p:spPr>
          <a:xfrm>
            <a:off x="7885113" y="9151938"/>
            <a:ext cx="441325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80" name="Freeform 7">
            <a:extLst>
              <a:ext uri="{FF2B5EF4-FFF2-40B4-BE49-F238E27FC236}">
                <a16:creationId xmlns:a16="http://schemas.microsoft.com/office/drawing/2014/main" id="{57183878-9F77-50C2-32B9-8B615768B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613" y="9569450"/>
            <a:ext cx="3559175" cy="1938338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  <a:headEnd/>
            <a:tailEnd/>
          </a:ln>
        </p:spPr>
        <p:txBody>
          <a:bodyPr lIns="45719" tIns="45719" rIns="45719" b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6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881" name="Rectangle">
            <a:extLst>
              <a:ext uri="{FF2B5EF4-FFF2-40B4-BE49-F238E27FC236}">
                <a16:creationId xmlns:a16="http://schemas.microsoft.com/office/drawing/2014/main" id="{75A8A932-ACE7-4D68-B2BA-E29D640AD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3025" y="10367963"/>
            <a:ext cx="3562350" cy="11557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935" name="TextBox 8">
            <a:extLst>
              <a:ext uri="{FF2B5EF4-FFF2-40B4-BE49-F238E27FC236}">
                <a16:creationId xmlns:a16="http://schemas.microsoft.com/office/drawing/2014/main" id="{659CF4D0-4A1A-FAF2-05AB-A54656A69ED7}"/>
              </a:ext>
            </a:extLst>
          </p:cNvPr>
          <p:cNvSpPr txBox="1"/>
          <p:nvPr/>
        </p:nvSpPr>
        <p:spPr>
          <a:xfrm>
            <a:off x="5253038" y="10506075"/>
            <a:ext cx="3362325" cy="87947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/>
          <a:p>
            <a:pPr marL="293914" indent="-293914" defTabSz="1285875" eaLnBrk="1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 sz="1800" b="1" cap="all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b="1" kern="0" cap="all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Transfer target: +€750K</a:t>
            </a:r>
          </a:p>
          <a:p>
            <a:pPr marL="339131" indent="-339131" defTabSz="1285875" eaLnBrk="1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 sz="1800" b="1" i="1" cap="all">
                <a:solidFill>
                  <a:srgbClr val="9BBB59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b="1" i="1" kern="0" cap="all">
                <a:solidFill>
                  <a:srgbClr val="9BBB59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transfers: &gt;1M</a:t>
            </a:r>
          </a:p>
        </p:txBody>
      </p:sp>
      <p:sp>
        <p:nvSpPr>
          <p:cNvPr id="936" name="TextBox 16">
            <a:extLst>
              <a:ext uri="{FF2B5EF4-FFF2-40B4-BE49-F238E27FC236}">
                <a16:creationId xmlns:a16="http://schemas.microsoft.com/office/drawing/2014/main" id="{32C4574B-05B4-B2F8-D374-65570B70A41C}"/>
              </a:ext>
            </a:extLst>
          </p:cNvPr>
          <p:cNvSpPr txBox="1"/>
          <p:nvPr/>
        </p:nvSpPr>
        <p:spPr>
          <a:xfrm>
            <a:off x="5259388" y="9561513"/>
            <a:ext cx="3349625" cy="70802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Goal 1</a:t>
            </a:r>
          </a:p>
        </p:txBody>
      </p:sp>
      <p:sp>
        <p:nvSpPr>
          <p:cNvPr id="937" name="Rounded Rectangle">
            <a:extLst>
              <a:ext uri="{FF2B5EF4-FFF2-40B4-BE49-F238E27FC236}">
                <a16:creationId xmlns:a16="http://schemas.microsoft.com/office/drawing/2014/main" id="{F3FA8BA8-54B0-B6DC-C762-BA4B573C55D2}"/>
              </a:ext>
            </a:extLst>
          </p:cNvPr>
          <p:cNvSpPr/>
          <p:nvPr/>
        </p:nvSpPr>
        <p:spPr>
          <a:xfrm>
            <a:off x="10975975" y="9158288"/>
            <a:ext cx="439738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Rounded Rectangle">
            <a:extLst>
              <a:ext uri="{FF2B5EF4-FFF2-40B4-BE49-F238E27FC236}">
                <a16:creationId xmlns:a16="http://schemas.microsoft.com/office/drawing/2014/main" id="{E95FA800-1718-EBF9-8556-DB35003F4978}"/>
              </a:ext>
            </a:extLst>
          </p:cNvPr>
          <p:cNvSpPr/>
          <p:nvPr/>
        </p:nvSpPr>
        <p:spPr>
          <a:xfrm>
            <a:off x="11698288" y="9158288"/>
            <a:ext cx="439737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Rounded Rectangle">
            <a:extLst>
              <a:ext uri="{FF2B5EF4-FFF2-40B4-BE49-F238E27FC236}">
                <a16:creationId xmlns:a16="http://schemas.microsoft.com/office/drawing/2014/main" id="{6D7535C1-C588-E81D-7A9F-283EFD2A8462}"/>
              </a:ext>
            </a:extLst>
          </p:cNvPr>
          <p:cNvSpPr/>
          <p:nvPr/>
        </p:nvSpPr>
        <p:spPr>
          <a:xfrm>
            <a:off x="12420600" y="9158288"/>
            <a:ext cx="439738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Rounded Rectangle">
            <a:extLst>
              <a:ext uri="{FF2B5EF4-FFF2-40B4-BE49-F238E27FC236}">
                <a16:creationId xmlns:a16="http://schemas.microsoft.com/office/drawing/2014/main" id="{3E4D6097-7B21-A709-D7D7-452F810DF569}"/>
              </a:ext>
            </a:extLst>
          </p:cNvPr>
          <p:cNvSpPr/>
          <p:nvPr/>
        </p:nvSpPr>
        <p:spPr>
          <a:xfrm>
            <a:off x="13142913" y="9158288"/>
            <a:ext cx="441325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88" name="Freeform 7">
            <a:extLst>
              <a:ext uri="{FF2B5EF4-FFF2-40B4-BE49-F238E27FC236}">
                <a16:creationId xmlns:a16="http://schemas.microsoft.com/office/drawing/2014/main" id="{2664CD0B-F26B-1A8E-435B-C42063388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2413" y="9575800"/>
            <a:ext cx="3559175" cy="1938338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  <a:headEnd/>
            <a:tailEnd/>
          </a:ln>
        </p:spPr>
        <p:txBody>
          <a:bodyPr lIns="45719" tIns="45719" rIns="45719" b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6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889" name="Rectangle">
            <a:extLst>
              <a:ext uri="{FF2B5EF4-FFF2-40B4-BE49-F238E27FC236}">
                <a16:creationId xmlns:a16="http://schemas.microsoft.com/office/drawing/2014/main" id="{856D423A-8962-AA21-53CA-66BA4F9C3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0825" y="10375900"/>
            <a:ext cx="3562350" cy="11557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943" name="TextBox 8">
            <a:extLst>
              <a:ext uri="{FF2B5EF4-FFF2-40B4-BE49-F238E27FC236}">
                <a16:creationId xmlns:a16="http://schemas.microsoft.com/office/drawing/2014/main" id="{23013131-E88B-C284-BE58-17B173B84489}"/>
              </a:ext>
            </a:extLst>
          </p:cNvPr>
          <p:cNvSpPr txBox="1"/>
          <p:nvPr/>
        </p:nvSpPr>
        <p:spPr>
          <a:xfrm>
            <a:off x="10517188" y="10529888"/>
            <a:ext cx="3362325" cy="84613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/>
          <a:p>
            <a:pPr marL="293914" indent="-293914" defTabSz="1285875" eaLnBrk="1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 sz="1800" b="1" cap="all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b="1" kern="0" cap="all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KKD: Top 10</a:t>
            </a:r>
          </a:p>
          <a:p>
            <a:pPr marL="339131" indent="-339131" defTabSz="1285875" eaLnBrk="1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 sz="1800" b="1" i="1" cap="all">
                <a:solidFill>
                  <a:schemeClr val="accent4">
                    <a:hueOff val="-858837"/>
                    <a:lumOff val="-9791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b="1" i="1" kern="0" cap="all">
                <a:solidFill>
                  <a:schemeClr val="accent4">
                    <a:hueOff val="-858837"/>
                    <a:lumOff val="-9791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10e positie in de KKD</a:t>
            </a:r>
          </a:p>
        </p:txBody>
      </p:sp>
      <p:sp>
        <p:nvSpPr>
          <p:cNvPr id="944" name="TextBox 16">
            <a:extLst>
              <a:ext uri="{FF2B5EF4-FFF2-40B4-BE49-F238E27FC236}">
                <a16:creationId xmlns:a16="http://schemas.microsoft.com/office/drawing/2014/main" id="{332EAE91-4209-6CF8-5A5D-7E58802EFBF3}"/>
              </a:ext>
            </a:extLst>
          </p:cNvPr>
          <p:cNvSpPr txBox="1"/>
          <p:nvPr/>
        </p:nvSpPr>
        <p:spPr>
          <a:xfrm>
            <a:off x="10517188" y="9569450"/>
            <a:ext cx="3349625" cy="70643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Goal 2</a:t>
            </a:r>
          </a:p>
        </p:txBody>
      </p:sp>
      <p:sp>
        <p:nvSpPr>
          <p:cNvPr id="945" name="Rounded Rectangle">
            <a:extLst>
              <a:ext uri="{FF2B5EF4-FFF2-40B4-BE49-F238E27FC236}">
                <a16:creationId xmlns:a16="http://schemas.microsoft.com/office/drawing/2014/main" id="{58D1918E-C571-6F6D-EC8E-C7E05252BD5D}"/>
              </a:ext>
            </a:extLst>
          </p:cNvPr>
          <p:cNvSpPr/>
          <p:nvPr/>
        </p:nvSpPr>
        <p:spPr>
          <a:xfrm>
            <a:off x="16233775" y="9158288"/>
            <a:ext cx="439738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Rounded Rectangle">
            <a:extLst>
              <a:ext uri="{FF2B5EF4-FFF2-40B4-BE49-F238E27FC236}">
                <a16:creationId xmlns:a16="http://schemas.microsoft.com/office/drawing/2014/main" id="{33A8B873-CB58-EFEC-09E0-A5308232FDD8}"/>
              </a:ext>
            </a:extLst>
          </p:cNvPr>
          <p:cNvSpPr/>
          <p:nvPr/>
        </p:nvSpPr>
        <p:spPr>
          <a:xfrm>
            <a:off x="16956088" y="9158288"/>
            <a:ext cx="439737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Rounded Rectangle">
            <a:extLst>
              <a:ext uri="{FF2B5EF4-FFF2-40B4-BE49-F238E27FC236}">
                <a16:creationId xmlns:a16="http://schemas.microsoft.com/office/drawing/2014/main" id="{5840E90A-FA94-1CC0-8946-925F4E4C9D7A}"/>
              </a:ext>
            </a:extLst>
          </p:cNvPr>
          <p:cNvSpPr/>
          <p:nvPr/>
        </p:nvSpPr>
        <p:spPr>
          <a:xfrm>
            <a:off x="17678400" y="9158288"/>
            <a:ext cx="439738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Rounded Rectangle">
            <a:extLst>
              <a:ext uri="{FF2B5EF4-FFF2-40B4-BE49-F238E27FC236}">
                <a16:creationId xmlns:a16="http://schemas.microsoft.com/office/drawing/2014/main" id="{C4DE6459-E752-7A15-76C6-4EBABB833241}"/>
              </a:ext>
            </a:extLst>
          </p:cNvPr>
          <p:cNvSpPr/>
          <p:nvPr/>
        </p:nvSpPr>
        <p:spPr>
          <a:xfrm>
            <a:off x="18400713" y="9158288"/>
            <a:ext cx="439737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96" name="Freeform 7">
            <a:extLst>
              <a:ext uri="{FF2B5EF4-FFF2-40B4-BE49-F238E27FC236}">
                <a16:creationId xmlns:a16="http://schemas.microsoft.com/office/drawing/2014/main" id="{F67C7000-9862-CBE1-6001-239C4736E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70213" y="9575800"/>
            <a:ext cx="3559175" cy="1938338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  <a:headEnd/>
            <a:tailEnd/>
          </a:ln>
        </p:spPr>
        <p:txBody>
          <a:bodyPr lIns="45719" tIns="45719" rIns="45719" b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6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897" name="Rectangle">
            <a:extLst>
              <a:ext uri="{FF2B5EF4-FFF2-40B4-BE49-F238E27FC236}">
                <a16:creationId xmlns:a16="http://schemas.microsoft.com/office/drawing/2014/main" id="{5011AAB6-23EC-5523-2A8C-D90D35EEE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8625" y="10375900"/>
            <a:ext cx="3562350" cy="11557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951" name="TextBox 8">
            <a:extLst>
              <a:ext uri="{FF2B5EF4-FFF2-40B4-BE49-F238E27FC236}">
                <a16:creationId xmlns:a16="http://schemas.microsoft.com/office/drawing/2014/main" id="{3144C489-E540-A81B-2E91-B83EC06359D6}"/>
              </a:ext>
            </a:extLst>
          </p:cNvPr>
          <p:cNvSpPr txBox="1"/>
          <p:nvPr/>
        </p:nvSpPr>
        <p:spPr>
          <a:xfrm>
            <a:off x="15774988" y="10529888"/>
            <a:ext cx="3362325" cy="84613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/>
          <a:p>
            <a:pPr marL="293914" indent="-293914" defTabSz="1285875" eaLnBrk="1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 sz="1800" b="1" cap="all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b="1" kern="0" cap="all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Academy players: 50%*</a:t>
            </a:r>
          </a:p>
          <a:p>
            <a:pPr marL="339131" indent="-339131" defTabSz="1285875" eaLnBrk="1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 sz="1800" b="1" i="1" cap="all">
                <a:solidFill>
                  <a:schemeClr val="accent4">
                    <a:hueOff val="-858837"/>
                    <a:lumOff val="-9791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b="1" i="1" kern="0" cap="all">
                <a:solidFill>
                  <a:schemeClr val="accent4">
                    <a:hueOff val="-858837"/>
                    <a:lumOff val="-9791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Competitieminuten: 38%</a:t>
            </a:r>
          </a:p>
        </p:txBody>
      </p:sp>
      <p:sp>
        <p:nvSpPr>
          <p:cNvPr id="952" name="TextBox 16">
            <a:extLst>
              <a:ext uri="{FF2B5EF4-FFF2-40B4-BE49-F238E27FC236}">
                <a16:creationId xmlns:a16="http://schemas.microsoft.com/office/drawing/2014/main" id="{7F89BBBE-34F1-11BE-ED8D-42541B771B29}"/>
              </a:ext>
            </a:extLst>
          </p:cNvPr>
          <p:cNvSpPr txBox="1"/>
          <p:nvPr/>
        </p:nvSpPr>
        <p:spPr>
          <a:xfrm>
            <a:off x="15774988" y="9569450"/>
            <a:ext cx="3349625" cy="70643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Goal 3</a:t>
            </a:r>
          </a:p>
        </p:txBody>
      </p:sp>
      <p:sp>
        <p:nvSpPr>
          <p:cNvPr id="953" name="**Minimaal 3 jaar in de academy…">
            <a:extLst>
              <a:ext uri="{FF2B5EF4-FFF2-40B4-BE49-F238E27FC236}">
                <a16:creationId xmlns:a16="http://schemas.microsoft.com/office/drawing/2014/main" id="{FE1F5F01-A4E7-E068-0100-0291CF225F37}"/>
              </a:ext>
            </a:extLst>
          </p:cNvPr>
          <p:cNvSpPr txBox="1"/>
          <p:nvPr/>
        </p:nvSpPr>
        <p:spPr>
          <a:xfrm>
            <a:off x="458788" y="12996863"/>
            <a:ext cx="4843462" cy="4445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defTabSz="1285875" eaLnBrk="1" fontAlgn="auto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Font typeface="Gill Sans"/>
              <a:buNone/>
              <a:defRPr sz="1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600" b="1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**Minimaal 3 jaar in de academy</a:t>
            </a:r>
          </a:p>
          <a:p>
            <a:pPr defTabSz="1285875" eaLnBrk="1" fontAlgn="auto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Font typeface="Gill Sans"/>
              <a:buNone/>
              <a:defRPr sz="12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200" b="1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(Stan, Mees, Kevin, Danny, Nick, Sheddy, TJemme, Ilias)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8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Box 11">
            <a:extLst>
              <a:ext uri="{FF2B5EF4-FFF2-40B4-BE49-F238E27FC236}">
                <a16:creationId xmlns:a16="http://schemas.microsoft.com/office/drawing/2014/main" id="{3093B0D9-ABD0-1804-09A5-85654EA7F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6938" y="2190750"/>
            <a:ext cx="368617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37891" name="TextBox 37">
            <a:extLst>
              <a:ext uri="{FF2B5EF4-FFF2-40B4-BE49-F238E27FC236}">
                <a16:creationId xmlns:a16="http://schemas.microsoft.com/office/drawing/2014/main" id="{16960EAA-8685-A5C7-9B79-A738A628EE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2188" y="839788"/>
            <a:ext cx="4441825" cy="65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ts val="5200"/>
              </a:lnSpc>
              <a:spcBef>
                <a:spcPct val="0"/>
              </a:spcBef>
            </a:pPr>
            <a:r>
              <a:rPr lang="LID4096" altLang="LID4096" sz="4500" b="1">
                <a:solidFill>
                  <a:srgbClr val="FFFFFF"/>
                </a:solidFill>
                <a:latin typeface="Cabin Bold" charset="0"/>
                <a:ea typeface="Cabin Bold" charset="0"/>
                <a:cs typeface="Cabin Bold" charset="0"/>
                <a:sym typeface="Cabin Bold" charset="0"/>
              </a:rPr>
              <a:t>Player name</a:t>
            </a:r>
          </a:p>
        </p:txBody>
      </p:sp>
      <p:sp>
        <p:nvSpPr>
          <p:cNvPr id="37892" name="TextBox 23">
            <a:extLst>
              <a:ext uri="{FF2B5EF4-FFF2-40B4-BE49-F238E27FC236}">
                <a16:creationId xmlns:a16="http://schemas.microsoft.com/office/drawing/2014/main" id="{3D69BCBB-BC1A-B620-D80C-62C85ACCD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62613" y="584200"/>
            <a:ext cx="5468937" cy="322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140000"/>
              </a:lnSpc>
              <a:spcBef>
                <a:spcPct val="0"/>
              </a:spcBef>
            </a:pPr>
            <a:r>
              <a:rPr lang="LID4096" altLang="LID4096" sz="20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DD/MM/YYYY: Game / Training</a:t>
            </a:r>
          </a:p>
          <a:p>
            <a:pPr eaLnBrk="1">
              <a:lnSpc>
                <a:spcPct val="140000"/>
              </a:lnSpc>
              <a:spcBef>
                <a:spcPct val="0"/>
              </a:spcBef>
            </a:pPr>
            <a:r>
              <a:rPr lang="LID4096" altLang="LID4096" sz="20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DD/MM/YYYY: Game / Training</a:t>
            </a:r>
          </a:p>
          <a:p>
            <a:pPr eaLnBrk="1">
              <a:lnSpc>
                <a:spcPct val="140000"/>
              </a:lnSpc>
              <a:spcBef>
                <a:spcPct val="0"/>
              </a:spcBef>
            </a:pPr>
            <a:r>
              <a:rPr lang="LID4096" altLang="LID4096" sz="20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DD/MM/YYYY: Game / Training</a:t>
            </a:r>
          </a:p>
          <a:p>
            <a:pPr eaLnBrk="1">
              <a:lnSpc>
                <a:spcPct val="140000"/>
              </a:lnSpc>
              <a:spcBef>
                <a:spcPct val="0"/>
              </a:spcBef>
            </a:pPr>
            <a:r>
              <a:rPr lang="LID4096" altLang="LID4096" sz="20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DD/MM/YYYY: Game / Training</a:t>
            </a:r>
          </a:p>
          <a:p>
            <a:pPr eaLnBrk="1">
              <a:lnSpc>
                <a:spcPct val="140000"/>
              </a:lnSpc>
              <a:spcBef>
                <a:spcPct val="0"/>
              </a:spcBef>
            </a:pPr>
            <a:r>
              <a:rPr lang="LID4096" altLang="LID4096" sz="20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DD/MM/YYYY: Game / Training</a:t>
            </a:r>
          </a:p>
          <a:p>
            <a:pPr eaLnBrk="1">
              <a:lnSpc>
                <a:spcPct val="140000"/>
              </a:lnSpc>
              <a:spcBef>
                <a:spcPct val="0"/>
              </a:spcBef>
            </a:pPr>
            <a:r>
              <a:rPr lang="LID4096" altLang="LID4096" sz="20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DD/MM/YYYY: Game / Training</a:t>
            </a:r>
          </a:p>
          <a:p>
            <a:pPr eaLnBrk="1">
              <a:lnSpc>
                <a:spcPct val="140000"/>
              </a:lnSpc>
              <a:spcBef>
                <a:spcPct val="0"/>
              </a:spcBef>
            </a:pPr>
            <a:r>
              <a:rPr lang="LID4096" altLang="LID4096" sz="20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DD/MM/YYYY: Game / Training</a:t>
            </a:r>
          </a:p>
        </p:txBody>
      </p:sp>
      <p:sp>
        <p:nvSpPr>
          <p:cNvPr id="37893" name="TextBox 11">
            <a:extLst>
              <a:ext uri="{FF2B5EF4-FFF2-40B4-BE49-F238E27FC236}">
                <a16:creationId xmlns:a16="http://schemas.microsoft.com/office/drawing/2014/main" id="{9373D4F2-EF82-C9CE-CEBE-587C0DAD3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6463" y="2944813"/>
            <a:ext cx="3686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37894" name="TextBox 11">
            <a:extLst>
              <a:ext uri="{FF2B5EF4-FFF2-40B4-BE49-F238E27FC236}">
                <a16:creationId xmlns:a16="http://schemas.microsoft.com/office/drawing/2014/main" id="{D1CC4027-DA42-2641-0E23-85FFD91A7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3288" y="3702050"/>
            <a:ext cx="3686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37895" name="TextBox 11">
            <a:extLst>
              <a:ext uri="{FF2B5EF4-FFF2-40B4-BE49-F238E27FC236}">
                <a16:creationId xmlns:a16="http://schemas.microsoft.com/office/drawing/2014/main" id="{35E77742-4A15-BB5A-C7AD-EAA05F3C7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688" y="4459288"/>
            <a:ext cx="36861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37896" name="TextBox 11">
            <a:extLst>
              <a:ext uri="{FF2B5EF4-FFF2-40B4-BE49-F238E27FC236}">
                <a16:creationId xmlns:a16="http://schemas.microsoft.com/office/drawing/2014/main" id="{77C95FDE-05C5-ED0F-9227-60387E97F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688" y="5211763"/>
            <a:ext cx="36861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37897" name="TextBox 11">
            <a:extLst>
              <a:ext uri="{FF2B5EF4-FFF2-40B4-BE49-F238E27FC236}">
                <a16:creationId xmlns:a16="http://schemas.microsoft.com/office/drawing/2014/main" id="{95D84F34-07F4-E52B-7F42-035815E56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688" y="5945188"/>
            <a:ext cx="36861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37898" name="TextBox 11">
            <a:extLst>
              <a:ext uri="{FF2B5EF4-FFF2-40B4-BE49-F238E27FC236}">
                <a16:creationId xmlns:a16="http://schemas.microsoft.com/office/drawing/2014/main" id="{FDB4AEEB-2783-C2C2-2484-53EFC369B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688" y="6678613"/>
            <a:ext cx="3686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37899" name="TextBox 11">
            <a:extLst>
              <a:ext uri="{FF2B5EF4-FFF2-40B4-BE49-F238E27FC236}">
                <a16:creationId xmlns:a16="http://schemas.microsoft.com/office/drawing/2014/main" id="{C430E419-B34A-9553-F9CB-114D5EB1E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4575" y="1089025"/>
            <a:ext cx="21510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37900" name="TextBox 11">
            <a:extLst>
              <a:ext uri="{FF2B5EF4-FFF2-40B4-BE49-F238E27FC236}">
                <a16:creationId xmlns:a16="http://schemas.microsoft.com/office/drawing/2014/main" id="{2B5E09D1-540D-C46A-053B-4C728F6890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4575" y="1806575"/>
            <a:ext cx="2151063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37901" name="TextBox 11">
            <a:extLst>
              <a:ext uri="{FF2B5EF4-FFF2-40B4-BE49-F238E27FC236}">
                <a16:creationId xmlns:a16="http://schemas.microsoft.com/office/drawing/2014/main" id="{B480D71E-F918-C0B9-5009-B034BA172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4575" y="2611438"/>
            <a:ext cx="2151063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37902" name="TextBox 11">
            <a:extLst>
              <a:ext uri="{FF2B5EF4-FFF2-40B4-BE49-F238E27FC236}">
                <a16:creationId xmlns:a16="http://schemas.microsoft.com/office/drawing/2014/main" id="{F88F7BDA-4E1C-1E2A-60B4-3B3FCCADC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4575" y="3370263"/>
            <a:ext cx="2151063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37903" name="TextBox 11">
            <a:extLst>
              <a:ext uri="{FF2B5EF4-FFF2-40B4-BE49-F238E27FC236}">
                <a16:creationId xmlns:a16="http://schemas.microsoft.com/office/drawing/2014/main" id="{1F0E182A-9B20-68D9-8AE1-3168D91D5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87413" y="1089025"/>
            <a:ext cx="2152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37904" name="TextBox 11">
            <a:extLst>
              <a:ext uri="{FF2B5EF4-FFF2-40B4-BE49-F238E27FC236}">
                <a16:creationId xmlns:a16="http://schemas.microsoft.com/office/drawing/2014/main" id="{695AB95C-E43E-5AB2-949C-1659B2048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87413" y="1806575"/>
            <a:ext cx="215265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37905" name="TextBox 11">
            <a:extLst>
              <a:ext uri="{FF2B5EF4-FFF2-40B4-BE49-F238E27FC236}">
                <a16:creationId xmlns:a16="http://schemas.microsoft.com/office/drawing/2014/main" id="{F20E5FBD-7673-A713-4309-CFD5303DC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87413" y="2611438"/>
            <a:ext cx="21526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37906" name="TextBox 11">
            <a:extLst>
              <a:ext uri="{FF2B5EF4-FFF2-40B4-BE49-F238E27FC236}">
                <a16:creationId xmlns:a16="http://schemas.microsoft.com/office/drawing/2014/main" id="{E83839C9-8AFA-361B-4B62-A23121E1B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87413" y="3370263"/>
            <a:ext cx="21526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37907" name="xxxx">
            <a:extLst>
              <a:ext uri="{FF2B5EF4-FFF2-40B4-BE49-F238E27FC236}">
                <a16:creationId xmlns:a16="http://schemas.microsoft.com/office/drawing/2014/main" id="{60F30BD7-5AD2-E8DE-A931-D91B00B1D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42150" y="9664700"/>
            <a:ext cx="3576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60959" tIns="60959" rIns="60959" bIns="60959" anchor="ctr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ts val="2100"/>
              </a:lnSpc>
              <a:spcBef>
                <a:spcPct val="0"/>
              </a:spcBef>
            </a:pPr>
            <a:r>
              <a:rPr lang="LID4096" altLang="LID4096" sz="2000" b="1">
                <a:latin typeface="Cabin Medium" charset="0"/>
                <a:ea typeface="Cabin Medium" charset="0"/>
                <a:cs typeface="Cabin Medium" charset="0"/>
                <a:sym typeface="Cabin Medium" charset="0"/>
              </a:rPr>
              <a:t>xxxx</a:t>
            </a:r>
          </a:p>
        </p:txBody>
      </p:sp>
      <p:sp>
        <p:nvSpPr>
          <p:cNvPr id="37908" name="xxxx">
            <a:extLst>
              <a:ext uri="{FF2B5EF4-FFF2-40B4-BE49-F238E27FC236}">
                <a16:creationId xmlns:a16="http://schemas.microsoft.com/office/drawing/2014/main" id="{AFABF4DC-9748-5AF6-F0C4-2DA17A347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42150" y="10420350"/>
            <a:ext cx="3576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60959" tIns="60959" rIns="60959" bIns="60959" anchor="ctr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ts val="2100"/>
              </a:lnSpc>
              <a:spcBef>
                <a:spcPct val="0"/>
              </a:spcBef>
            </a:pPr>
            <a:r>
              <a:rPr lang="LID4096" altLang="LID4096" sz="2000" b="1">
                <a:latin typeface="Cabin Medium" charset="0"/>
                <a:ea typeface="Cabin Medium" charset="0"/>
                <a:cs typeface="Cabin Medium" charset="0"/>
                <a:sym typeface="Cabin Medium" charset="0"/>
              </a:rPr>
              <a:t>xxxx</a:t>
            </a:r>
          </a:p>
        </p:txBody>
      </p:sp>
      <p:sp>
        <p:nvSpPr>
          <p:cNvPr id="37909" name="xxxx">
            <a:extLst>
              <a:ext uri="{FF2B5EF4-FFF2-40B4-BE49-F238E27FC236}">
                <a16:creationId xmlns:a16="http://schemas.microsoft.com/office/drawing/2014/main" id="{8A168F13-054C-CB10-EEDE-AA7FCEF63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42150" y="11198225"/>
            <a:ext cx="3576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60959" tIns="60959" rIns="60959" bIns="60959" anchor="ctr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ts val="2100"/>
              </a:lnSpc>
              <a:spcBef>
                <a:spcPct val="0"/>
              </a:spcBef>
            </a:pPr>
            <a:r>
              <a:rPr lang="LID4096" altLang="LID4096" sz="2000" b="1">
                <a:latin typeface="Cabin Medium" charset="0"/>
                <a:ea typeface="Cabin Medium" charset="0"/>
                <a:cs typeface="Cabin Medium" charset="0"/>
                <a:sym typeface="Cabin Medium" charset="0"/>
              </a:rPr>
              <a:t>xxxx</a:t>
            </a:r>
          </a:p>
        </p:txBody>
      </p:sp>
      <p:sp>
        <p:nvSpPr>
          <p:cNvPr id="37910" name="xxxx">
            <a:extLst>
              <a:ext uri="{FF2B5EF4-FFF2-40B4-BE49-F238E27FC236}">
                <a16:creationId xmlns:a16="http://schemas.microsoft.com/office/drawing/2014/main" id="{94ACC7D8-E1AC-1C96-85F5-BAFF906BC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53263" y="11925300"/>
            <a:ext cx="3578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60959" tIns="60959" rIns="60959" bIns="60959" anchor="ctr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ts val="2100"/>
              </a:lnSpc>
              <a:spcBef>
                <a:spcPct val="0"/>
              </a:spcBef>
            </a:pPr>
            <a:r>
              <a:rPr lang="LID4096" altLang="LID4096" sz="2000" b="1">
                <a:latin typeface="Cabin Medium" charset="0"/>
                <a:ea typeface="Cabin Medium" charset="0"/>
                <a:cs typeface="Cabin Medium" charset="0"/>
                <a:sym typeface="Cabin Medium" charset="0"/>
              </a:rPr>
              <a:t>xxxx</a:t>
            </a:r>
          </a:p>
        </p:txBody>
      </p:sp>
      <p:sp>
        <p:nvSpPr>
          <p:cNvPr id="37911" name="xxxx">
            <a:extLst>
              <a:ext uri="{FF2B5EF4-FFF2-40B4-BE49-F238E27FC236}">
                <a16:creationId xmlns:a16="http://schemas.microsoft.com/office/drawing/2014/main" id="{79A33FA7-8F6E-14A6-2C99-883F79B9C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53263" y="12652375"/>
            <a:ext cx="3578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60959" tIns="60959" rIns="60959" bIns="60959" anchor="ctr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ts val="2100"/>
              </a:lnSpc>
              <a:spcBef>
                <a:spcPct val="0"/>
              </a:spcBef>
            </a:pPr>
            <a:r>
              <a:rPr lang="LID4096" altLang="LID4096" sz="2000" b="1">
                <a:latin typeface="Cabin Medium" charset="0"/>
                <a:ea typeface="Cabin Medium" charset="0"/>
                <a:cs typeface="Cabin Medium" charset="0"/>
                <a:sym typeface="Cabin Medium" charset="0"/>
              </a:rPr>
              <a:t>xxxx</a:t>
            </a:r>
          </a:p>
        </p:txBody>
      </p:sp>
      <p:sp>
        <p:nvSpPr>
          <p:cNvPr id="977" name="TextBox 31">
            <a:extLst>
              <a:ext uri="{FF2B5EF4-FFF2-40B4-BE49-F238E27FC236}">
                <a16:creationId xmlns:a16="http://schemas.microsoft.com/office/drawing/2014/main" id="{B22A75BA-1971-7D72-6C71-6742C47D3B60}"/>
              </a:ext>
            </a:extLst>
          </p:cNvPr>
          <p:cNvSpPr txBox="1"/>
          <p:nvPr/>
        </p:nvSpPr>
        <p:spPr>
          <a:xfrm>
            <a:off x="8032750" y="9220200"/>
            <a:ext cx="7939088" cy="3429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defTabSz="1285875" eaLnBrk="1" fontAlgn="auto"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endParaRPr sz="2000" kern="0">
              <a:solidFill>
                <a:srgbClr val="FFFFFF"/>
              </a:solidFill>
              <a:uFill>
                <a:solidFill>
                  <a:srgbClr val="525252"/>
                </a:solidFill>
              </a:uFill>
              <a:latin typeface="Avenir Next Condensed Regular"/>
              <a:ea typeface="Avenir Next Condensed Regular"/>
              <a:cs typeface="Avenir Next Condensed Regular"/>
              <a:sym typeface="Avenir Next Condensed Regular"/>
            </a:endParaRPr>
          </a:p>
        </p:txBody>
      </p:sp>
      <p:sp>
        <p:nvSpPr>
          <p:cNvPr id="37913" name="TextBox 11">
            <a:extLst>
              <a:ext uri="{FF2B5EF4-FFF2-40B4-BE49-F238E27FC236}">
                <a16:creationId xmlns:a16="http://schemas.microsoft.com/office/drawing/2014/main" id="{2A07B4D4-25CF-912E-76FF-85A19F71E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688" y="7434263"/>
            <a:ext cx="36861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37914" name="TextBox 11">
            <a:extLst>
              <a:ext uri="{FF2B5EF4-FFF2-40B4-BE49-F238E27FC236}">
                <a16:creationId xmlns:a16="http://schemas.microsoft.com/office/drawing/2014/main" id="{364915DD-5CA1-F5ED-0D89-89BA87525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688" y="8147050"/>
            <a:ext cx="368617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37915" name="xx">
            <a:extLst>
              <a:ext uri="{FF2B5EF4-FFF2-40B4-BE49-F238E27FC236}">
                <a16:creationId xmlns:a16="http://schemas.microsoft.com/office/drawing/2014/main" id="{4AD5ADB4-6BEF-0EC2-AEE1-AE00812EA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5119688"/>
            <a:ext cx="2857500" cy="28575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  <a:headEnd/>
            <a:tailEnd/>
          </a:ln>
        </p:spPr>
        <p:txBody>
          <a:bodyPr lIns="0" tIns="0" rIns="0" bIns="0" anchor="ctr"/>
          <a:lstStyle>
            <a:lvl1pPr defTabSz="1154113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154113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154113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154113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154113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154113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154113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154113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154113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87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xx</a:t>
            </a:r>
          </a:p>
        </p:txBody>
      </p:sp>
      <p:sp>
        <p:nvSpPr>
          <p:cNvPr id="37916" name="xx%">
            <a:extLst>
              <a:ext uri="{FF2B5EF4-FFF2-40B4-BE49-F238E27FC236}">
                <a16:creationId xmlns:a16="http://schemas.microsoft.com/office/drawing/2014/main" id="{E51A15C7-9BD8-6328-143A-3FE7BAF28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95238" y="5124450"/>
            <a:ext cx="2857500" cy="28575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  <a:headEnd/>
            <a:tailEnd/>
          </a:ln>
        </p:spPr>
        <p:txBody>
          <a:bodyPr lIns="0" tIns="0" rIns="0" bIns="0" anchor="ctr"/>
          <a:lstStyle>
            <a:lvl1pPr defTabSz="1154113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154113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154113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154113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154113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154113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154113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154113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154113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87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xx%</a:t>
            </a:r>
          </a:p>
        </p:txBody>
      </p:sp>
      <p:sp>
        <p:nvSpPr>
          <p:cNvPr id="982" name="DATE: DD-MM-JJJJ">
            <a:extLst>
              <a:ext uri="{FF2B5EF4-FFF2-40B4-BE49-F238E27FC236}">
                <a16:creationId xmlns:a16="http://schemas.microsoft.com/office/drawing/2014/main" id="{6BC4A83D-E58A-2D03-E554-AB3DF7A78D62}"/>
              </a:ext>
            </a:extLst>
          </p:cNvPr>
          <p:cNvSpPr txBox="1"/>
          <p:nvPr/>
        </p:nvSpPr>
        <p:spPr>
          <a:xfrm>
            <a:off x="4875213" y="268288"/>
            <a:ext cx="2678112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0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DATE: DD-MM-JJJJ</a:t>
            </a:r>
          </a:p>
        </p:txBody>
      </p:sp>
      <p:sp>
        <p:nvSpPr>
          <p:cNvPr id="983" name="Wendbaarheid">
            <a:extLst>
              <a:ext uri="{FF2B5EF4-FFF2-40B4-BE49-F238E27FC236}">
                <a16:creationId xmlns:a16="http://schemas.microsoft.com/office/drawing/2014/main" id="{BF135763-A9A8-39A8-21E3-BACA9CF9CBD0}"/>
              </a:ext>
            </a:extLst>
          </p:cNvPr>
          <p:cNvSpPr txBox="1"/>
          <p:nvPr/>
        </p:nvSpPr>
        <p:spPr>
          <a:xfrm>
            <a:off x="16838613" y="7313613"/>
            <a:ext cx="2870200" cy="3429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00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Wendbaarheid</a:t>
            </a:r>
          </a:p>
        </p:txBody>
      </p:sp>
      <p:sp>
        <p:nvSpPr>
          <p:cNvPr id="984" name="Uithoudingsvermogen">
            <a:extLst>
              <a:ext uri="{FF2B5EF4-FFF2-40B4-BE49-F238E27FC236}">
                <a16:creationId xmlns:a16="http://schemas.microsoft.com/office/drawing/2014/main" id="{0AE2FB17-E7AA-5910-4FA9-8CACB319B1EF}"/>
              </a:ext>
            </a:extLst>
          </p:cNvPr>
          <p:cNvSpPr txBox="1"/>
          <p:nvPr/>
        </p:nvSpPr>
        <p:spPr>
          <a:xfrm>
            <a:off x="16856075" y="6807200"/>
            <a:ext cx="2517775" cy="3429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00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Uithoudingsvermogen</a:t>
            </a:r>
          </a:p>
        </p:txBody>
      </p:sp>
      <p:sp>
        <p:nvSpPr>
          <p:cNvPr id="985" name="Snelheid">
            <a:extLst>
              <a:ext uri="{FF2B5EF4-FFF2-40B4-BE49-F238E27FC236}">
                <a16:creationId xmlns:a16="http://schemas.microsoft.com/office/drawing/2014/main" id="{E89E9144-191E-B214-F173-43834AE588BD}"/>
              </a:ext>
            </a:extLst>
          </p:cNvPr>
          <p:cNvSpPr txBox="1"/>
          <p:nvPr/>
        </p:nvSpPr>
        <p:spPr>
          <a:xfrm>
            <a:off x="16856075" y="6289675"/>
            <a:ext cx="2139950" cy="3429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00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Snelheid</a:t>
            </a:r>
          </a:p>
        </p:txBody>
      </p:sp>
      <p:sp>
        <p:nvSpPr>
          <p:cNvPr id="986" name="Dribbelen met bal">
            <a:extLst>
              <a:ext uri="{FF2B5EF4-FFF2-40B4-BE49-F238E27FC236}">
                <a16:creationId xmlns:a16="http://schemas.microsoft.com/office/drawing/2014/main" id="{0E458751-CB09-6CF2-D4A8-A0AEA479FD79}"/>
              </a:ext>
            </a:extLst>
          </p:cNvPr>
          <p:cNvSpPr txBox="1"/>
          <p:nvPr/>
        </p:nvSpPr>
        <p:spPr>
          <a:xfrm>
            <a:off x="16856075" y="5745163"/>
            <a:ext cx="2139950" cy="3429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00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Dribbelen met bal</a:t>
            </a:r>
          </a:p>
        </p:txBody>
      </p:sp>
      <p:sp>
        <p:nvSpPr>
          <p:cNvPr id="987" name="Voorzetten">
            <a:extLst>
              <a:ext uri="{FF2B5EF4-FFF2-40B4-BE49-F238E27FC236}">
                <a16:creationId xmlns:a16="http://schemas.microsoft.com/office/drawing/2014/main" id="{7816B74D-CFE3-7478-4892-6E4DA7E73AD9}"/>
              </a:ext>
            </a:extLst>
          </p:cNvPr>
          <p:cNvSpPr txBox="1"/>
          <p:nvPr/>
        </p:nvSpPr>
        <p:spPr>
          <a:xfrm>
            <a:off x="16856075" y="5214938"/>
            <a:ext cx="2517775" cy="3429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00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Voorzetten</a:t>
            </a:r>
          </a:p>
        </p:txBody>
      </p:sp>
      <p:sp>
        <p:nvSpPr>
          <p:cNvPr id="988" name="Overlap/underlap">
            <a:extLst>
              <a:ext uri="{FF2B5EF4-FFF2-40B4-BE49-F238E27FC236}">
                <a16:creationId xmlns:a16="http://schemas.microsoft.com/office/drawing/2014/main" id="{E6F0C984-4C16-B450-896A-4FCC3A7102F6}"/>
              </a:ext>
            </a:extLst>
          </p:cNvPr>
          <p:cNvSpPr txBox="1"/>
          <p:nvPr/>
        </p:nvSpPr>
        <p:spPr>
          <a:xfrm>
            <a:off x="16856075" y="4730750"/>
            <a:ext cx="2139950" cy="3429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00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Overlap/underlap</a:t>
            </a:r>
          </a:p>
        </p:txBody>
      </p:sp>
      <p:sp>
        <p:nvSpPr>
          <p:cNvPr id="989" name="Star">
            <a:extLst>
              <a:ext uri="{FF2B5EF4-FFF2-40B4-BE49-F238E27FC236}">
                <a16:creationId xmlns:a16="http://schemas.microsoft.com/office/drawing/2014/main" id="{474A2756-5CE1-7B14-7220-E94E59F429DF}"/>
              </a:ext>
            </a:extLst>
          </p:cNvPr>
          <p:cNvSpPr/>
          <p:nvPr/>
        </p:nvSpPr>
        <p:spPr>
          <a:xfrm>
            <a:off x="20512088" y="7294563"/>
            <a:ext cx="296862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90" name="Star">
            <a:extLst>
              <a:ext uri="{FF2B5EF4-FFF2-40B4-BE49-F238E27FC236}">
                <a16:creationId xmlns:a16="http://schemas.microsoft.com/office/drawing/2014/main" id="{7FC5486F-CB5B-BBBB-CEF5-BD6229917E68}"/>
              </a:ext>
            </a:extLst>
          </p:cNvPr>
          <p:cNvSpPr/>
          <p:nvPr/>
        </p:nvSpPr>
        <p:spPr>
          <a:xfrm>
            <a:off x="20851813" y="7294563"/>
            <a:ext cx="296862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91" name="Star">
            <a:extLst>
              <a:ext uri="{FF2B5EF4-FFF2-40B4-BE49-F238E27FC236}">
                <a16:creationId xmlns:a16="http://schemas.microsoft.com/office/drawing/2014/main" id="{8FF911F1-D850-A0EB-45B9-CD22FC5242A2}"/>
              </a:ext>
            </a:extLst>
          </p:cNvPr>
          <p:cNvSpPr/>
          <p:nvPr/>
        </p:nvSpPr>
        <p:spPr>
          <a:xfrm>
            <a:off x="21189950" y="7294563"/>
            <a:ext cx="296863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92" name="Star">
            <a:extLst>
              <a:ext uri="{FF2B5EF4-FFF2-40B4-BE49-F238E27FC236}">
                <a16:creationId xmlns:a16="http://schemas.microsoft.com/office/drawing/2014/main" id="{EB59408E-27E0-8F57-908C-3EC1A6059068}"/>
              </a:ext>
            </a:extLst>
          </p:cNvPr>
          <p:cNvSpPr/>
          <p:nvPr/>
        </p:nvSpPr>
        <p:spPr>
          <a:xfrm>
            <a:off x="21528088" y="7294563"/>
            <a:ext cx="296862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93" name="Star">
            <a:extLst>
              <a:ext uri="{FF2B5EF4-FFF2-40B4-BE49-F238E27FC236}">
                <a16:creationId xmlns:a16="http://schemas.microsoft.com/office/drawing/2014/main" id="{828F8FE2-279A-F8F0-4489-67210ECEF4DA}"/>
              </a:ext>
            </a:extLst>
          </p:cNvPr>
          <p:cNvSpPr/>
          <p:nvPr/>
        </p:nvSpPr>
        <p:spPr>
          <a:xfrm>
            <a:off x="21861463" y="7294563"/>
            <a:ext cx="298450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94" name="Star">
            <a:extLst>
              <a:ext uri="{FF2B5EF4-FFF2-40B4-BE49-F238E27FC236}">
                <a16:creationId xmlns:a16="http://schemas.microsoft.com/office/drawing/2014/main" id="{288AB5B3-45A8-2F4F-13E8-9775D36DE229}"/>
              </a:ext>
            </a:extLst>
          </p:cNvPr>
          <p:cNvSpPr/>
          <p:nvPr/>
        </p:nvSpPr>
        <p:spPr>
          <a:xfrm>
            <a:off x="22201188" y="7294563"/>
            <a:ext cx="296862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95" name="Star">
            <a:extLst>
              <a:ext uri="{FF2B5EF4-FFF2-40B4-BE49-F238E27FC236}">
                <a16:creationId xmlns:a16="http://schemas.microsoft.com/office/drawing/2014/main" id="{53C7D784-7F3F-763C-BECC-5460241F9448}"/>
              </a:ext>
            </a:extLst>
          </p:cNvPr>
          <p:cNvSpPr/>
          <p:nvPr/>
        </p:nvSpPr>
        <p:spPr>
          <a:xfrm>
            <a:off x="22539325" y="7294563"/>
            <a:ext cx="296863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96" name="Star">
            <a:extLst>
              <a:ext uri="{FF2B5EF4-FFF2-40B4-BE49-F238E27FC236}">
                <a16:creationId xmlns:a16="http://schemas.microsoft.com/office/drawing/2014/main" id="{A245C366-8E61-DD62-477E-5D3AF6757475}"/>
              </a:ext>
            </a:extLst>
          </p:cNvPr>
          <p:cNvSpPr/>
          <p:nvPr/>
        </p:nvSpPr>
        <p:spPr>
          <a:xfrm>
            <a:off x="22877463" y="7294563"/>
            <a:ext cx="296862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97" name="Star">
            <a:extLst>
              <a:ext uri="{FF2B5EF4-FFF2-40B4-BE49-F238E27FC236}">
                <a16:creationId xmlns:a16="http://schemas.microsoft.com/office/drawing/2014/main" id="{24B58E9F-3D58-3C48-9369-A800F7A05836}"/>
              </a:ext>
            </a:extLst>
          </p:cNvPr>
          <p:cNvSpPr/>
          <p:nvPr/>
        </p:nvSpPr>
        <p:spPr>
          <a:xfrm>
            <a:off x="23212425" y="7294563"/>
            <a:ext cx="296863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98" name="Star">
            <a:extLst>
              <a:ext uri="{FF2B5EF4-FFF2-40B4-BE49-F238E27FC236}">
                <a16:creationId xmlns:a16="http://schemas.microsoft.com/office/drawing/2014/main" id="{F8618D4F-C48E-6B7A-E4D8-E3ADCB139821}"/>
              </a:ext>
            </a:extLst>
          </p:cNvPr>
          <p:cNvSpPr/>
          <p:nvPr/>
        </p:nvSpPr>
        <p:spPr>
          <a:xfrm>
            <a:off x="23550563" y="7294563"/>
            <a:ext cx="296862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99" name="Star">
            <a:extLst>
              <a:ext uri="{FF2B5EF4-FFF2-40B4-BE49-F238E27FC236}">
                <a16:creationId xmlns:a16="http://schemas.microsoft.com/office/drawing/2014/main" id="{99F85F82-A904-820E-586B-59A0B190AD8E}"/>
              </a:ext>
            </a:extLst>
          </p:cNvPr>
          <p:cNvSpPr/>
          <p:nvPr/>
        </p:nvSpPr>
        <p:spPr>
          <a:xfrm>
            <a:off x="20516850" y="6789738"/>
            <a:ext cx="296863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00" name="Star">
            <a:extLst>
              <a:ext uri="{FF2B5EF4-FFF2-40B4-BE49-F238E27FC236}">
                <a16:creationId xmlns:a16="http://schemas.microsoft.com/office/drawing/2014/main" id="{50FEE945-71F4-AFC9-16BE-72C16E285A8E}"/>
              </a:ext>
            </a:extLst>
          </p:cNvPr>
          <p:cNvSpPr/>
          <p:nvPr/>
        </p:nvSpPr>
        <p:spPr>
          <a:xfrm>
            <a:off x="20854988" y="6789738"/>
            <a:ext cx="296862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01" name="Star">
            <a:extLst>
              <a:ext uri="{FF2B5EF4-FFF2-40B4-BE49-F238E27FC236}">
                <a16:creationId xmlns:a16="http://schemas.microsoft.com/office/drawing/2014/main" id="{1528EF2D-14FA-16B1-1EAD-ED7DD247815F}"/>
              </a:ext>
            </a:extLst>
          </p:cNvPr>
          <p:cNvSpPr/>
          <p:nvPr/>
        </p:nvSpPr>
        <p:spPr>
          <a:xfrm>
            <a:off x="21193125" y="6789738"/>
            <a:ext cx="296863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02" name="Star">
            <a:extLst>
              <a:ext uri="{FF2B5EF4-FFF2-40B4-BE49-F238E27FC236}">
                <a16:creationId xmlns:a16="http://schemas.microsoft.com/office/drawing/2014/main" id="{AFABF979-0A5E-813C-5AF7-DD5B3A3069E9}"/>
              </a:ext>
            </a:extLst>
          </p:cNvPr>
          <p:cNvSpPr/>
          <p:nvPr/>
        </p:nvSpPr>
        <p:spPr>
          <a:xfrm>
            <a:off x="21532850" y="6789738"/>
            <a:ext cx="296863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03" name="Star">
            <a:extLst>
              <a:ext uri="{FF2B5EF4-FFF2-40B4-BE49-F238E27FC236}">
                <a16:creationId xmlns:a16="http://schemas.microsoft.com/office/drawing/2014/main" id="{621CFF43-8299-62E7-CFA2-253518198BBC}"/>
              </a:ext>
            </a:extLst>
          </p:cNvPr>
          <p:cNvSpPr/>
          <p:nvPr/>
        </p:nvSpPr>
        <p:spPr>
          <a:xfrm>
            <a:off x="21866225" y="6789738"/>
            <a:ext cx="296863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04" name="Star">
            <a:extLst>
              <a:ext uri="{FF2B5EF4-FFF2-40B4-BE49-F238E27FC236}">
                <a16:creationId xmlns:a16="http://schemas.microsoft.com/office/drawing/2014/main" id="{6D4F769C-E1C1-80B1-C765-522DFB07D602}"/>
              </a:ext>
            </a:extLst>
          </p:cNvPr>
          <p:cNvSpPr/>
          <p:nvPr/>
        </p:nvSpPr>
        <p:spPr>
          <a:xfrm>
            <a:off x="22204363" y="6789738"/>
            <a:ext cx="296862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05" name="Star">
            <a:extLst>
              <a:ext uri="{FF2B5EF4-FFF2-40B4-BE49-F238E27FC236}">
                <a16:creationId xmlns:a16="http://schemas.microsoft.com/office/drawing/2014/main" id="{168336D8-9E30-587B-5C8C-4E5D3119E758}"/>
              </a:ext>
            </a:extLst>
          </p:cNvPr>
          <p:cNvSpPr/>
          <p:nvPr/>
        </p:nvSpPr>
        <p:spPr>
          <a:xfrm>
            <a:off x="22542500" y="6789738"/>
            <a:ext cx="298450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06" name="Star">
            <a:extLst>
              <a:ext uri="{FF2B5EF4-FFF2-40B4-BE49-F238E27FC236}">
                <a16:creationId xmlns:a16="http://schemas.microsoft.com/office/drawing/2014/main" id="{D60F7AC0-4A9F-114C-5638-786C03955EA7}"/>
              </a:ext>
            </a:extLst>
          </p:cNvPr>
          <p:cNvSpPr/>
          <p:nvPr/>
        </p:nvSpPr>
        <p:spPr>
          <a:xfrm>
            <a:off x="22882225" y="6789738"/>
            <a:ext cx="296863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07" name="Star">
            <a:extLst>
              <a:ext uri="{FF2B5EF4-FFF2-40B4-BE49-F238E27FC236}">
                <a16:creationId xmlns:a16="http://schemas.microsoft.com/office/drawing/2014/main" id="{9D427D79-ED26-6D12-EEC9-9C1B6E8A7BD9}"/>
              </a:ext>
            </a:extLst>
          </p:cNvPr>
          <p:cNvSpPr/>
          <p:nvPr/>
        </p:nvSpPr>
        <p:spPr>
          <a:xfrm>
            <a:off x="23215600" y="6789738"/>
            <a:ext cx="298450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08" name="Star">
            <a:extLst>
              <a:ext uri="{FF2B5EF4-FFF2-40B4-BE49-F238E27FC236}">
                <a16:creationId xmlns:a16="http://schemas.microsoft.com/office/drawing/2014/main" id="{F1913087-04A3-4554-F769-4C4A610B5FF6}"/>
              </a:ext>
            </a:extLst>
          </p:cNvPr>
          <p:cNvSpPr/>
          <p:nvPr/>
        </p:nvSpPr>
        <p:spPr>
          <a:xfrm>
            <a:off x="23555325" y="6789738"/>
            <a:ext cx="296863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09" name="Star">
            <a:extLst>
              <a:ext uri="{FF2B5EF4-FFF2-40B4-BE49-F238E27FC236}">
                <a16:creationId xmlns:a16="http://schemas.microsoft.com/office/drawing/2014/main" id="{19147E41-2DE6-2CBE-6DC6-BD87C346B3DE}"/>
              </a:ext>
            </a:extLst>
          </p:cNvPr>
          <p:cNvSpPr/>
          <p:nvPr/>
        </p:nvSpPr>
        <p:spPr>
          <a:xfrm>
            <a:off x="20521613" y="5743575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10" name="Star">
            <a:extLst>
              <a:ext uri="{FF2B5EF4-FFF2-40B4-BE49-F238E27FC236}">
                <a16:creationId xmlns:a16="http://schemas.microsoft.com/office/drawing/2014/main" id="{22065F50-E45C-A9BA-C294-9FE9598B6817}"/>
              </a:ext>
            </a:extLst>
          </p:cNvPr>
          <p:cNvSpPr/>
          <p:nvPr/>
        </p:nvSpPr>
        <p:spPr>
          <a:xfrm>
            <a:off x="20859750" y="5743575"/>
            <a:ext cx="296863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11" name="Star">
            <a:extLst>
              <a:ext uri="{FF2B5EF4-FFF2-40B4-BE49-F238E27FC236}">
                <a16:creationId xmlns:a16="http://schemas.microsoft.com/office/drawing/2014/main" id="{688120BE-112E-5585-A140-1C2FB2AADD31}"/>
              </a:ext>
            </a:extLst>
          </p:cNvPr>
          <p:cNvSpPr/>
          <p:nvPr/>
        </p:nvSpPr>
        <p:spPr>
          <a:xfrm>
            <a:off x="21199475" y="5743575"/>
            <a:ext cx="296863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12" name="Star">
            <a:extLst>
              <a:ext uri="{FF2B5EF4-FFF2-40B4-BE49-F238E27FC236}">
                <a16:creationId xmlns:a16="http://schemas.microsoft.com/office/drawing/2014/main" id="{F5E1B9C0-ACCB-7780-59A1-3C57D65E59CA}"/>
              </a:ext>
            </a:extLst>
          </p:cNvPr>
          <p:cNvSpPr/>
          <p:nvPr/>
        </p:nvSpPr>
        <p:spPr>
          <a:xfrm>
            <a:off x="21537613" y="5743575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13" name="Star">
            <a:extLst>
              <a:ext uri="{FF2B5EF4-FFF2-40B4-BE49-F238E27FC236}">
                <a16:creationId xmlns:a16="http://schemas.microsoft.com/office/drawing/2014/main" id="{F6083C93-9A4F-2BEE-193E-FD382492688E}"/>
              </a:ext>
            </a:extLst>
          </p:cNvPr>
          <p:cNvSpPr/>
          <p:nvPr/>
        </p:nvSpPr>
        <p:spPr>
          <a:xfrm>
            <a:off x="21870988" y="5743575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14" name="Star">
            <a:extLst>
              <a:ext uri="{FF2B5EF4-FFF2-40B4-BE49-F238E27FC236}">
                <a16:creationId xmlns:a16="http://schemas.microsoft.com/office/drawing/2014/main" id="{BEC050B4-6F22-A4FD-3B73-827083F2C4A3}"/>
              </a:ext>
            </a:extLst>
          </p:cNvPr>
          <p:cNvSpPr/>
          <p:nvPr/>
        </p:nvSpPr>
        <p:spPr>
          <a:xfrm>
            <a:off x="22209125" y="5743575"/>
            <a:ext cx="298450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15" name="Star">
            <a:extLst>
              <a:ext uri="{FF2B5EF4-FFF2-40B4-BE49-F238E27FC236}">
                <a16:creationId xmlns:a16="http://schemas.microsoft.com/office/drawing/2014/main" id="{85AC5F06-4F77-0D98-0687-7AA53B7A348B}"/>
              </a:ext>
            </a:extLst>
          </p:cNvPr>
          <p:cNvSpPr/>
          <p:nvPr/>
        </p:nvSpPr>
        <p:spPr>
          <a:xfrm>
            <a:off x="22548850" y="5743575"/>
            <a:ext cx="296863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16" name="Star">
            <a:extLst>
              <a:ext uri="{FF2B5EF4-FFF2-40B4-BE49-F238E27FC236}">
                <a16:creationId xmlns:a16="http://schemas.microsoft.com/office/drawing/2014/main" id="{352CD162-9E5A-747E-0A0F-90A3E1310A31}"/>
              </a:ext>
            </a:extLst>
          </p:cNvPr>
          <p:cNvSpPr/>
          <p:nvPr/>
        </p:nvSpPr>
        <p:spPr>
          <a:xfrm>
            <a:off x="22886988" y="5743575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17" name="Star">
            <a:extLst>
              <a:ext uri="{FF2B5EF4-FFF2-40B4-BE49-F238E27FC236}">
                <a16:creationId xmlns:a16="http://schemas.microsoft.com/office/drawing/2014/main" id="{04FF7661-3CB5-D2F7-FB49-49695C7CA5C4}"/>
              </a:ext>
            </a:extLst>
          </p:cNvPr>
          <p:cNvSpPr/>
          <p:nvPr/>
        </p:nvSpPr>
        <p:spPr>
          <a:xfrm>
            <a:off x="23221950" y="5743575"/>
            <a:ext cx="296863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18" name="Star">
            <a:extLst>
              <a:ext uri="{FF2B5EF4-FFF2-40B4-BE49-F238E27FC236}">
                <a16:creationId xmlns:a16="http://schemas.microsoft.com/office/drawing/2014/main" id="{ACB1E09E-EC9D-458D-6249-BF03C17BA487}"/>
              </a:ext>
            </a:extLst>
          </p:cNvPr>
          <p:cNvSpPr/>
          <p:nvPr/>
        </p:nvSpPr>
        <p:spPr>
          <a:xfrm>
            <a:off x="23560088" y="5743575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19" name="Star">
            <a:extLst>
              <a:ext uri="{FF2B5EF4-FFF2-40B4-BE49-F238E27FC236}">
                <a16:creationId xmlns:a16="http://schemas.microsoft.com/office/drawing/2014/main" id="{5965E263-925B-539C-B40C-3CAEA850950F}"/>
              </a:ext>
            </a:extLst>
          </p:cNvPr>
          <p:cNvSpPr/>
          <p:nvPr/>
        </p:nvSpPr>
        <p:spPr>
          <a:xfrm>
            <a:off x="20521613" y="6275388"/>
            <a:ext cx="296862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20" name="Star">
            <a:extLst>
              <a:ext uri="{FF2B5EF4-FFF2-40B4-BE49-F238E27FC236}">
                <a16:creationId xmlns:a16="http://schemas.microsoft.com/office/drawing/2014/main" id="{755200CF-7253-BA3A-8711-1CE308CD846B}"/>
              </a:ext>
            </a:extLst>
          </p:cNvPr>
          <p:cNvSpPr/>
          <p:nvPr/>
        </p:nvSpPr>
        <p:spPr>
          <a:xfrm>
            <a:off x="20859750" y="6275388"/>
            <a:ext cx="296863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21" name="Star">
            <a:extLst>
              <a:ext uri="{FF2B5EF4-FFF2-40B4-BE49-F238E27FC236}">
                <a16:creationId xmlns:a16="http://schemas.microsoft.com/office/drawing/2014/main" id="{80D68CED-69AA-EEC1-96BB-4CAD121C4868}"/>
              </a:ext>
            </a:extLst>
          </p:cNvPr>
          <p:cNvSpPr/>
          <p:nvPr/>
        </p:nvSpPr>
        <p:spPr>
          <a:xfrm>
            <a:off x="21199475" y="6275388"/>
            <a:ext cx="296863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22" name="Star">
            <a:extLst>
              <a:ext uri="{FF2B5EF4-FFF2-40B4-BE49-F238E27FC236}">
                <a16:creationId xmlns:a16="http://schemas.microsoft.com/office/drawing/2014/main" id="{373179C5-DB91-13F1-EF8C-B9402CD45FE5}"/>
              </a:ext>
            </a:extLst>
          </p:cNvPr>
          <p:cNvSpPr/>
          <p:nvPr/>
        </p:nvSpPr>
        <p:spPr>
          <a:xfrm>
            <a:off x="21537613" y="6275388"/>
            <a:ext cx="296862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23" name="Star">
            <a:extLst>
              <a:ext uri="{FF2B5EF4-FFF2-40B4-BE49-F238E27FC236}">
                <a16:creationId xmlns:a16="http://schemas.microsoft.com/office/drawing/2014/main" id="{822B3E75-6A5F-A1AD-605C-4AFAD11FCD89}"/>
              </a:ext>
            </a:extLst>
          </p:cNvPr>
          <p:cNvSpPr/>
          <p:nvPr/>
        </p:nvSpPr>
        <p:spPr>
          <a:xfrm>
            <a:off x="21870988" y="6275388"/>
            <a:ext cx="296862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24" name="Star">
            <a:extLst>
              <a:ext uri="{FF2B5EF4-FFF2-40B4-BE49-F238E27FC236}">
                <a16:creationId xmlns:a16="http://schemas.microsoft.com/office/drawing/2014/main" id="{266FD3B3-D524-9C45-BDC9-7D98E9FA382C}"/>
              </a:ext>
            </a:extLst>
          </p:cNvPr>
          <p:cNvSpPr/>
          <p:nvPr/>
        </p:nvSpPr>
        <p:spPr>
          <a:xfrm>
            <a:off x="22209125" y="6275388"/>
            <a:ext cx="298450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25" name="Star">
            <a:extLst>
              <a:ext uri="{FF2B5EF4-FFF2-40B4-BE49-F238E27FC236}">
                <a16:creationId xmlns:a16="http://schemas.microsoft.com/office/drawing/2014/main" id="{0CC389B8-6E56-EDDD-F083-79C8F8BE369D}"/>
              </a:ext>
            </a:extLst>
          </p:cNvPr>
          <p:cNvSpPr/>
          <p:nvPr/>
        </p:nvSpPr>
        <p:spPr>
          <a:xfrm>
            <a:off x="22548850" y="6275388"/>
            <a:ext cx="296863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26" name="Star">
            <a:extLst>
              <a:ext uri="{FF2B5EF4-FFF2-40B4-BE49-F238E27FC236}">
                <a16:creationId xmlns:a16="http://schemas.microsoft.com/office/drawing/2014/main" id="{21279938-9098-34E0-B95A-82A6F85E6083}"/>
              </a:ext>
            </a:extLst>
          </p:cNvPr>
          <p:cNvSpPr/>
          <p:nvPr/>
        </p:nvSpPr>
        <p:spPr>
          <a:xfrm>
            <a:off x="22886988" y="6275388"/>
            <a:ext cx="296862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27" name="Star">
            <a:extLst>
              <a:ext uri="{FF2B5EF4-FFF2-40B4-BE49-F238E27FC236}">
                <a16:creationId xmlns:a16="http://schemas.microsoft.com/office/drawing/2014/main" id="{D8C25DB8-C2D1-AF41-097C-4A02872E171F}"/>
              </a:ext>
            </a:extLst>
          </p:cNvPr>
          <p:cNvSpPr/>
          <p:nvPr/>
        </p:nvSpPr>
        <p:spPr>
          <a:xfrm>
            <a:off x="23221950" y="6275388"/>
            <a:ext cx="296863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28" name="Star">
            <a:extLst>
              <a:ext uri="{FF2B5EF4-FFF2-40B4-BE49-F238E27FC236}">
                <a16:creationId xmlns:a16="http://schemas.microsoft.com/office/drawing/2014/main" id="{F6AA754E-16E6-0BEA-D8F4-C57AD663305B}"/>
              </a:ext>
            </a:extLst>
          </p:cNvPr>
          <p:cNvSpPr/>
          <p:nvPr/>
        </p:nvSpPr>
        <p:spPr>
          <a:xfrm>
            <a:off x="23560088" y="6275388"/>
            <a:ext cx="296862" cy="331787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29" name="Star">
            <a:extLst>
              <a:ext uri="{FF2B5EF4-FFF2-40B4-BE49-F238E27FC236}">
                <a16:creationId xmlns:a16="http://schemas.microsoft.com/office/drawing/2014/main" id="{DB92537B-79F0-8A08-00F1-3C70694E01DD}"/>
              </a:ext>
            </a:extLst>
          </p:cNvPr>
          <p:cNvSpPr/>
          <p:nvPr/>
        </p:nvSpPr>
        <p:spPr>
          <a:xfrm>
            <a:off x="20521613" y="5213350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30" name="Star">
            <a:extLst>
              <a:ext uri="{FF2B5EF4-FFF2-40B4-BE49-F238E27FC236}">
                <a16:creationId xmlns:a16="http://schemas.microsoft.com/office/drawing/2014/main" id="{301BCEE1-7CCC-6E08-01E5-4CF9C64EBF0D}"/>
              </a:ext>
            </a:extLst>
          </p:cNvPr>
          <p:cNvSpPr/>
          <p:nvPr/>
        </p:nvSpPr>
        <p:spPr>
          <a:xfrm>
            <a:off x="20859750" y="5213350"/>
            <a:ext cx="296863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31" name="Star">
            <a:extLst>
              <a:ext uri="{FF2B5EF4-FFF2-40B4-BE49-F238E27FC236}">
                <a16:creationId xmlns:a16="http://schemas.microsoft.com/office/drawing/2014/main" id="{BBD7C9CA-B29B-68A5-D528-E8ABE2D2422A}"/>
              </a:ext>
            </a:extLst>
          </p:cNvPr>
          <p:cNvSpPr/>
          <p:nvPr/>
        </p:nvSpPr>
        <p:spPr>
          <a:xfrm>
            <a:off x="21199475" y="5213350"/>
            <a:ext cx="296863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32" name="Star">
            <a:extLst>
              <a:ext uri="{FF2B5EF4-FFF2-40B4-BE49-F238E27FC236}">
                <a16:creationId xmlns:a16="http://schemas.microsoft.com/office/drawing/2014/main" id="{64E83D45-A377-8DBF-5B57-3207FD84EE4D}"/>
              </a:ext>
            </a:extLst>
          </p:cNvPr>
          <p:cNvSpPr/>
          <p:nvPr/>
        </p:nvSpPr>
        <p:spPr>
          <a:xfrm>
            <a:off x="21537613" y="5213350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33" name="Star">
            <a:extLst>
              <a:ext uri="{FF2B5EF4-FFF2-40B4-BE49-F238E27FC236}">
                <a16:creationId xmlns:a16="http://schemas.microsoft.com/office/drawing/2014/main" id="{EF088E93-49B7-81A3-2CBA-C13330C81D77}"/>
              </a:ext>
            </a:extLst>
          </p:cNvPr>
          <p:cNvSpPr/>
          <p:nvPr/>
        </p:nvSpPr>
        <p:spPr>
          <a:xfrm>
            <a:off x="21870988" y="5213350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34" name="Star">
            <a:extLst>
              <a:ext uri="{FF2B5EF4-FFF2-40B4-BE49-F238E27FC236}">
                <a16:creationId xmlns:a16="http://schemas.microsoft.com/office/drawing/2014/main" id="{0D559A17-682A-0476-94ED-5169B7A374E4}"/>
              </a:ext>
            </a:extLst>
          </p:cNvPr>
          <p:cNvSpPr/>
          <p:nvPr/>
        </p:nvSpPr>
        <p:spPr>
          <a:xfrm>
            <a:off x="22209125" y="5213350"/>
            <a:ext cx="298450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35" name="Star">
            <a:extLst>
              <a:ext uri="{FF2B5EF4-FFF2-40B4-BE49-F238E27FC236}">
                <a16:creationId xmlns:a16="http://schemas.microsoft.com/office/drawing/2014/main" id="{9707AEB1-47EA-6A18-4C6B-E89BB68DE45C}"/>
              </a:ext>
            </a:extLst>
          </p:cNvPr>
          <p:cNvSpPr/>
          <p:nvPr/>
        </p:nvSpPr>
        <p:spPr>
          <a:xfrm>
            <a:off x="22548850" y="5213350"/>
            <a:ext cx="296863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36" name="Star">
            <a:extLst>
              <a:ext uri="{FF2B5EF4-FFF2-40B4-BE49-F238E27FC236}">
                <a16:creationId xmlns:a16="http://schemas.microsoft.com/office/drawing/2014/main" id="{04CE8127-54F8-410D-CB19-37683130AA16}"/>
              </a:ext>
            </a:extLst>
          </p:cNvPr>
          <p:cNvSpPr/>
          <p:nvPr/>
        </p:nvSpPr>
        <p:spPr>
          <a:xfrm>
            <a:off x="22886988" y="5213350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37" name="Star">
            <a:extLst>
              <a:ext uri="{FF2B5EF4-FFF2-40B4-BE49-F238E27FC236}">
                <a16:creationId xmlns:a16="http://schemas.microsoft.com/office/drawing/2014/main" id="{E1E75029-1A8B-5939-02D6-6EE31A1FB844}"/>
              </a:ext>
            </a:extLst>
          </p:cNvPr>
          <p:cNvSpPr/>
          <p:nvPr/>
        </p:nvSpPr>
        <p:spPr>
          <a:xfrm>
            <a:off x="23221950" y="5213350"/>
            <a:ext cx="296863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38" name="Star">
            <a:extLst>
              <a:ext uri="{FF2B5EF4-FFF2-40B4-BE49-F238E27FC236}">
                <a16:creationId xmlns:a16="http://schemas.microsoft.com/office/drawing/2014/main" id="{F7ACD02E-3FE4-B80B-19DD-832E158C18C0}"/>
              </a:ext>
            </a:extLst>
          </p:cNvPr>
          <p:cNvSpPr/>
          <p:nvPr/>
        </p:nvSpPr>
        <p:spPr>
          <a:xfrm>
            <a:off x="23560088" y="5213350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39" name="Star">
            <a:extLst>
              <a:ext uri="{FF2B5EF4-FFF2-40B4-BE49-F238E27FC236}">
                <a16:creationId xmlns:a16="http://schemas.microsoft.com/office/drawing/2014/main" id="{32EBDB85-FB4A-9302-61F5-B458D82B7AA8}"/>
              </a:ext>
            </a:extLst>
          </p:cNvPr>
          <p:cNvSpPr/>
          <p:nvPr/>
        </p:nvSpPr>
        <p:spPr>
          <a:xfrm>
            <a:off x="20524788" y="4708525"/>
            <a:ext cx="298450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40" name="Star">
            <a:extLst>
              <a:ext uri="{FF2B5EF4-FFF2-40B4-BE49-F238E27FC236}">
                <a16:creationId xmlns:a16="http://schemas.microsoft.com/office/drawing/2014/main" id="{7F8CDEAF-8CCD-F28F-456B-543EBDDA8690}"/>
              </a:ext>
            </a:extLst>
          </p:cNvPr>
          <p:cNvSpPr/>
          <p:nvPr/>
        </p:nvSpPr>
        <p:spPr>
          <a:xfrm>
            <a:off x="20864513" y="4708525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41" name="Star">
            <a:extLst>
              <a:ext uri="{FF2B5EF4-FFF2-40B4-BE49-F238E27FC236}">
                <a16:creationId xmlns:a16="http://schemas.microsoft.com/office/drawing/2014/main" id="{9B105C04-4B94-A0A3-5794-5068BE79469E}"/>
              </a:ext>
            </a:extLst>
          </p:cNvPr>
          <p:cNvSpPr/>
          <p:nvPr/>
        </p:nvSpPr>
        <p:spPr>
          <a:xfrm>
            <a:off x="21202650" y="4708525"/>
            <a:ext cx="296863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42" name="Star">
            <a:extLst>
              <a:ext uri="{FF2B5EF4-FFF2-40B4-BE49-F238E27FC236}">
                <a16:creationId xmlns:a16="http://schemas.microsoft.com/office/drawing/2014/main" id="{500F78ED-2B62-5900-EF8F-46025C24E4B6}"/>
              </a:ext>
            </a:extLst>
          </p:cNvPr>
          <p:cNvSpPr/>
          <p:nvPr/>
        </p:nvSpPr>
        <p:spPr>
          <a:xfrm>
            <a:off x="21540788" y="4708525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43" name="Star">
            <a:extLst>
              <a:ext uri="{FF2B5EF4-FFF2-40B4-BE49-F238E27FC236}">
                <a16:creationId xmlns:a16="http://schemas.microsoft.com/office/drawing/2014/main" id="{36336008-E114-1184-9A82-54ACE6CE1B54}"/>
              </a:ext>
            </a:extLst>
          </p:cNvPr>
          <p:cNvSpPr/>
          <p:nvPr/>
        </p:nvSpPr>
        <p:spPr>
          <a:xfrm>
            <a:off x="21875750" y="4708525"/>
            <a:ext cx="296863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44" name="Star">
            <a:extLst>
              <a:ext uri="{FF2B5EF4-FFF2-40B4-BE49-F238E27FC236}">
                <a16:creationId xmlns:a16="http://schemas.microsoft.com/office/drawing/2014/main" id="{7F417A33-7DCB-682D-69F3-5D706C1E966B}"/>
              </a:ext>
            </a:extLst>
          </p:cNvPr>
          <p:cNvSpPr/>
          <p:nvPr/>
        </p:nvSpPr>
        <p:spPr>
          <a:xfrm>
            <a:off x="22213888" y="4708525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45" name="Star">
            <a:extLst>
              <a:ext uri="{FF2B5EF4-FFF2-40B4-BE49-F238E27FC236}">
                <a16:creationId xmlns:a16="http://schemas.microsoft.com/office/drawing/2014/main" id="{6878304D-AA16-2F3E-AD35-7E23D8F7D263}"/>
              </a:ext>
            </a:extLst>
          </p:cNvPr>
          <p:cNvSpPr/>
          <p:nvPr/>
        </p:nvSpPr>
        <p:spPr>
          <a:xfrm>
            <a:off x="22552025" y="4708525"/>
            <a:ext cx="296863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46" name="Star">
            <a:extLst>
              <a:ext uri="{FF2B5EF4-FFF2-40B4-BE49-F238E27FC236}">
                <a16:creationId xmlns:a16="http://schemas.microsoft.com/office/drawing/2014/main" id="{075C1A1B-97C9-F2FC-8CA5-1623D8167029}"/>
              </a:ext>
            </a:extLst>
          </p:cNvPr>
          <p:cNvSpPr/>
          <p:nvPr/>
        </p:nvSpPr>
        <p:spPr>
          <a:xfrm>
            <a:off x="22890163" y="4708525"/>
            <a:ext cx="298450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47" name="Star">
            <a:extLst>
              <a:ext uri="{FF2B5EF4-FFF2-40B4-BE49-F238E27FC236}">
                <a16:creationId xmlns:a16="http://schemas.microsoft.com/office/drawing/2014/main" id="{A1957E4D-CBB1-133C-2A2D-DAE07BFF676C}"/>
              </a:ext>
            </a:extLst>
          </p:cNvPr>
          <p:cNvSpPr/>
          <p:nvPr/>
        </p:nvSpPr>
        <p:spPr>
          <a:xfrm>
            <a:off x="23225125" y="4708525"/>
            <a:ext cx="296863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48" name="Star">
            <a:extLst>
              <a:ext uri="{FF2B5EF4-FFF2-40B4-BE49-F238E27FC236}">
                <a16:creationId xmlns:a16="http://schemas.microsoft.com/office/drawing/2014/main" id="{993E0278-17AD-ECDE-72C3-76372FB065D2}"/>
              </a:ext>
            </a:extLst>
          </p:cNvPr>
          <p:cNvSpPr/>
          <p:nvPr/>
        </p:nvSpPr>
        <p:spPr>
          <a:xfrm>
            <a:off x="23563263" y="4708525"/>
            <a:ext cx="298450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37984" name="9">
            <a:extLst>
              <a:ext uri="{FF2B5EF4-FFF2-40B4-BE49-F238E27FC236}">
                <a16:creationId xmlns:a16="http://schemas.microsoft.com/office/drawing/2014/main" id="{66AFD2AB-B451-ECF8-05FA-7C98029838B4}"/>
              </a:ext>
            </a:extLst>
          </p:cNvPr>
          <p:cNvGrpSpPr>
            <a:grpSpLocks/>
          </p:cNvGrpSpPr>
          <p:nvPr/>
        </p:nvGrpSpPr>
        <p:grpSpPr bwMode="auto">
          <a:xfrm>
            <a:off x="5635625" y="9988550"/>
            <a:ext cx="369888" cy="382588"/>
            <a:chOff x="0" y="0"/>
            <a:chExt cx="369516" cy="383518"/>
          </a:xfrm>
        </p:grpSpPr>
        <p:sp>
          <p:nvSpPr>
            <p:cNvPr id="38030" name="Oval">
              <a:extLst>
                <a:ext uri="{FF2B5EF4-FFF2-40B4-BE49-F238E27FC236}">
                  <a16:creationId xmlns:a16="http://schemas.microsoft.com/office/drawing/2014/main" id="{C072EB6E-2880-9BCF-B2D3-576531C23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400000"/>
              <a:headEnd/>
              <a:tailEnd/>
            </a:ln>
          </p:spPr>
          <p:txBody>
            <a:bodyPr lIns="50800" tIns="50800" rIns="50800" bIns="50800" anchor="ctr"/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38031" name="9">
              <a:extLst>
                <a:ext uri="{FF2B5EF4-FFF2-40B4-BE49-F238E27FC236}">
                  <a16:creationId xmlns:a16="http://schemas.microsoft.com/office/drawing/2014/main" id="{0625FE3D-1E77-BED1-0C2A-625D1190A9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9</a:t>
              </a:r>
            </a:p>
          </p:txBody>
        </p:sp>
      </p:grpSp>
      <p:grpSp>
        <p:nvGrpSpPr>
          <p:cNvPr id="37985" name="11">
            <a:extLst>
              <a:ext uri="{FF2B5EF4-FFF2-40B4-BE49-F238E27FC236}">
                <a16:creationId xmlns:a16="http://schemas.microsoft.com/office/drawing/2014/main" id="{7BA30D97-7722-E73F-182A-58314D852F83}"/>
              </a:ext>
            </a:extLst>
          </p:cNvPr>
          <p:cNvGrpSpPr>
            <a:grpSpLocks/>
          </p:cNvGrpSpPr>
          <p:nvPr/>
        </p:nvGrpSpPr>
        <p:grpSpPr bwMode="auto">
          <a:xfrm>
            <a:off x="4830763" y="10317163"/>
            <a:ext cx="369887" cy="382587"/>
            <a:chOff x="0" y="0"/>
            <a:chExt cx="369516" cy="383518"/>
          </a:xfrm>
        </p:grpSpPr>
        <p:sp>
          <p:nvSpPr>
            <p:cNvPr id="38028" name="Oval">
              <a:extLst>
                <a:ext uri="{FF2B5EF4-FFF2-40B4-BE49-F238E27FC236}">
                  <a16:creationId xmlns:a16="http://schemas.microsoft.com/office/drawing/2014/main" id="{BE208CC1-326B-1A40-B9D3-2FB39A29B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400000"/>
              <a:headEnd/>
              <a:tailEnd/>
            </a:ln>
          </p:spPr>
          <p:txBody>
            <a:bodyPr lIns="50800" tIns="50800" rIns="50800" bIns="50800" anchor="ctr"/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38029" name="11">
              <a:extLst>
                <a:ext uri="{FF2B5EF4-FFF2-40B4-BE49-F238E27FC236}">
                  <a16:creationId xmlns:a16="http://schemas.microsoft.com/office/drawing/2014/main" id="{20080E4B-F185-4294-9F4F-FCAB8DE637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11</a:t>
              </a:r>
            </a:p>
          </p:txBody>
        </p:sp>
      </p:grpSp>
      <p:grpSp>
        <p:nvGrpSpPr>
          <p:cNvPr id="37986" name="7">
            <a:extLst>
              <a:ext uri="{FF2B5EF4-FFF2-40B4-BE49-F238E27FC236}">
                <a16:creationId xmlns:a16="http://schemas.microsoft.com/office/drawing/2014/main" id="{AF3EED48-0CE0-558B-FBB8-50CDF4E76210}"/>
              </a:ext>
            </a:extLst>
          </p:cNvPr>
          <p:cNvGrpSpPr>
            <a:grpSpLocks/>
          </p:cNvGrpSpPr>
          <p:nvPr/>
        </p:nvGrpSpPr>
        <p:grpSpPr bwMode="auto">
          <a:xfrm>
            <a:off x="6440488" y="10317163"/>
            <a:ext cx="369887" cy="382587"/>
            <a:chOff x="0" y="0"/>
            <a:chExt cx="369516" cy="383518"/>
          </a:xfrm>
        </p:grpSpPr>
        <p:sp>
          <p:nvSpPr>
            <p:cNvPr id="38026" name="Oval">
              <a:extLst>
                <a:ext uri="{FF2B5EF4-FFF2-40B4-BE49-F238E27FC236}">
                  <a16:creationId xmlns:a16="http://schemas.microsoft.com/office/drawing/2014/main" id="{9FB1038C-A58E-2D50-E5ED-8CEFC4299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400000"/>
              <a:headEnd/>
              <a:tailEnd/>
            </a:ln>
          </p:spPr>
          <p:txBody>
            <a:bodyPr lIns="50800" tIns="50800" rIns="50800" bIns="50800" anchor="ctr"/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38027" name="7">
              <a:extLst>
                <a:ext uri="{FF2B5EF4-FFF2-40B4-BE49-F238E27FC236}">
                  <a16:creationId xmlns:a16="http://schemas.microsoft.com/office/drawing/2014/main" id="{B77FDBD4-4532-D09D-588C-5558DF0686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7</a:t>
              </a:r>
            </a:p>
          </p:txBody>
        </p:sp>
      </p:grpSp>
      <p:grpSp>
        <p:nvGrpSpPr>
          <p:cNvPr id="37987" name="8">
            <a:extLst>
              <a:ext uri="{FF2B5EF4-FFF2-40B4-BE49-F238E27FC236}">
                <a16:creationId xmlns:a16="http://schemas.microsoft.com/office/drawing/2014/main" id="{423183C0-8B35-CC6F-EABE-09DA95A1FC7B}"/>
              </a:ext>
            </a:extLst>
          </p:cNvPr>
          <p:cNvGrpSpPr>
            <a:grpSpLocks/>
          </p:cNvGrpSpPr>
          <p:nvPr/>
        </p:nvGrpSpPr>
        <p:grpSpPr bwMode="auto">
          <a:xfrm>
            <a:off x="5245100" y="10893425"/>
            <a:ext cx="369888" cy="384175"/>
            <a:chOff x="0" y="0"/>
            <a:chExt cx="369516" cy="383518"/>
          </a:xfrm>
        </p:grpSpPr>
        <p:sp>
          <p:nvSpPr>
            <p:cNvPr id="38024" name="Oval">
              <a:extLst>
                <a:ext uri="{FF2B5EF4-FFF2-40B4-BE49-F238E27FC236}">
                  <a16:creationId xmlns:a16="http://schemas.microsoft.com/office/drawing/2014/main" id="{715CA83C-5024-74BA-45D2-D08B4106C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400000"/>
              <a:headEnd/>
              <a:tailEnd/>
            </a:ln>
          </p:spPr>
          <p:txBody>
            <a:bodyPr lIns="50800" tIns="50800" rIns="50800" bIns="50800" anchor="ctr"/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38025" name="8">
              <a:extLst>
                <a:ext uri="{FF2B5EF4-FFF2-40B4-BE49-F238E27FC236}">
                  <a16:creationId xmlns:a16="http://schemas.microsoft.com/office/drawing/2014/main" id="{4890DD47-CBA5-59ED-A188-FEAF3A8B5D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8</a:t>
              </a:r>
            </a:p>
          </p:txBody>
        </p:sp>
      </p:grpSp>
      <p:grpSp>
        <p:nvGrpSpPr>
          <p:cNvPr id="37988" name="6">
            <a:extLst>
              <a:ext uri="{FF2B5EF4-FFF2-40B4-BE49-F238E27FC236}">
                <a16:creationId xmlns:a16="http://schemas.microsoft.com/office/drawing/2014/main" id="{D3B57B76-389E-A0DC-6E69-7DD6BC542764}"/>
              </a:ext>
            </a:extLst>
          </p:cNvPr>
          <p:cNvGrpSpPr>
            <a:grpSpLocks/>
          </p:cNvGrpSpPr>
          <p:nvPr/>
        </p:nvGrpSpPr>
        <p:grpSpPr bwMode="auto">
          <a:xfrm>
            <a:off x="5635625" y="11377613"/>
            <a:ext cx="369888" cy="384175"/>
            <a:chOff x="0" y="0"/>
            <a:chExt cx="369516" cy="383518"/>
          </a:xfrm>
        </p:grpSpPr>
        <p:sp>
          <p:nvSpPr>
            <p:cNvPr id="38022" name="Oval">
              <a:extLst>
                <a:ext uri="{FF2B5EF4-FFF2-40B4-BE49-F238E27FC236}">
                  <a16:creationId xmlns:a16="http://schemas.microsoft.com/office/drawing/2014/main" id="{C25E89F4-12C4-EE53-D959-FB13DD4BF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400000"/>
              <a:headEnd/>
              <a:tailEnd/>
            </a:ln>
          </p:spPr>
          <p:txBody>
            <a:bodyPr lIns="50800" tIns="50800" rIns="50800" bIns="50800" anchor="ctr"/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38023" name="6">
              <a:extLst>
                <a:ext uri="{FF2B5EF4-FFF2-40B4-BE49-F238E27FC236}">
                  <a16:creationId xmlns:a16="http://schemas.microsoft.com/office/drawing/2014/main" id="{A1F10D30-1F04-52F3-02AD-42A06B5A44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6</a:t>
              </a:r>
            </a:p>
          </p:txBody>
        </p:sp>
      </p:grpSp>
      <p:grpSp>
        <p:nvGrpSpPr>
          <p:cNvPr id="37989" name="5">
            <a:extLst>
              <a:ext uri="{FF2B5EF4-FFF2-40B4-BE49-F238E27FC236}">
                <a16:creationId xmlns:a16="http://schemas.microsoft.com/office/drawing/2014/main" id="{5C204E46-E2F7-38EB-581D-7D0A7F3C3D06}"/>
              </a:ext>
            </a:extLst>
          </p:cNvPr>
          <p:cNvGrpSpPr>
            <a:grpSpLocks/>
          </p:cNvGrpSpPr>
          <p:nvPr/>
        </p:nvGrpSpPr>
        <p:grpSpPr bwMode="auto">
          <a:xfrm>
            <a:off x="4778375" y="11609388"/>
            <a:ext cx="369888" cy="384175"/>
            <a:chOff x="0" y="0"/>
            <a:chExt cx="369516" cy="383518"/>
          </a:xfrm>
        </p:grpSpPr>
        <p:sp>
          <p:nvSpPr>
            <p:cNvPr id="1064" name="Oval">
              <a:extLst>
                <a:ext uri="{FF2B5EF4-FFF2-40B4-BE49-F238E27FC236}">
                  <a16:creationId xmlns:a16="http://schemas.microsoft.com/office/drawing/2014/main" id="{2C170E04-7E9F-A499-A6DF-B32F62376302}"/>
                </a:ext>
              </a:extLst>
            </p:cNvPr>
            <p:cNvSpPr/>
            <p:nvPr/>
          </p:nvSpPr>
          <p:spPr>
            <a:xfrm>
              <a:off x="0" y="0"/>
              <a:ext cx="369516" cy="383518"/>
            </a:xfrm>
            <a:prstGeom prst="ellipse">
              <a:avLst/>
            </a:prstGeom>
            <a:solidFill>
              <a:schemeClr val="accent3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lIns="50800" tIns="50800" rIns="50800" bIns="50800" anchor="ctr"/>
            <a:lstStyle/>
            <a:p>
              <a:pPr algn="ctr" defTabSz="1155278" eaLnBrk="1" fontAlgn="auto">
                <a:spcBef>
                  <a:spcPts val="0"/>
                </a:spcBef>
                <a:spcAft>
                  <a:spcPts val="0"/>
                </a:spcAft>
                <a:defRPr sz="1400" b="1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  <a:endParaRPr sz="1400" b="1" kern="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endParaRPr>
            </a:p>
          </p:txBody>
        </p:sp>
        <p:sp>
          <p:nvSpPr>
            <p:cNvPr id="38021" name="5">
              <a:extLst>
                <a:ext uri="{FF2B5EF4-FFF2-40B4-BE49-F238E27FC236}">
                  <a16:creationId xmlns:a16="http://schemas.microsoft.com/office/drawing/2014/main" id="{87C1D691-A303-6CF1-4DA2-900001858D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5</a:t>
              </a:r>
            </a:p>
          </p:txBody>
        </p:sp>
      </p:grpSp>
      <p:grpSp>
        <p:nvGrpSpPr>
          <p:cNvPr id="37990" name="2">
            <a:extLst>
              <a:ext uri="{FF2B5EF4-FFF2-40B4-BE49-F238E27FC236}">
                <a16:creationId xmlns:a16="http://schemas.microsoft.com/office/drawing/2014/main" id="{A5EECF38-CDD1-FABA-3752-82613B42EDD4}"/>
              </a:ext>
            </a:extLst>
          </p:cNvPr>
          <p:cNvGrpSpPr>
            <a:grpSpLocks/>
          </p:cNvGrpSpPr>
          <p:nvPr/>
        </p:nvGrpSpPr>
        <p:grpSpPr bwMode="auto">
          <a:xfrm>
            <a:off x="6511925" y="11609388"/>
            <a:ext cx="369888" cy="384175"/>
            <a:chOff x="0" y="0"/>
            <a:chExt cx="369516" cy="383518"/>
          </a:xfrm>
        </p:grpSpPr>
        <p:sp>
          <p:nvSpPr>
            <p:cNvPr id="1067" name="Oval">
              <a:extLst>
                <a:ext uri="{FF2B5EF4-FFF2-40B4-BE49-F238E27FC236}">
                  <a16:creationId xmlns:a16="http://schemas.microsoft.com/office/drawing/2014/main" id="{DD872149-918C-A620-B5B6-DC7E5011F0BA}"/>
                </a:ext>
              </a:extLst>
            </p:cNvPr>
            <p:cNvSpPr/>
            <p:nvPr/>
          </p:nvSpPr>
          <p:spPr>
            <a:xfrm>
              <a:off x="0" y="0"/>
              <a:ext cx="369516" cy="383518"/>
            </a:xfrm>
            <a:prstGeom prst="ellipse">
              <a:avLst/>
            </a:prstGeom>
            <a:solidFill>
              <a:schemeClr val="accent3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lIns="50800" tIns="50800" rIns="50800" bIns="50800" anchor="ctr"/>
            <a:lstStyle/>
            <a:p>
              <a:pPr algn="ctr" defTabSz="1155278" eaLnBrk="1" fontAlgn="auto">
                <a:spcBef>
                  <a:spcPts val="0"/>
                </a:spcBef>
                <a:spcAft>
                  <a:spcPts val="0"/>
                </a:spcAft>
                <a:defRPr sz="1400" b="1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  <a:endParaRPr sz="1400" b="1" kern="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endParaRPr>
            </a:p>
          </p:txBody>
        </p:sp>
        <p:sp>
          <p:nvSpPr>
            <p:cNvPr id="38019" name="2">
              <a:extLst>
                <a:ext uri="{FF2B5EF4-FFF2-40B4-BE49-F238E27FC236}">
                  <a16:creationId xmlns:a16="http://schemas.microsoft.com/office/drawing/2014/main" id="{40AF8D4A-7AB8-E9FC-E9BD-D1F9AFC19F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2</a:t>
              </a:r>
            </a:p>
          </p:txBody>
        </p:sp>
      </p:grpSp>
      <p:grpSp>
        <p:nvGrpSpPr>
          <p:cNvPr id="37991" name="4">
            <a:extLst>
              <a:ext uri="{FF2B5EF4-FFF2-40B4-BE49-F238E27FC236}">
                <a16:creationId xmlns:a16="http://schemas.microsoft.com/office/drawing/2014/main" id="{4236C81A-7EF8-3F6B-B70E-7D41574A3C6D}"/>
              </a:ext>
            </a:extLst>
          </p:cNvPr>
          <p:cNvGrpSpPr>
            <a:grpSpLocks/>
          </p:cNvGrpSpPr>
          <p:nvPr/>
        </p:nvGrpSpPr>
        <p:grpSpPr bwMode="auto">
          <a:xfrm>
            <a:off x="5245100" y="11923713"/>
            <a:ext cx="369888" cy="384175"/>
            <a:chOff x="0" y="0"/>
            <a:chExt cx="369516" cy="383518"/>
          </a:xfrm>
        </p:grpSpPr>
        <p:sp>
          <p:nvSpPr>
            <p:cNvPr id="38016" name="Oval">
              <a:extLst>
                <a:ext uri="{FF2B5EF4-FFF2-40B4-BE49-F238E27FC236}">
                  <a16:creationId xmlns:a16="http://schemas.microsoft.com/office/drawing/2014/main" id="{1EB15D1F-ABD5-686F-94E8-92A969A26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400000"/>
              <a:headEnd/>
              <a:tailEnd/>
            </a:ln>
          </p:spPr>
          <p:txBody>
            <a:bodyPr lIns="50800" tIns="50800" rIns="50800" bIns="50800" anchor="ctr"/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38017" name="4">
              <a:extLst>
                <a:ext uri="{FF2B5EF4-FFF2-40B4-BE49-F238E27FC236}">
                  <a16:creationId xmlns:a16="http://schemas.microsoft.com/office/drawing/2014/main" id="{7A2AC7D6-0E62-6760-66F0-A557A34ABA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4</a:t>
              </a:r>
            </a:p>
          </p:txBody>
        </p:sp>
      </p:grpSp>
      <p:grpSp>
        <p:nvGrpSpPr>
          <p:cNvPr id="37992" name="3">
            <a:extLst>
              <a:ext uri="{FF2B5EF4-FFF2-40B4-BE49-F238E27FC236}">
                <a16:creationId xmlns:a16="http://schemas.microsoft.com/office/drawing/2014/main" id="{741E7062-2C94-7E12-AC49-D5BE88C5F241}"/>
              </a:ext>
            </a:extLst>
          </p:cNvPr>
          <p:cNvGrpSpPr>
            <a:grpSpLocks/>
          </p:cNvGrpSpPr>
          <p:nvPr/>
        </p:nvGrpSpPr>
        <p:grpSpPr bwMode="auto">
          <a:xfrm>
            <a:off x="6029325" y="11923713"/>
            <a:ext cx="369888" cy="384175"/>
            <a:chOff x="0" y="0"/>
            <a:chExt cx="369516" cy="383518"/>
          </a:xfrm>
        </p:grpSpPr>
        <p:sp>
          <p:nvSpPr>
            <p:cNvPr id="38014" name="Oval">
              <a:extLst>
                <a:ext uri="{FF2B5EF4-FFF2-40B4-BE49-F238E27FC236}">
                  <a16:creationId xmlns:a16="http://schemas.microsoft.com/office/drawing/2014/main" id="{C74B4A81-E2AA-4FE8-CD85-175C86FA2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400000"/>
              <a:headEnd/>
              <a:tailEnd/>
            </a:ln>
          </p:spPr>
          <p:txBody>
            <a:bodyPr lIns="50800" tIns="50800" rIns="50800" bIns="50800" anchor="ctr"/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38015" name="3">
              <a:extLst>
                <a:ext uri="{FF2B5EF4-FFF2-40B4-BE49-F238E27FC236}">
                  <a16:creationId xmlns:a16="http://schemas.microsoft.com/office/drawing/2014/main" id="{45C21BFC-F5ED-B299-DB53-DE7B0A1615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3</a:t>
              </a:r>
            </a:p>
          </p:txBody>
        </p:sp>
      </p:grpSp>
      <p:grpSp>
        <p:nvGrpSpPr>
          <p:cNvPr id="37993" name="1">
            <a:extLst>
              <a:ext uri="{FF2B5EF4-FFF2-40B4-BE49-F238E27FC236}">
                <a16:creationId xmlns:a16="http://schemas.microsoft.com/office/drawing/2014/main" id="{794B4D8E-84AC-7415-1B0D-8F20EFED4BD9}"/>
              </a:ext>
            </a:extLst>
          </p:cNvPr>
          <p:cNvGrpSpPr>
            <a:grpSpLocks/>
          </p:cNvGrpSpPr>
          <p:nvPr/>
        </p:nvGrpSpPr>
        <p:grpSpPr bwMode="auto">
          <a:xfrm>
            <a:off x="5635625" y="12531725"/>
            <a:ext cx="369888" cy="384175"/>
            <a:chOff x="0" y="0"/>
            <a:chExt cx="369516" cy="383518"/>
          </a:xfrm>
        </p:grpSpPr>
        <p:sp>
          <p:nvSpPr>
            <p:cNvPr id="38012" name="Oval">
              <a:extLst>
                <a:ext uri="{FF2B5EF4-FFF2-40B4-BE49-F238E27FC236}">
                  <a16:creationId xmlns:a16="http://schemas.microsoft.com/office/drawing/2014/main" id="{8E662067-5909-218C-E3A4-BE4F26E3A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400000"/>
              <a:headEnd/>
              <a:tailEnd/>
            </a:ln>
          </p:spPr>
          <p:txBody>
            <a:bodyPr lIns="50800" tIns="50800" rIns="50800" bIns="50800" anchor="ctr"/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38013" name="1">
              <a:extLst>
                <a:ext uri="{FF2B5EF4-FFF2-40B4-BE49-F238E27FC236}">
                  <a16:creationId xmlns:a16="http://schemas.microsoft.com/office/drawing/2014/main" id="{6141F4DE-B1C5-BC34-7594-02A7AC4B20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1</a:t>
              </a:r>
            </a:p>
          </p:txBody>
        </p:sp>
      </p:grpSp>
      <p:grpSp>
        <p:nvGrpSpPr>
          <p:cNvPr id="37994" name="10">
            <a:extLst>
              <a:ext uri="{FF2B5EF4-FFF2-40B4-BE49-F238E27FC236}">
                <a16:creationId xmlns:a16="http://schemas.microsoft.com/office/drawing/2014/main" id="{01AB537C-5C74-1673-F3E4-96C9E3D20980}"/>
              </a:ext>
            </a:extLst>
          </p:cNvPr>
          <p:cNvGrpSpPr>
            <a:grpSpLocks/>
          </p:cNvGrpSpPr>
          <p:nvPr/>
        </p:nvGrpSpPr>
        <p:grpSpPr bwMode="auto">
          <a:xfrm>
            <a:off x="5857875" y="10650538"/>
            <a:ext cx="369888" cy="384175"/>
            <a:chOff x="0" y="0"/>
            <a:chExt cx="369516" cy="383518"/>
          </a:xfrm>
        </p:grpSpPr>
        <p:sp>
          <p:nvSpPr>
            <p:cNvPr id="38010" name="Oval">
              <a:extLst>
                <a:ext uri="{FF2B5EF4-FFF2-40B4-BE49-F238E27FC236}">
                  <a16:creationId xmlns:a16="http://schemas.microsoft.com/office/drawing/2014/main" id="{2361AB9B-FE1F-84DB-BAA1-6F56407404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400000"/>
              <a:headEnd/>
              <a:tailEnd/>
            </a:ln>
          </p:spPr>
          <p:txBody>
            <a:bodyPr lIns="50800" tIns="50800" rIns="50800" bIns="50800" anchor="ctr"/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38011" name="10">
              <a:extLst>
                <a:ext uri="{FF2B5EF4-FFF2-40B4-BE49-F238E27FC236}">
                  <a16:creationId xmlns:a16="http://schemas.microsoft.com/office/drawing/2014/main" id="{F519A5E9-12EA-0CF1-B87F-C16FA6B9C0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10</a:t>
              </a:r>
            </a:p>
          </p:txBody>
        </p:sp>
      </p:grpSp>
      <p:sp>
        <p:nvSpPr>
          <p:cNvPr id="1082" name="Wingback nr. 02 &amp; 05">
            <a:extLst>
              <a:ext uri="{FF2B5EF4-FFF2-40B4-BE49-F238E27FC236}">
                <a16:creationId xmlns:a16="http://schemas.microsoft.com/office/drawing/2014/main" id="{7E25DD32-A88B-4323-B043-E627BB313E61}"/>
              </a:ext>
            </a:extLst>
          </p:cNvPr>
          <p:cNvSpPr txBox="1"/>
          <p:nvPr/>
        </p:nvSpPr>
        <p:spPr>
          <a:xfrm>
            <a:off x="374650" y="10045700"/>
            <a:ext cx="2870200" cy="11223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7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380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Wingback nr. 02 &amp; 05</a:t>
            </a:r>
          </a:p>
        </p:txBody>
      </p:sp>
      <p:sp>
        <p:nvSpPr>
          <p:cNvPr id="1083" name="TextBox 31">
            <a:extLst>
              <a:ext uri="{FF2B5EF4-FFF2-40B4-BE49-F238E27FC236}">
                <a16:creationId xmlns:a16="http://schemas.microsoft.com/office/drawing/2014/main" id="{664935A9-918A-D8AF-0B2E-85366D9D0895}"/>
              </a:ext>
            </a:extLst>
          </p:cNvPr>
          <p:cNvSpPr txBox="1"/>
          <p:nvPr/>
        </p:nvSpPr>
        <p:spPr>
          <a:xfrm>
            <a:off x="2609850" y="11553825"/>
            <a:ext cx="1555750" cy="167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defTabSz="1285875" eaLnBrk="1" fontAlgn="auto"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xx</a:t>
            </a:r>
          </a:p>
          <a:p>
            <a:pPr defTabSz="1285875" eaLnBrk="1" fontAlgn="auto"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xx</a:t>
            </a:r>
          </a:p>
          <a:p>
            <a:pPr defTabSz="1285875" eaLnBrk="1" fontAlgn="auto"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xx</a:t>
            </a:r>
          </a:p>
          <a:p>
            <a:pPr defTabSz="1285875" eaLnBrk="1" fontAlgn="auto"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xx</a:t>
            </a:r>
          </a:p>
        </p:txBody>
      </p:sp>
      <p:pic>
        <p:nvPicPr>
          <p:cNvPr id="37997" name="Logo_Scisports.png" descr="Logo_Scisports.png">
            <a:hlinkClick r:id="rId2"/>
            <a:extLst>
              <a:ext uri="{FF2B5EF4-FFF2-40B4-BE49-F238E27FC236}">
                <a16:creationId xmlns:a16="http://schemas.microsoft.com/office/drawing/2014/main" id="{3CEA1F50-CE86-CEF5-8DCC-4E52F0D6C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78"/>
          <a:stretch>
            <a:fillRect/>
          </a:stretch>
        </p:blipFill>
        <p:spPr bwMode="auto">
          <a:xfrm>
            <a:off x="16586200" y="785813"/>
            <a:ext cx="92392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085" name="Browse…">
            <a:hlinkClick r:id="rId4" action="ppaction://hlinksldjump"/>
            <a:extLst>
              <a:ext uri="{FF2B5EF4-FFF2-40B4-BE49-F238E27FC236}">
                <a16:creationId xmlns:a16="http://schemas.microsoft.com/office/drawing/2014/main" id="{5EB5D596-2D4C-61CE-A52E-FB49F2889CBE}"/>
              </a:ext>
            </a:extLst>
          </p:cNvPr>
          <p:cNvSpPr/>
          <p:nvPr/>
        </p:nvSpPr>
        <p:spPr>
          <a:xfrm>
            <a:off x="463550" y="296863"/>
            <a:ext cx="1397000" cy="1397000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8" eaLnBrk="1" fontAlgn="auto">
              <a:spcBef>
                <a:spcPts val="0"/>
              </a:spcBef>
              <a:spcAft>
                <a:spcPts val="0"/>
              </a:spcAft>
              <a:defRPr sz="2600" cap="all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2600" kern="0" cap="all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Browse </a:t>
            </a:r>
          </a:p>
          <a:p>
            <a:pPr algn="ctr" defTabSz="2438338" eaLnBrk="1" fontAlgn="auto">
              <a:spcBef>
                <a:spcPts val="0"/>
              </a:spcBef>
              <a:spcAft>
                <a:spcPts val="0"/>
              </a:spcAft>
              <a:defRPr sz="2600" cap="all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2600" kern="0" cap="all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Foto</a:t>
            </a:r>
          </a:p>
        </p:txBody>
      </p:sp>
      <p:sp>
        <p:nvSpPr>
          <p:cNvPr id="1086" name="Doorzettingsvermogen">
            <a:extLst>
              <a:ext uri="{FF2B5EF4-FFF2-40B4-BE49-F238E27FC236}">
                <a16:creationId xmlns:a16="http://schemas.microsoft.com/office/drawing/2014/main" id="{F1BF38FD-96BA-724D-AB90-0D57FA433D8F}"/>
              </a:ext>
            </a:extLst>
          </p:cNvPr>
          <p:cNvSpPr txBox="1"/>
          <p:nvPr/>
        </p:nvSpPr>
        <p:spPr>
          <a:xfrm>
            <a:off x="16838613" y="7799388"/>
            <a:ext cx="2870200" cy="3429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00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Doorzettingsvermogen</a:t>
            </a:r>
          </a:p>
        </p:txBody>
      </p:sp>
      <p:sp>
        <p:nvSpPr>
          <p:cNvPr id="1087" name="Star">
            <a:extLst>
              <a:ext uri="{FF2B5EF4-FFF2-40B4-BE49-F238E27FC236}">
                <a16:creationId xmlns:a16="http://schemas.microsoft.com/office/drawing/2014/main" id="{FAB30C23-C1B5-A926-A730-8DC8F85E8987}"/>
              </a:ext>
            </a:extLst>
          </p:cNvPr>
          <p:cNvSpPr/>
          <p:nvPr/>
        </p:nvSpPr>
        <p:spPr>
          <a:xfrm>
            <a:off x="20512088" y="7780338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88" name="Star">
            <a:extLst>
              <a:ext uri="{FF2B5EF4-FFF2-40B4-BE49-F238E27FC236}">
                <a16:creationId xmlns:a16="http://schemas.microsoft.com/office/drawing/2014/main" id="{A22CDF19-E2A4-F786-E921-0D0A7BD05BF5}"/>
              </a:ext>
            </a:extLst>
          </p:cNvPr>
          <p:cNvSpPr/>
          <p:nvPr/>
        </p:nvSpPr>
        <p:spPr>
          <a:xfrm>
            <a:off x="20851813" y="7780338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89" name="Star">
            <a:extLst>
              <a:ext uri="{FF2B5EF4-FFF2-40B4-BE49-F238E27FC236}">
                <a16:creationId xmlns:a16="http://schemas.microsoft.com/office/drawing/2014/main" id="{D6E1614A-D921-CB74-029C-AAC25F3BE5CF}"/>
              </a:ext>
            </a:extLst>
          </p:cNvPr>
          <p:cNvSpPr/>
          <p:nvPr/>
        </p:nvSpPr>
        <p:spPr>
          <a:xfrm>
            <a:off x="21189950" y="7780338"/>
            <a:ext cx="296863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90" name="Star">
            <a:extLst>
              <a:ext uri="{FF2B5EF4-FFF2-40B4-BE49-F238E27FC236}">
                <a16:creationId xmlns:a16="http://schemas.microsoft.com/office/drawing/2014/main" id="{FE4C8059-9FA3-24AD-FD49-A207590712DA}"/>
              </a:ext>
            </a:extLst>
          </p:cNvPr>
          <p:cNvSpPr/>
          <p:nvPr/>
        </p:nvSpPr>
        <p:spPr>
          <a:xfrm>
            <a:off x="21528088" y="7780338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91" name="Star">
            <a:extLst>
              <a:ext uri="{FF2B5EF4-FFF2-40B4-BE49-F238E27FC236}">
                <a16:creationId xmlns:a16="http://schemas.microsoft.com/office/drawing/2014/main" id="{5B1E5246-0ECF-A0AA-B251-9391E3751F5B}"/>
              </a:ext>
            </a:extLst>
          </p:cNvPr>
          <p:cNvSpPr/>
          <p:nvPr/>
        </p:nvSpPr>
        <p:spPr>
          <a:xfrm>
            <a:off x="21861463" y="7780338"/>
            <a:ext cx="298450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92" name="Star">
            <a:extLst>
              <a:ext uri="{FF2B5EF4-FFF2-40B4-BE49-F238E27FC236}">
                <a16:creationId xmlns:a16="http://schemas.microsoft.com/office/drawing/2014/main" id="{E710A663-EA8C-32E6-7B4C-FC7289A652CD}"/>
              </a:ext>
            </a:extLst>
          </p:cNvPr>
          <p:cNvSpPr/>
          <p:nvPr/>
        </p:nvSpPr>
        <p:spPr>
          <a:xfrm>
            <a:off x="22201188" y="7780338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93" name="Star">
            <a:extLst>
              <a:ext uri="{FF2B5EF4-FFF2-40B4-BE49-F238E27FC236}">
                <a16:creationId xmlns:a16="http://schemas.microsoft.com/office/drawing/2014/main" id="{A06E9734-9340-74E6-3489-B52D5D8DF051}"/>
              </a:ext>
            </a:extLst>
          </p:cNvPr>
          <p:cNvSpPr/>
          <p:nvPr/>
        </p:nvSpPr>
        <p:spPr>
          <a:xfrm>
            <a:off x="22539325" y="7780338"/>
            <a:ext cx="296863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94" name="Star">
            <a:extLst>
              <a:ext uri="{FF2B5EF4-FFF2-40B4-BE49-F238E27FC236}">
                <a16:creationId xmlns:a16="http://schemas.microsoft.com/office/drawing/2014/main" id="{D7DAD880-3465-4559-E591-E7A8DB06796C}"/>
              </a:ext>
            </a:extLst>
          </p:cNvPr>
          <p:cNvSpPr/>
          <p:nvPr/>
        </p:nvSpPr>
        <p:spPr>
          <a:xfrm>
            <a:off x="22877463" y="7780338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95" name="Star">
            <a:extLst>
              <a:ext uri="{FF2B5EF4-FFF2-40B4-BE49-F238E27FC236}">
                <a16:creationId xmlns:a16="http://schemas.microsoft.com/office/drawing/2014/main" id="{AAF7252A-D4B5-87F5-C938-603EE0502A53}"/>
              </a:ext>
            </a:extLst>
          </p:cNvPr>
          <p:cNvSpPr/>
          <p:nvPr/>
        </p:nvSpPr>
        <p:spPr>
          <a:xfrm>
            <a:off x="23212425" y="7780338"/>
            <a:ext cx="296863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96" name="Star">
            <a:extLst>
              <a:ext uri="{FF2B5EF4-FFF2-40B4-BE49-F238E27FC236}">
                <a16:creationId xmlns:a16="http://schemas.microsoft.com/office/drawing/2014/main" id="{54BC767A-00C5-9372-321E-64FDCD27887B}"/>
              </a:ext>
            </a:extLst>
          </p:cNvPr>
          <p:cNvSpPr/>
          <p:nvPr/>
        </p:nvSpPr>
        <p:spPr>
          <a:xfrm>
            <a:off x="23550563" y="7780338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8" name="Tabel 1">
            <a:extLst>
              <a:ext uri="{FF2B5EF4-FFF2-40B4-BE49-F238E27FC236}">
                <a16:creationId xmlns:a16="http://schemas.microsoft.com/office/drawing/2014/main" id="{BF722989-2DEC-7B18-3C12-2BB525CFBEAA}"/>
              </a:ext>
            </a:extLst>
          </p:cNvPr>
          <p:cNvGraphicFramePr/>
          <p:nvPr/>
        </p:nvGraphicFramePr>
        <p:xfrm>
          <a:off x="4052888" y="673100"/>
          <a:ext cx="17865725" cy="123698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573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3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2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731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24527">
                <a:tc>
                  <a:txBody>
                    <a:bodyPr/>
                    <a:lstStyle/>
                    <a:p>
                      <a:pPr defTabSz="914400"/>
                      <a:r>
                        <a:rPr sz="2900"/>
                        <a:t>WB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Rating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900"/>
                        <a:t>Vermenigvuldigingsfactor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Resultaat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4527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4527">
                <a:tc>
                  <a:txBody>
                    <a:bodyPr/>
                    <a:lstStyle/>
                    <a:p>
                      <a:pPr defTabSz="1285875"/>
                      <a:r>
                        <a:rPr sz="2600" b="1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Overlap / underlap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1.1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4527">
                <a:tc>
                  <a:txBody>
                    <a:bodyPr/>
                    <a:lstStyle/>
                    <a:p>
                      <a:pPr defTabSz="1285875"/>
                      <a:r>
                        <a:rPr sz="2600" b="1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Voorzetten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4527">
                <a:tc>
                  <a:txBody>
                    <a:bodyPr/>
                    <a:lstStyle/>
                    <a:p>
                      <a:pPr defTabSz="1285875"/>
                      <a:r>
                        <a:rPr sz="2600" b="1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Dribbelen met bal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24527">
                <a:tc>
                  <a:txBody>
                    <a:bodyPr/>
                    <a:lstStyle/>
                    <a:p>
                      <a:pPr defTabSz="1285875"/>
                      <a:r>
                        <a:rPr sz="2600" b="1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Snelheid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1.1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4527">
                <a:tc>
                  <a:txBody>
                    <a:bodyPr/>
                    <a:lstStyle/>
                    <a:p>
                      <a:pPr defTabSz="1285875"/>
                      <a:r>
                        <a:rPr sz="2500" b="1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Uithoudingsvermogen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24527">
                <a:tc>
                  <a:txBody>
                    <a:bodyPr/>
                    <a:lstStyle/>
                    <a:p>
                      <a:pPr defTabSz="1285875"/>
                      <a:r>
                        <a:rPr sz="2600" b="1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Wendbaarheid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24527">
                <a:tc>
                  <a:txBody>
                    <a:bodyPr/>
                    <a:lstStyle/>
                    <a:p>
                      <a:pPr defTabSz="1285875"/>
                      <a:r>
                        <a:rPr sz="2400" b="1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Doorzettingsvermogen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24527">
                <a:tc>
                  <a:txBody>
                    <a:bodyPr/>
                    <a:lstStyle/>
                    <a:p>
                      <a:pPr defTabSz="1285875">
                        <a:defRPr sz="2600" b="1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endParaRPr sz="26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24527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Gemiddelde rating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0.00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Wingback #02 - #05">
            <a:extLst>
              <a:ext uri="{FF2B5EF4-FFF2-40B4-BE49-F238E27FC236}">
                <a16:creationId xmlns:a16="http://schemas.microsoft.com/office/drawing/2014/main" id="{27122F66-47F7-0741-9191-9F22CFCC91BF}"/>
              </a:ext>
            </a:extLst>
          </p:cNvPr>
          <p:cNvSpPr txBox="1"/>
          <p:nvPr/>
        </p:nvSpPr>
        <p:spPr>
          <a:xfrm>
            <a:off x="2619375" y="42863"/>
            <a:ext cx="11134725" cy="927100"/>
          </a:xfrm>
          <a:prstGeom prst="rect">
            <a:avLst/>
          </a:prstGeom>
          <a:ln w="12700">
            <a:miter lim="400000"/>
          </a:ln>
          <a:effectLst>
            <a:outerShdw blurRad="38100" dist="57611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>
            <a:spAutoFit/>
          </a:bodyPr>
          <a:lstStyle>
            <a:lvl1pPr defTabSz="12700">
              <a:lnSpc>
                <a:spcPct val="60000"/>
              </a:lnSpc>
              <a:spcBef>
                <a:spcPts val="0"/>
              </a:spcBef>
              <a:defRPr sz="6000" b="1" cap="all">
                <a:solidFill>
                  <a:srgbClr val="18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Wingback #02 - #05</a:t>
            </a:r>
          </a:p>
        </p:txBody>
      </p:sp>
      <p:sp>
        <p:nvSpPr>
          <p:cNvPr id="39939" name="9">
            <a:extLst>
              <a:ext uri="{FF2B5EF4-FFF2-40B4-BE49-F238E27FC236}">
                <a16:creationId xmlns:a16="http://schemas.microsoft.com/office/drawing/2014/main" id="{8FEF86CA-C6C2-0418-7CAE-CB8BA6A71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950" y="4954588"/>
            <a:ext cx="657225" cy="68262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9</a:t>
            </a:r>
          </a:p>
        </p:txBody>
      </p:sp>
      <p:sp>
        <p:nvSpPr>
          <p:cNvPr id="39940" name="11">
            <a:extLst>
              <a:ext uri="{FF2B5EF4-FFF2-40B4-BE49-F238E27FC236}">
                <a16:creationId xmlns:a16="http://schemas.microsoft.com/office/drawing/2014/main" id="{7CD11BE2-0B61-796B-923D-745303328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96025" y="5275263"/>
            <a:ext cx="657225" cy="68262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27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11</a:t>
            </a:r>
          </a:p>
        </p:txBody>
      </p:sp>
      <p:sp>
        <p:nvSpPr>
          <p:cNvPr id="39941" name="7">
            <a:extLst>
              <a:ext uri="{FF2B5EF4-FFF2-40B4-BE49-F238E27FC236}">
                <a16:creationId xmlns:a16="http://schemas.microsoft.com/office/drawing/2014/main" id="{584222D3-DB0A-2354-3240-5ADF8ABC2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8288" y="5275263"/>
            <a:ext cx="658812" cy="68262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7</a:t>
            </a:r>
          </a:p>
        </p:txBody>
      </p:sp>
      <p:sp>
        <p:nvSpPr>
          <p:cNvPr id="39942" name="5">
            <a:extLst>
              <a:ext uri="{FF2B5EF4-FFF2-40B4-BE49-F238E27FC236}">
                <a16:creationId xmlns:a16="http://schemas.microsoft.com/office/drawing/2014/main" id="{B7887CFC-5305-757C-B9EF-09E8C5ABD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0775" y="8342313"/>
            <a:ext cx="657225" cy="681037"/>
          </a:xfrm>
          <a:prstGeom prst="ellipse">
            <a:avLst/>
          </a:prstGeom>
          <a:solidFill>
            <a:srgbClr val="173883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solidFill>
                  <a:srgbClr val="FFFFFF"/>
                </a:solidFill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5</a:t>
            </a:r>
          </a:p>
        </p:txBody>
      </p:sp>
      <p:sp>
        <p:nvSpPr>
          <p:cNvPr id="39943" name="2">
            <a:extLst>
              <a:ext uri="{FF2B5EF4-FFF2-40B4-BE49-F238E27FC236}">
                <a16:creationId xmlns:a16="http://schemas.microsoft.com/office/drawing/2014/main" id="{489EC58D-774F-0DDE-E1ED-B103391C8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85288" y="8342313"/>
            <a:ext cx="657225" cy="681037"/>
          </a:xfrm>
          <a:prstGeom prst="ellipse">
            <a:avLst/>
          </a:prstGeom>
          <a:solidFill>
            <a:srgbClr val="173883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solidFill>
                  <a:srgbClr val="FFFFFF"/>
                </a:solidFill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2</a:t>
            </a:r>
          </a:p>
        </p:txBody>
      </p:sp>
      <p:sp>
        <p:nvSpPr>
          <p:cNvPr id="39944" name="4">
            <a:extLst>
              <a:ext uri="{FF2B5EF4-FFF2-40B4-BE49-F238E27FC236}">
                <a16:creationId xmlns:a16="http://schemas.microsoft.com/office/drawing/2014/main" id="{B1CF1FC2-9EDC-DD6D-BB98-C609A516D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31038" y="8901113"/>
            <a:ext cx="657225" cy="68262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4</a:t>
            </a:r>
          </a:p>
        </p:txBody>
      </p:sp>
      <p:sp>
        <p:nvSpPr>
          <p:cNvPr id="39945" name="3">
            <a:extLst>
              <a:ext uri="{FF2B5EF4-FFF2-40B4-BE49-F238E27FC236}">
                <a16:creationId xmlns:a16="http://schemas.microsoft.com/office/drawing/2014/main" id="{473233A5-2EF4-2F33-003D-E7668F685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8038" y="8901113"/>
            <a:ext cx="657225" cy="68262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3</a:t>
            </a:r>
          </a:p>
        </p:txBody>
      </p:sp>
      <p:sp>
        <p:nvSpPr>
          <p:cNvPr id="39946" name="1">
            <a:extLst>
              <a:ext uri="{FF2B5EF4-FFF2-40B4-BE49-F238E27FC236}">
                <a16:creationId xmlns:a16="http://schemas.microsoft.com/office/drawing/2014/main" id="{E3952543-F816-5015-E943-6E817E79B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950" y="9761538"/>
            <a:ext cx="657225" cy="68262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</a:t>
            </a:r>
          </a:p>
        </p:txBody>
      </p:sp>
      <p:sp>
        <p:nvSpPr>
          <p:cNvPr id="39947" name="6">
            <a:extLst>
              <a:ext uri="{FF2B5EF4-FFF2-40B4-BE49-F238E27FC236}">
                <a16:creationId xmlns:a16="http://schemas.microsoft.com/office/drawing/2014/main" id="{D5B766E3-00AF-A4A4-1A1D-D8A29757B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3375" y="7600950"/>
            <a:ext cx="657225" cy="68262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6</a:t>
            </a:r>
          </a:p>
        </p:txBody>
      </p:sp>
      <p:sp>
        <p:nvSpPr>
          <p:cNvPr id="39948" name="8">
            <a:extLst>
              <a:ext uri="{FF2B5EF4-FFF2-40B4-BE49-F238E27FC236}">
                <a16:creationId xmlns:a16="http://schemas.microsoft.com/office/drawing/2014/main" id="{4272EF0D-34FA-EC33-4CB3-DCE4D910B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1538" y="6913563"/>
            <a:ext cx="657225" cy="68262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8</a:t>
            </a:r>
          </a:p>
        </p:txBody>
      </p:sp>
      <p:sp>
        <p:nvSpPr>
          <p:cNvPr id="39949" name="10">
            <a:extLst>
              <a:ext uri="{FF2B5EF4-FFF2-40B4-BE49-F238E27FC236}">
                <a16:creationId xmlns:a16="http://schemas.microsoft.com/office/drawing/2014/main" id="{1F56F481-5F0E-A708-A51A-BAE490497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32775" y="6424613"/>
            <a:ext cx="658813" cy="68262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10</a:t>
            </a:r>
          </a:p>
        </p:txBody>
      </p:sp>
      <p:sp>
        <p:nvSpPr>
          <p:cNvPr id="1112" name="TextBox 17">
            <a:hlinkClick r:id="rId2" action="ppaction://hlinksldjump"/>
            <a:extLst>
              <a:ext uri="{FF2B5EF4-FFF2-40B4-BE49-F238E27FC236}">
                <a16:creationId xmlns:a16="http://schemas.microsoft.com/office/drawing/2014/main" id="{AE7DCCB4-C668-2C9B-EEB6-06602FAA76C3}"/>
              </a:ext>
            </a:extLst>
          </p:cNvPr>
          <p:cNvSpPr txBox="1"/>
          <p:nvPr/>
        </p:nvSpPr>
        <p:spPr>
          <a:xfrm>
            <a:off x="2655888" y="6149975"/>
            <a:ext cx="4370387" cy="393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5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Overlap/underlap</a:t>
            </a:r>
          </a:p>
        </p:txBody>
      </p:sp>
      <p:sp>
        <p:nvSpPr>
          <p:cNvPr id="1113" name="TextBox 17">
            <a:hlinkClick r:id="rId3" action="ppaction://hlinksldjump"/>
            <a:extLst>
              <a:ext uri="{FF2B5EF4-FFF2-40B4-BE49-F238E27FC236}">
                <a16:creationId xmlns:a16="http://schemas.microsoft.com/office/drawing/2014/main" id="{3F7A7714-5421-AD1C-A90C-820B2CE68964}"/>
              </a:ext>
            </a:extLst>
          </p:cNvPr>
          <p:cNvSpPr txBox="1"/>
          <p:nvPr/>
        </p:nvSpPr>
        <p:spPr>
          <a:xfrm>
            <a:off x="2700338" y="9977438"/>
            <a:ext cx="4371975" cy="393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5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Voorzetten</a:t>
            </a:r>
          </a:p>
        </p:txBody>
      </p:sp>
      <p:sp>
        <p:nvSpPr>
          <p:cNvPr id="1114" name="TextBox 17">
            <a:hlinkClick r:id="rId4" action="ppaction://hlinksldjump"/>
            <a:extLst>
              <a:ext uri="{FF2B5EF4-FFF2-40B4-BE49-F238E27FC236}">
                <a16:creationId xmlns:a16="http://schemas.microsoft.com/office/drawing/2014/main" id="{E6002CF6-2255-B21A-75CA-5A47D4BCB1EF}"/>
              </a:ext>
            </a:extLst>
          </p:cNvPr>
          <p:cNvSpPr txBox="1"/>
          <p:nvPr/>
        </p:nvSpPr>
        <p:spPr>
          <a:xfrm>
            <a:off x="7588250" y="6169025"/>
            <a:ext cx="4371975" cy="393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5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Snelheid</a:t>
            </a:r>
          </a:p>
        </p:txBody>
      </p:sp>
      <p:sp>
        <p:nvSpPr>
          <p:cNvPr id="1115" name="TextBox 17">
            <a:hlinkClick r:id="rId5" action="ppaction://hlinksldjump"/>
            <a:extLst>
              <a:ext uri="{FF2B5EF4-FFF2-40B4-BE49-F238E27FC236}">
                <a16:creationId xmlns:a16="http://schemas.microsoft.com/office/drawing/2014/main" id="{E07CCDB9-CCAB-1DFB-72E6-6BE208C2E01B}"/>
              </a:ext>
            </a:extLst>
          </p:cNvPr>
          <p:cNvSpPr txBox="1"/>
          <p:nvPr/>
        </p:nvSpPr>
        <p:spPr>
          <a:xfrm>
            <a:off x="12366625" y="6157913"/>
            <a:ext cx="4370388" cy="393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5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Doorzettingsvermogen</a:t>
            </a:r>
          </a:p>
        </p:txBody>
      </p:sp>
      <p:sp>
        <p:nvSpPr>
          <p:cNvPr id="1116" name="TextBox 17">
            <a:hlinkClick r:id="rId6" action="ppaction://hlinksldjump"/>
            <a:extLst>
              <a:ext uri="{FF2B5EF4-FFF2-40B4-BE49-F238E27FC236}">
                <a16:creationId xmlns:a16="http://schemas.microsoft.com/office/drawing/2014/main" id="{09CAD19B-96B7-BE4A-B120-06AC3A5BF667}"/>
              </a:ext>
            </a:extLst>
          </p:cNvPr>
          <p:cNvSpPr txBox="1"/>
          <p:nvPr/>
        </p:nvSpPr>
        <p:spPr>
          <a:xfrm>
            <a:off x="2700338" y="11031538"/>
            <a:ext cx="4371975" cy="393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5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Dribbelen met bal</a:t>
            </a:r>
          </a:p>
        </p:txBody>
      </p:sp>
      <p:sp>
        <p:nvSpPr>
          <p:cNvPr id="1117" name="TextBox 17">
            <a:hlinkClick r:id="rId7" action="ppaction://hlinksldjump"/>
            <a:extLst>
              <a:ext uri="{FF2B5EF4-FFF2-40B4-BE49-F238E27FC236}">
                <a16:creationId xmlns:a16="http://schemas.microsoft.com/office/drawing/2014/main" id="{D44C88E4-4FE1-8E78-D751-F1CD9BA837F8}"/>
              </a:ext>
            </a:extLst>
          </p:cNvPr>
          <p:cNvSpPr txBox="1"/>
          <p:nvPr/>
        </p:nvSpPr>
        <p:spPr>
          <a:xfrm>
            <a:off x="7588250" y="9977438"/>
            <a:ext cx="4371975" cy="393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5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Uithoudingsvermogen</a:t>
            </a:r>
          </a:p>
        </p:txBody>
      </p:sp>
      <p:sp>
        <p:nvSpPr>
          <p:cNvPr id="1118" name="TextBox 17">
            <a:hlinkClick r:id="rId8" action="ppaction://hlinksldjump"/>
            <a:extLst>
              <a:ext uri="{FF2B5EF4-FFF2-40B4-BE49-F238E27FC236}">
                <a16:creationId xmlns:a16="http://schemas.microsoft.com/office/drawing/2014/main" id="{B925A74A-D61F-556B-A73F-C2A6EB8BA6B8}"/>
              </a:ext>
            </a:extLst>
          </p:cNvPr>
          <p:cNvSpPr txBox="1"/>
          <p:nvPr/>
        </p:nvSpPr>
        <p:spPr>
          <a:xfrm>
            <a:off x="7588250" y="11031538"/>
            <a:ext cx="4371975" cy="393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5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Wendbaarheid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TextBox 31">
            <a:extLst>
              <a:ext uri="{FF2B5EF4-FFF2-40B4-BE49-F238E27FC236}">
                <a16:creationId xmlns:a16="http://schemas.microsoft.com/office/drawing/2014/main" id="{A9FE5B23-2167-C560-9350-B3CFD2A5539B}"/>
              </a:ext>
            </a:extLst>
          </p:cNvPr>
          <p:cNvSpPr txBox="1"/>
          <p:nvPr/>
        </p:nvSpPr>
        <p:spPr>
          <a:xfrm>
            <a:off x="469900" y="4584700"/>
            <a:ext cx="4887913" cy="25146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Timing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Richting 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Tempo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Versnelling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Moment herkenning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Start positie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Hoe vaak?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Eindresultaat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121" name="TextBox 30">
            <a:extLst>
              <a:ext uri="{FF2B5EF4-FFF2-40B4-BE49-F238E27FC236}">
                <a16:creationId xmlns:a16="http://schemas.microsoft.com/office/drawing/2014/main" id="{EDBC6556-23B5-0674-70DD-AA43A470E328}"/>
              </a:ext>
            </a:extLst>
          </p:cNvPr>
          <p:cNvSpPr txBox="1"/>
          <p:nvPr/>
        </p:nvSpPr>
        <p:spPr>
          <a:xfrm>
            <a:off x="241300" y="2293938"/>
            <a:ext cx="5889625" cy="12192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“Loopactie over de flank om een buitenspeler heen / loopactie in de diepte vanuit de halfspace”</a:t>
            </a:r>
          </a:p>
        </p:txBody>
      </p:sp>
      <p:sp>
        <p:nvSpPr>
          <p:cNvPr id="1122" name="TextBox 17">
            <a:extLst>
              <a:ext uri="{FF2B5EF4-FFF2-40B4-BE49-F238E27FC236}">
                <a16:creationId xmlns:a16="http://schemas.microsoft.com/office/drawing/2014/main" id="{F490117A-F7BC-8DB0-E76F-0E2F28A4D4CF}"/>
              </a:ext>
            </a:extLst>
          </p:cNvPr>
          <p:cNvSpPr txBox="1"/>
          <p:nvPr/>
        </p:nvSpPr>
        <p:spPr>
          <a:xfrm>
            <a:off x="242888" y="1227138"/>
            <a:ext cx="5878512" cy="558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3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Overlap/Underlap</a:t>
            </a:r>
          </a:p>
        </p:txBody>
      </p:sp>
      <p:sp>
        <p:nvSpPr>
          <p:cNvPr id="1123" name="TextBox 31">
            <a:extLst>
              <a:ext uri="{FF2B5EF4-FFF2-40B4-BE49-F238E27FC236}">
                <a16:creationId xmlns:a16="http://schemas.microsoft.com/office/drawing/2014/main" id="{0A5FBBAB-8D1F-AD8A-3533-0F10212C88BB}"/>
              </a:ext>
            </a:extLst>
          </p:cNvPr>
          <p:cNvSpPr txBox="1"/>
          <p:nvPr/>
        </p:nvSpPr>
        <p:spPr>
          <a:xfrm>
            <a:off x="6438900" y="4584700"/>
            <a:ext cx="4887913" cy="22352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Overzicht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Eind locatie (bal)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Waarvandaan?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Soort voorzet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Voorbereiding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Hoe vaak?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Eindresultaat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124" name="TextBox 30">
            <a:extLst>
              <a:ext uri="{FF2B5EF4-FFF2-40B4-BE49-F238E27FC236}">
                <a16:creationId xmlns:a16="http://schemas.microsoft.com/office/drawing/2014/main" id="{5C863546-286A-E051-7630-97B51A5DAFC4}"/>
              </a:ext>
            </a:extLst>
          </p:cNvPr>
          <p:cNvSpPr txBox="1"/>
          <p:nvPr/>
        </p:nvSpPr>
        <p:spPr>
          <a:xfrm>
            <a:off x="6232525" y="2298700"/>
            <a:ext cx="5891213" cy="12192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“Voorzetten vanaf de helft van de helft van de tegenstander”buiten de 16m”</a:t>
            </a:r>
          </a:p>
        </p:txBody>
      </p:sp>
      <p:sp>
        <p:nvSpPr>
          <p:cNvPr id="1125" name="TextBox 17">
            <a:extLst>
              <a:ext uri="{FF2B5EF4-FFF2-40B4-BE49-F238E27FC236}">
                <a16:creationId xmlns:a16="http://schemas.microsoft.com/office/drawing/2014/main" id="{78DE5FDA-752D-9651-2E88-0017A0C20959}"/>
              </a:ext>
            </a:extLst>
          </p:cNvPr>
          <p:cNvSpPr txBox="1"/>
          <p:nvPr/>
        </p:nvSpPr>
        <p:spPr>
          <a:xfrm>
            <a:off x="6234113" y="1231900"/>
            <a:ext cx="5878512" cy="558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3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Voorzetten</a:t>
            </a:r>
          </a:p>
        </p:txBody>
      </p:sp>
      <p:sp>
        <p:nvSpPr>
          <p:cNvPr id="1126" name="TextBox 30">
            <a:extLst>
              <a:ext uri="{FF2B5EF4-FFF2-40B4-BE49-F238E27FC236}">
                <a16:creationId xmlns:a16="http://schemas.microsoft.com/office/drawing/2014/main" id="{AF93938F-36E8-5016-F187-7C09E43D3450}"/>
              </a:ext>
            </a:extLst>
          </p:cNvPr>
          <p:cNvSpPr txBox="1"/>
          <p:nvPr/>
        </p:nvSpPr>
        <p:spPr>
          <a:xfrm>
            <a:off x="12222163" y="2522538"/>
            <a:ext cx="5891212" cy="77152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kern="0"/>
              <a:t>"Voorwaarts dribbelen met bal richting de open ruimtes”</a:t>
            </a:r>
          </a:p>
        </p:txBody>
      </p:sp>
      <p:sp>
        <p:nvSpPr>
          <p:cNvPr id="1127" name="TextBox 17">
            <a:extLst>
              <a:ext uri="{FF2B5EF4-FFF2-40B4-BE49-F238E27FC236}">
                <a16:creationId xmlns:a16="http://schemas.microsoft.com/office/drawing/2014/main" id="{96DE6BB1-B137-AEFA-BF61-FA4ADEC2867E}"/>
              </a:ext>
            </a:extLst>
          </p:cNvPr>
          <p:cNvSpPr txBox="1"/>
          <p:nvPr/>
        </p:nvSpPr>
        <p:spPr>
          <a:xfrm>
            <a:off x="12223750" y="1231900"/>
            <a:ext cx="5878513" cy="558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3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Dribbelen met bal</a:t>
            </a:r>
          </a:p>
        </p:txBody>
      </p:sp>
      <p:sp>
        <p:nvSpPr>
          <p:cNvPr id="1128" name="TextBox 31">
            <a:extLst>
              <a:ext uri="{FF2B5EF4-FFF2-40B4-BE49-F238E27FC236}">
                <a16:creationId xmlns:a16="http://schemas.microsoft.com/office/drawing/2014/main" id="{4F0CF38B-9919-B4A9-113E-28EE2E1AA495}"/>
              </a:ext>
            </a:extLst>
          </p:cNvPr>
          <p:cNvSpPr txBox="1"/>
          <p:nvPr/>
        </p:nvSpPr>
        <p:spPr>
          <a:xfrm>
            <a:off x="12439650" y="4584700"/>
            <a:ext cx="4100513" cy="25146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Mobiliteit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Controle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Snelheid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Beide benen?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Voorbereiding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Afstand overbruggen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Hoe vaak?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Eindresultaat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129" name="TextBox 31">
            <a:extLst>
              <a:ext uri="{FF2B5EF4-FFF2-40B4-BE49-F238E27FC236}">
                <a16:creationId xmlns:a16="http://schemas.microsoft.com/office/drawing/2014/main" id="{4B07EB4D-6739-BB94-3AD4-47CAAEE6E661}"/>
              </a:ext>
            </a:extLst>
          </p:cNvPr>
          <p:cNvSpPr txBox="1"/>
          <p:nvPr/>
        </p:nvSpPr>
        <p:spPr>
          <a:xfrm>
            <a:off x="18441988" y="4584700"/>
            <a:ext cx="3779837" cy="1955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Topsnelheid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Acceleratie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Paslengte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Grote / kleine afstanden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1e meters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Eindresultaat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130" name="TextBox 30">
            <a:extLst>
              <a:ext uri="{FF2B5EF4-FFF2-40B4-BE49-F238E27FC236}">
                <a16:creationId xmlns:a16="http://schemas.microsoft.com/office/drawing/2014/main" id="{C13C94C3-3EB8-6E0B-8D24-6B59B06A7F1F}"/>
              </a:ext>
            </a:extLst>
          </p:cNvPr>
          <p:cNvSpPr txBox="1"/>
          <p:nvPr/>
        </p:nvSpPr>
        <p:spPr>
          <a:xfrm>
            <a:off x="18203863" y="2298700"/>
            <a:ext cx="5889625" cy="12192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“Absolute snelheid zonder bal” “Snelheid in de acties met bal” “Startsnelheid”</a:t>
            </a:r>
          </a:p>
        </p:txBody>
      </p:sp>
      <p:sp>
        <p:nvSpPr>
          <p:cNvPr id="1131" name="TextBox 17">
            <a:extLst>
              <a:ext uri="{FF2B5EF4-FFF2-40B4-BE49-F238E27FC236}">
                <a16:creationId xmlns:a16="http://schemas.microsoft.com/office/drawing/2014/main" id="{273AE574-426F-13DE-1D76-5DF5E33B9EB8}"/>
              </a:ext>
            </a:extLst>
          </p:cNvPr>
          <p:cNvSpPr txBox="1"/>
          <p:nvPr/>
        </p:nvSpPr>
        <p:spPr>
          <a:xfrm>
            <a:off x="18205450" y="1231900"/>
            <a:ext cx="5878513" cy="558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3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Snelheid</a:t>
            </a:r>
          </a:p>
        </p:txBody>
      </p:sp>
      <p:sp>
        <p:nvSpPr>
          <p:cNvPr id="1132" name="TextBox 30">
            <a:extLst>
              <a:ext uri="{FF2B5EF4-FFF2-40B4-BE49-F238E27FC236}">
                <a16:creationId xmlns:a16="http://schemas.microsoft.com/office/drawing/2014/main" id="{7ABDFDAB-2F8D-E2FC-92C0-953D21602CA2}"/>
              </a:ext>
            </a:extLst>
          </p:cNvPr>
          <p:cNvSpPr txBox="1"/>
          <p:nvPr/>
        </p:nvSpPr>
        <p:spPr>
          <a:xfrm>
            <a:off x="550863" y="8758238"/>
            <a:ext cx="5359400" cy="812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“Volhouden van de positie specifieke voetbalacties”</a:t>
            </a:r>
          </a:p>
        </p:txBody>
      </p:sp>
      <p:sp>
        <p:nvSpPr>
          <p:cNvPr id="1133" name="TextBox 17">
            <a:extLst>
              <a:ext uri="{FF2B5EF4-FFF2-40B4-BE49-F238E27FC236}">
                <a16:creationId xmlns:a16="http://schemas.microsoft.com/office/drawing/2014/main" id="{99D57780-2869-5A1A-40B0-28CCDC8F6802}"/>
              </a:ext>
            </a:extLst>
          </p:cNvPr>
          <p:cNvSpPr txBox="1"/>
          <p:nvPr/>
        </p:nvSpPr>
        <p:spPr>
          <a:xfrm>
            <a:off x="263525" y="7473950"/>
            <a:ext cx="5883275" cy="558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3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Uithoudingsvermogen</a:t>
            </a:r>
          </a:p>
        </p:txBody>
      </p:sp>
      <p:sp>
        <p:nvSpPr>
          <p:cNvPr id="1134" name="TextBox 31">
            <a:extLst>
              <a:ext uri="{FF2B5EF4-FFF2-40B4-BE49-F238E27FC236}">
                <a16:creationId xmlns:a16="http://schemas.microsoft.com/office/drawing/2014/main" id="{7191B89D-62F8-E45E-A83F-089A88C4F576}"/>
              </a:ext>
            </a:extLst>
          </p:cNvPr>
          <p:cNvSpPr txBox="1"/>
          <p:nvPr/>
        </p:nvSpPr>
        <p:spPr>
          <a:xfrm>
            <a:off x="479425" y="10841038"/>
            <a:ext cx="2751138" cy="1955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Intensiteit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Total distance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HI-runs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Sprints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90 min volhouden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Gemiddelde p/w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135" name="TextBox 31">
            <a:extLst>
              <a:ext uri="{FF2B5EF4-FFF2-40B4-BE49-F238E27FC236}">
                <a16:creationId xmlns:a16="http://schemas.microsoft.com/office/drawing/2014/main" id="{AFF1E961-1AE9-7A0E-9626-DDC5EF61ED45}"/>
              </a:ext>
            </a:extLst>
          </p:cNvPr>
          <p:cNvSpPr txBox="1"/>
          <p:nvPr/>
        </p:nvSpPr>
        <p:spPr>
          <a:xfrm>
            <a:off x="6445250" y="10841038"/>
            <a:ext cx="3781425" cy="1955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(Reactie) snelheid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Voetenwerk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Balans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Zwaartepunt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Richtingsverandering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Mobiliteit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136" name="TextBox 30">
            <a:extLst>
              <a:ext uri="{FF2B5EF4-FFF2-40B4-BE49-F238E27FC236}">
                <a16:creationId xmlns:a16="http://schemas.microsoft.com/office/drawing/2014/main" id="{BE7D2D47-1301-6B08-D269-467D060FCB42}"/>
              </a:ext>
            </a:extLst>
          </p:cNvPr>
          <p:cNvSpPr txBox="1"/>
          <p:nvPr/>
        </p:nvSpPr>
        <p:spPr>
          <a:xfrm>
            <a:off x="6230938" y="8566150"/>
            <a:ext cx="5891212" cy="113823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 algn="ctr" defTabSz="1285875" eaLnBrk="1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6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“Snel en effectief de </a:t>
            </a:r>
          </a:p>
          <a:p>
            <a:pPr algn="ctr" defTabSz="1285875" eaLnBrk="1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6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lichaamspositie- en richting </a:t>
            </a:r>
          </a:p>
          <a:p>
            <a:pPr algn="ctr" defTabSz="1285875" eaLnBrk="1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6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kunnen veranderen”</a:t>
            </a:r>
          </a:p>
        </p:txBody>
      </p:sp>
      <p:sp>
        <p:nvSpPr>
          <p:cNvPr id="1137" name="TextBox 17">
            <a:extLst>
              <a:ext uri="{FF2B5EF4-FFF2-40B4-BE49-F238E27FC236}">
                <a16:creationId xmlns:a16="http://schemas.microsoft.com/office/drawing/2014/main" id="{083EB4A5-6E2C-04BA-12E4-FA42DBB9839E}"/>
              </a:ext>
            </a:extLst>
          </p:cNvPr>
          <p:cNvSpPr txBox="1"/>
          <p:nvPr/>
        </p:nvSpPr>
        <p:spPr>
          <a:xfrm>
            <a:off x="6232525" y="7458075"/>
            <a:ext cx="5878513" cy="558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3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wendbaarheid</a:t>
            </a:r>
          </a:p>
        </p:txBody>
      </p:sp>
      <p:sp>
        <p:nvSpPr>
          <p:cNvPr id="1138" name="TextBox 17">
            <a:extLst>
              <a:ext uri="{FF2B5EF4-FFF2-40B4-BE49-F238E27FC236}">
                <a16:creationId xmlns:a16="http://schemas.microsoft.com/office/drawing/2014/main" id="{743FC043-96D1-D842-F7A5-014EB5A96A3A}"/>
              </a:ext>
            </a:extLst>
          </p:cNvPr>
          <p:cNvSpPr txBox="1"/>
          <p:nvPr/>
        </p:nvSpPr>
        <p:spPr>
          <a:xfrm>
            <a:off x="12226925" y="7473950"/>
            <a:ext cx="5881688" cy="520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34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Doorzettingsvermogen</a:t>
            </a:r>
          </a:p>
        </p:txBody>
      </p:sp>
      <p:sp>
        <p:nvSpPr>
          <p:cNvPr id="1139" name="TextBox 30">
            <a:extLst>
              <a:ext uri="{FF2B5EF4-FFF2-40B4-BE49-F238E27FC236}">
                <a16:creationId xmlns:a16="http://schemas.microsoft.com/office/drawing/2014/main" id="{255B0239-5FDB-15A6-AF0C-104A4E9F303E}"/>
              </a:ext>
            </a:extLst>
          </p:cNvPr>
          <p:cNvSpPr txBox="1"/>
          <p:nvPr/>
        </p:nvSpPr>
        <p:spPr>
          <a:xfrm>
            <a:off x="12552363" y="8351838"/>
            <a:ext cx="5359400" cy="16256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 algn="ctr" defTabSz="1285875" eaLnBrk="1" fontAlgn="auto">
              <a:spcBef>
                <a:spcPts val="0"/>
              </a:spcBef>
              <a:spcAft>
                <a:spcPts val="0"/>
              </a:spcAft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6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“Heeft een echte winnaarsmentaliteit, geeft nooit op en probeert teamgenoten </a:t>
            </a:r>
          </a:p>
          <a:p>
            <a:pPr algn="ctr" defTabSz="1285875" eaLnBrk="1" fontAlgn="auto">
              <a:spcBef>
                <a:spcPts val="0"/>
              </a:spcBef>
              <a:spcAft>
                <a:spcPts val="0"/>
              </a:spcAft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6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te stimuleren”</a:t>
            </a:r>
          </a:p>
        </p:txBody>
      </p:sp>
      <p:sp>
        <p:nvSpPr>
          <p:cNvPr id="1140" name="TextBox 31">
            <a:extLst>
              <a:ext uri="{FF2B5EF4-FFF2-40B4-BE49-F238E27FC236}">
                <a16:creationId xmlns:a16="http://schemas.microsoft.com/office/drawing/2014/main" id="{FB4B8D0F-934C-A793-F73F-4175BB465077}"/>
              </a:ext>
            </a:extLst>
          </p:cNvPr>
          <p:cNvSpPr txBox="1"/>
          <p:nvPr/>
        </p:nvSpPr>
        <p:spPr>
          <a:xfrm>
            <a:off x="12446000" y="10841038"/>
            <a:ext cx="2751138" cy="22352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Emotie controle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Gedrag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Rouwmomenten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Anderen inspireren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Nooit opgeven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Tot het einde vechten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Altijd 100%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TextBox 31">
            <a:extLst>
              <a:ext uri="{FF2B5EF4-FFF2-40B4-BE49-F238E27FC236}">
                <a16:creationId xmlns:a16="http://schemas.microsoft.com/office/drawing/2014/main" id="{9EF197AC-E105-824A-6BB6-A8DEEC083F80}"/>
              </a:ext>
            </a:extLst>
          </p:cNvPr>
          <p:cNvSpPr txBox="1"/>
          <p:nvPr/>
        </p:nvSpPr>
        <p:spPr>
          <a:xfrm>
            <a:off x="588963" y="11323638"/>
            <a:ext cx="23456900" cy="393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 eaLnBrk="1" fontAlgn="auto">
              <a:spcBef>
                <a:spcPts val="0"/>
              </a:spcBef>
              <a:spcAft>
                <a:spcPts val="0"/>
              </a:spcAft>
              <a:buFont typeface="Arial"/>
              <a:buNone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2500" kern="0">
              <a:uFill>
                <a:solidFill>
                  <a:srgbClr val="525252"/>
                </a:solidFill>
              </a:u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3" name="Star">
            <a:extLst>
              <a:ext uri="{FF2B5EF4-FFF2-40B4-BE49-F238E27FC236}">
                <a16:creationId xmlns:a16="http://schemas.microsoft.com/office/drawing/2014/main" id="{49DBEFE8-2126-7DC6-9304-5BF72A818829}"/>
              </a:ext>
            </a:extLst>
          </p:cNvPr>
          <p:cNvSpPr/>
          <p:nvPr/>
        </p:nvSpPr>
        <p:spPr>
          <a:xfrm>
            <a:off x="2387917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44" name="Star">
            <a:extLst>
              <a:ext uri="{FF2B5EF4-FFF2-40B4-BE49-F238E27FC236}">
                <a16:creationId xmlns:a16="http://schemas.microsoft.com/office/drawing/2014/main" id="{8B212B91-C011-D9C2-01D7-7C7FF9891140}"/>
              </a:ext>
            </a:extLst>
          </p:cNvPr>
          <p:cNvSpPr/>
          <p:nvPr/>
        </p:nvSpPr>
        <p:spPr>
          <a:xfrm>
            <a:off x="233902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45" name="Star">
            <a:extLst>
              <a:ext uri="{FF2B5EF4-FFF2-40B4-BE49-F238E27FC236}">
                <a16:creationId xmlns:a16="http://schemas.microsoft.com/office/drawing/2014/main" id="{BAF086F6-C02E-95FE-1C4D-11B3B7DCA0CC}"/>
              </a:ext>
            </a:extLst>
          </p:cNvPr>
          <p:cNvSpPr/>
          <p:nvPr/>
        </p:nvSpPr>
        <p:spPr>
          <a:xfrm>
            <a:off x="2289651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46" name="Star">
            <a:extLst>
              <a:ext uri="{FF2B5EF4-FFF2-40B4-BE49-F238E27FC236}">
                <a16:creationId xmlns:a16="http://schemas.microsoft.com/office/drawing/2014/main" id="{1E3CE346-9C6E-6C50-84CB-F769D6599BE0}"/>
              </a:ext>
            </a:extLst>
          </p:cNvPr>
          <p:cNvSpPr/>
          <p:nvPr/>
        </p:nvSpPr>
        <p:spPr>
          <a:xfrm>
            <a:off x="2240756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47" name="Star">
            <a:extLst>
              <a:ext uri="{FF2B5EF4-FFF2-40B4-BE49-F238E27FC236}">
                <a16:creationId xmlns:a16="http://schemas.microsoft.com/office/drawing/2014/main" id="{56F17D39-D7DC-98B5-9F80-540ADCBC7047}"/>
              </a:ext>
            </a:extLst>
          </p:cNvPr>
          <p:cNvSpPr/>
          <p:nvPr/>
        </p:nvSpPr>
        <p:spPr>
          <a:xfrm>
            <a:off x="2191861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48" name="Star">
            <a:extLst>
              <a:ext uri="{FF2B5EF4-FFF2-40B4-BE49-F238E27FC236}">
                <a16:creationId xmlns:a16="http://schemas.microsoft.com/office/drawing/2014/main" id="{D62183A9-BF15-BA3A-2970-10EAAC225A07}"/>
              </a:ext>
            </a:extLst>
          </p:cNvPr>
          <p:cNvSpPr/>
          <p:nvPr/>
        </p:nvSpPr>
        <p:spPr>
          <a:xfrm>
            <a:off x="21424900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49" name="Star">
            <a:extLst>
              <a:ext uri="{FF2B5EF4-FFF2-40B4-BE49-F238E27FC236}">
                <a16:creationId xmlns:a16="http://schemas.microsoft.com/office/drawing/2014/main" id="{76315E0E-451E-C3DA-CB01-6934ACF9D639}"/>
              </a:ext>
            </a:extLst>
          </p:cNvPr>
          <p:cNvSpPr/>
          <p:nvPr/>
        </p:nvSpPr>
        <p:spPr>
          <a:xfrm>
            <a:off x="20935950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50" name="Star">
            <a:extLst>
              <a:ext uri="{FF2B5EF4-FFF2-40B4-BE49-F238E27FC236}">
                <a16:creationId xmlns:a16="http://schemas.microsoft.com/office/drawing/2014/main" id="{66C15954-0480-8219-951E-08794D1A5A55}"/>
              </a:ext>
            </a:extLst>
          </p:cNvPr>
          <p:cNvSpPr/>
          <p:nvPr/>
        </p:nvSpPr>
        <p:spPr>
          <a:xfrm>
            <a:off x="204438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51" name="Star">
            <a:extLst>
              <a:ext uri="{FF2B5EF4-FFF2-40B4-BE49-F238E27FC236}">
                <a16:creationId xmlns:a16="http://schemas.microsoft.com/office/drawing/2014/main" id="{AB35E1D0-68A3-1D40-9C7A-BD596D039A1B}"/>
              </a:ext>
            </a:extLst>
          </p:cNvPr>
          <p:cNvSpPr/>
          <p:nvPr/>
        </p:nvSpPr>
        <p:spPr>
          <a:xfrm>
            <a:off x="1995487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52" name="Star">
            <a:extLst>
              <a:ext uri="{FF2B5EF4-FFF2-40B4-BE49-F238E27FC236}">
                <a16:creationId xmlns:a16="http://schemas.microsoft.com/office/drawing/2014/main" id="{99189096-E3C6-52F0-2C6D-DC4160791503}"/>
              </a:ext>
            </a:extLst>
          </p:cNvPr>
          <p:cNvSpPr/>
          <p:nvPr/>
        </p:nvSpPr>
        <p:spPr>
          <a:xfrm>
            <a:off x="194659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41997" name="FC DEN BOSCH LOGO.png" descr="FC DEN BOSCH LOGO.png">
            <a:hlinkClick r:id="rId2" action="ppaction://hlinksldjump"/>
            <a:extLst>
              <a:ext uri="{FF2B5EF4-FFF2-40B4-BE49-F238E27FC236}">
                <a16:creationId xmlns:a16="http://schemas.microsoft.com/office/drawing/2014/main" id="{E8EAA7E9-5B1E-0371-8D27-D131EE9AE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8163" y="9332913"/>
            <a:ext cx="782637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41998" name="Schermafbeelding 2026-03-23 om 12.30.50.png" descr="Schermafbeelding 2026-03-23 om 12.30.50.png">
            <a:extLst>
              <a:ext uri="{FF2B5EF4-FFF2-40B4-BE49-F238E27FC236}">
                <a16:creationId xmlns:a16="http://schemas.microsoft.com/office/drawing/2014/main" id="{4117CFBD-F6F1-380E-400B-A6C4778F10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" b="60"/>
          <a:stretch>
            <a:fillRect/>
          </a:stretch>
        </p:blipFill>
        <p:spPr bwMode="auto">
          <a:xfrm>
            <a:off x="333375" y="231775"/>
            <a:ext cx="19023013" cy="10699750"/>
          </a:xfrm>
          <a:prstGeom prst="rect">
            <a:avLst/>
          </a:prstGeom>
          <a:noFill/>
          <a:ln w="254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TextBox 31">
            <a:extLst>
              <a:ext uri="{FF2B5EF4-FFF2-40B4-BE49-F238E27FC236}">
                <a16:creationId xmlns:a16="http://schemas.microsoft.com/office/drawing/2014/main" id="{133CDB0C-B2C5-3195-302C-470B99C8CCFC}"/>
              </a:ext>
            </a:extLst>
          </p:cNvPr>
          <p:cNvSpPr txBox="1"/>
          <p:nvPr/>
        </p:nvSpPr>
        <p:spPr>
          <a:xfrm>
            <a:off x="588963" y="11323638"/>
            <a:ext cx="23456900" cy="393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 eaLnBrk="1" fontAlgn="auto">
              <a:spcBef>
                <a:spcPts val="0"/>
              </a:spcBef>
              <a:spcAft>
                <a:spcPts val="0"/>
              </a:spcAft>
              <a:buFont typeface="Arial"/>
              <a:buNone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2500" kern="0">
              <a:uFill>
                <a:solidFill>
                  <a:srgbClr val="525252"/>
                </a:solidFill>
              </a:u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57" name="Star">
            <a:extLst>
              <a:ext uri="{FF2B5EF4-FFF2-40B4-BE49-F238E27FC236}">
                <a16:creationId xmlns:a16="http://schemas.microsoft.com/office/drawing/2014/main" id="{CBCAED22-07B4-7E29-0094-078EC01FD9C4}"/>
              </a:ext>
            </a:extLst>
          </p:cNvPr>
          <p:cNvSpPr/>
          <p:nvPr/>
        </p:nvSpPr>
        <p:spPr>
          <a:xfrm>
            <a:off x="2387917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58" name="Star">
            <a:extLst>
              <a:ext uri="{FF2B5EF4-FFF2-40B4-BE49-F238E27FC236}">
                <a16:creationId xmlns:a16="http://schemas.microsoft.com/office/drawing/2014/main" id="{83FE9DC3-2746-C36C-05E8-E54A4F51FC4E}"/>
              </a:ext>
            </a:extLst>
          </p:cNvPr>
          <p:cNvSpPr/>
          <p:nvPr/>
        </p:nvSpPr>
        <p:spPr>
          <a:xfrm>
            <a:off x="233902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59" name="Star">
            <a:extLst>
              <a:ext uri="{FF2B5EF4-FFF2-40B4-BE49-F238E27FC236}">
                <a16:creationId xmlns:a16="http://schemas.microsoft.com/office/drawing/2014/main" id="{ABB7970A-CFC5-5F80-0162-13B7D10C2E01}"/>
              </a:ext>
            </a:extLst>
          </p:cNvPr>
          <p:cNvSpPr/>
          <p:nvPr/>
        </p:nvSpPr>
        <p:spPr>
          <a:xfrm>
            <a:off x="2289651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60" name="Star">
            <a:extLst>
              <a:ext uri="{FF2B5EF4-FFF2-40B4-BE49-F238E27FC236}">
                <a16:creationId xmlns:a16="http://schemas.microsoft.com/office/drawing/2014/main" id="{FF2BE470-19A5-6497-CBC8-E5E97AB8AD1D}"/>
              </a:ext>
            </a:extLst>
          </p:cNvPr>
          <p:cNvSpPr/>
          <p:nvPr/>
        </p:nvSpPr>
        <p:spPr>
          <a:xfrm>
            <a:off x="2240756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61" name="Star">
            <a:extLst>
              <a:ext uri="{FF2B5EF4-FFF2-40B4-BE49-F238E27FC236}">
                <a16:creationId xmlns:a16="http://schemas.microsoft.com/office/drawing/2014/main" id="{40FFA2CD-E46C-BF47-F578-A33E36BE062D}"/>
              </a:ext>
            </a:extLst>
          </p:cNvPr>
          <p:cNvSpPr/>
          <p:nvPr/>
        </p:nvSpPr>
        <p:spPr>
          <a:xfrm>
            <a:off x="2191861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62" name="Star">
            <a:extLst>
              <a:ext uri="{FF2B5EF4-FFF2-40B4-BE49-F238E27FC236}">
                <a16:creationId xmlns:a16="http://schemas.microsoft.com/office/drawing/2014/main" id="{78D253E0-2B95-77EC-AF2A-4B38AE0426DD}"/>
              </a:ext>
            </a:extLst>
          </p:cNvPr>
          <p:cNvSpPr/>
          <p:nvPr/>
        </p:nvSpPr>
        <p:spPr>
          <a:xfrm>
            <a:off x="21424900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63" name="Star">
            <a:extLst>
              <a:ext uri="{FF2B5EF4-FFF2-40B4-BE49-F238E27FC236}">
                <a16:creationId xmlns:a16="http://schemas.microsoft.com/office/drawing/2014/main" id="{99C5136A-7240-9F3E-206D-B22D45F3DE1A}"/>
              </a:ext>
            </a:extLst>
          </p:cNvPr>
          <p:cNvSpPr/>
          <p:nvPr/>
        </p:nvSpPr>
        <p:spPr>
          <a:xfrm>
            <a:off x="20935950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64" name="Star">
            <a:extLst>
              <a:ext uri="{FF2B5EF4-FFF2-40B4-BE49-F238E27FC236}">
                <a16:creationId xmlns:a16="http://schemas.microsoft.com/office/drawing/2014/main" id="{9AB37248-9B78-36AF-A263-3A7EA2EF9339}"/>
              </a:ext>
            </a:extLst>
          </p:cNvPr>
          <p:cNvSpPr/>
          <p:nvPr/>
        </p:nvSpPr>
        <p:spPr>
          <a:xfrm>
            <a:off x="204438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65" name="Star">
            <a:extLst>
              <a:ext uri="{FF2B5EF4-FFF2-40B4-BE49-F238E27FC236}">
                <a16:creationId xmlns:a16="http://schemas.microsoft.com/office/drawing/2014/main" id="{9AC10ECD-EAAF-37AD-961F-F16C0450D696}"/>
              </a:ext>
            </a:extLst>
          </p:cNvPr>
          <p:cNvSpPr/>
          <p:nvPr/>
        </p:nvSpPr>
        <p:spPr>
          <a:xfrm>
            <a:off x="1995487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66" name="Star">
            <a:extLst>
              <a:ext uri="{FF2B5EF4-FFF2-40B4-BE49-F238E27FC236}">
                <a16:creationId xmlns:a16="http://schemas.microsoft.com/office/drawing/2014/main" id="{E748E50A-2402-F4FC-1367-9162EC317B5B}"/>
              </a:ext>
            </a:extLst>
          </p:cNvPr>
          <p:cNvSpPr/>
          <p:nvPr/>
        </p:nvSpPr>
        <p:spPr>
          <a:xfrm>
            <a:off x="194659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43021" name="Schermafbeelding 2026-03-23 om 12.30.50.png" descr="Schermafbeelding 2026-03-23 om 12.30.50.png">
            <a:extLst>
              <a:ext uri="{FF2B5EF4-FFF2-40B4-BE49-F238E27FC236}">
                <a16:creationId xmlns:a16="http://schemas.microsoft.com/office/drawing/2014/main" id="{028CCF88-33B5-00CE-5C0D-CDE2213E9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" b="60"/>
          <a:stretch>
            <a:fillRect/>
          </a:stretch>
        </p:blipFill>
        <p:spPr bwMode="auto">
          <a:xfrm>
            <a:off x="333375" y="231775"/>
            <a:ext cx="19023013" cy="10699750"/>
          </a:xfrm>
          <a:prstGeom prst="rect">
            <a:avLst/>
          </a:prstGeom>
          <a:noFill/>
          <a:ln w="254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22" name="FC DEN BOSCH LOGO.png" descr="FC DEN BOSCH LOGO.png">
            <a:hlinkClick r:id="rId3" action="ppaction://hlinksldjump"/>
            <a:extLst>
              <a:ext uri="{FF2B5EF4-FFF2-40B4-BE49-F238E27FC236}">
                <a16:creationId xmlns:a16="http://schemas.microsoft.com/office/drawing/2014/main" id="{CA94CE43-B26C-A7B6-EB65-4534EB9DC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8163" y="9332913"/>
            <a:ext cx="782637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TextBox 31">
            <a:extLst>
              <a:ext uri="{FF2B5EF4-FFF2-40B4-BE49-F238E27FC236}">
                <a16:creationId xmlns:a16="http://schemas.microsoft.com/office/drawing/2014/main" id="{36254E7D-3ED0-4B82-AC2F-7F85E37FAB33}"/>
              </a:ext>
            </a:extLst>
          </p:cNvPr>
          <p:cNvSpPr txBox="1"/>
          <p:nvPr/>
        </p:nvSpPr>
        <p:spPr>
          <a:xfrm>
            <a:off x="588963" y="11323638"/>
            <a:ext cx="23456900" cy="393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 eaLnBrk="1" fontAlgn="auto">
              <a:spcBef>
                <a:spcPts val="0"/>
              </a:spcBef>
              <a:spcAft>
                <a:spcPts val="0"/>
              </a:spcAft>
              <a:buFont typeface="Arial"/>
              <a:buNone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2500" kern="0">
              <a:uFill>
                <a:solidFill>
                  <a:srgbClr val="525252"/>
                </a:solidFill>
              </a:u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71" name="Star">
            <a:extLst>
              <a:ext uri="{FF2B5EF4-FFF2-40B4-BE49-F238E27FC236}">
                <a16:creationId xmlns:a16="http://schemas.microsoft.com/office/drawing/2014/main" id="{5BEB67B5-8475-96EC-2E8E-A6B0E0F9949B}"/>
              </a:ext>
            </a:extLst>
          </p:cNvPr>
          <p:cNvSpPr/>
          <p:nvPr/>
        </p:nvSpPr>
        <p:spPr>
          <a:xfrm>
            <a:off x="2387917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72" name="Star">
            <a:extLst>
              <a:ext uri="{FF2B5EF4-FFF2-40B4-BE49-F238E27FC236}">
                <a16:creationId xmlns:a16="http://schemas.microsoft.com/office/drawing/2014/main" id="{E8C7F9E0-6E3A-FFDD-B1D1-03AA26064E86}"/>
              </a:ext>
            </a:extLst>
          </p:cNvPr>
          <p:cNvSpPr/>
          <p:nvPr/>
        </p:nvSpPr>
        <p:spPr>
          <a:xfrm>
            <a:off x="233902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73" name="Star">
            <a:extLst>
              <a:ext uri="{FF2B5EF4-FFF2-40B4-BE49-F238E27FC236}">
                <a16:creationId xmlns:a16="http://schemas.microsoft.com/office/drawing/2014/main" id="{E8ED6D45-21D2-5F71-C76D-DA2A20CC1A15}"/>
              </a:ext>
            </a:extLst>
          </p:cNvPr>
          <p:cNvSpPr/>
          <p:nvPr/>
        </p:nvSpPr>
        <p:spPr>
          <a:xfrm>
            <a:off x="2289651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74" name="Star">
            <a:extLst>
              <a:ext uri="{FF2B5EF4-FFF2-40B4-BE49-F238E27FC236}">
                <a16:creationId xmlns:a16="http://schemas.microsoft.com/office/drawing/2014/main" id="{EC59D3F0-D3EB-A0A7-78FA-D1719262A33E}"/>
              </a:ext>
            </a:extLst>
          </p:cNvPr>
          <p:cNvSpPr/>
          <p:nvPr/>
        </p:nvSpPr>
        <p:spPr>
          <a:xfrm>
            <a:off x="2240756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75" name="Star">
            <a:extLst>
              <a:ext uri="{FF2B5EF4-FFF2-40B4-BE49-F238E27FC236}">
                <a16:creationId xmlns:a16="http://schemas.microsoft.com/office/drawing/2014/main" id="{32E1BECE-CC22-DB5F-757F-26EF1179FA14}"/>
              </a:ext>
            </a:extLst>
          </p:cNvPr>
          <p:cNvSpPr/>
          <p:nvPr/>
        </p:nvSpPr>
        <p:spPr>
          <a:xfrm>
            <a:off x="2191861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76" name="Star">
            <a:extLst>
              <a:ext uri="{FF2B5EF4-FFF2-40B4-BE49-F238E27FC236}">
                <a16:creationId xmlns:a16="http://schemas.microsoft.com/office/drawing/2014/main" id="{D9F492F6-7F53-0480-0FA1-054EFBBA1FD7}"/>
              </a:ext>
            </a:extLst>
          </p:cNvPr>
          <p:cNvSpPr/>
          <p:nvPr/>
        </p:nvSpPr>
        <p:spPr>
          <a:xfrm>
            <a:off x="21424900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77" name="Star">
            <a:extLst>
              <a:ext uri="{FF2B5EF4-FFF2-40B4-BE49-F238E27FC236}">
                <a16:creationId xmlns:a16="http://schemas.microsoft.com/office/drawing/2014/main" id="{9EEF5E8C-FB1B-0430-1BB4-829923E89E1C}"/>
              </a:ext>
            </a:extLst>
          </p:cNvPr>
          <p:cNvSpPr/>
          <p:nvPr/>
        </p:nvSpPr>
        <p:spPr>
          <a:xfrm>
            <a:off x="20935950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78" name="Star">
            <a:extLst>
              <a:ext uri="{FF2B5EF4-FFF2-40B4-BE49-F238E27FC236}">
                <a16:creationId xmlns:a16="http://schemas.microsoft.com/office/drawing/2014/main" id="{333AC1FC-3A60-B477-5DB4-3AFE7438AECC}"/>
              </a:ext>
            </a:extLst>
          </p:cNvPr>
          <p:cNvSpPr/>
          <p:nvPr/>
        </p:nvSpPr>
        <p:spPr>
          <a:xfrm>
            <a:off x="204438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79" name="Star">
            <a:extLst>
              <a:ext uri="{FF2B5EF4-FFF2-40B4-BE49-F238E27FC236}">
                <a16:creationId xmlns:a16="http://schemas.microsoft.com/office/drawing/2014/main" id="{91533C8F-DE5E-CBBB-5D5C-0B8311F2A5F0}"/>
              </a:ext>
            </a:extLst>
          </p:cNvPr>
          <p:cNvSpPr/>
          <p:nvPr/>
        </p:nvSpPr>
        <p:spPr>
          <a:xfrm>
            <a:off x="1995487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80" name="Star">
            <a:extLst>
              <a:ext uri="{FF2B5EF4-FFF2-40B4-BE49-F238E27FC236}">
                <a16:creationId xmlns:a16="http://schemas.microsoft.com/office/drawing/2014/main" id="{139AE6F2-5EFB-E02F-BDA2-927DF751AF6C}"/>
              </a:ext>
            </a:extLst>
          </p:cNvPr>
          <p:cNvSpPr/>
          <p:nvPr/>
        </p:nvSpPr>
        <p:spPr>
          <a:xfrm>
            <a:off x="194659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44045" name="Schermafbeelding 2026-03-23 om 12.30.50.png" descr="Schermafbeelding 2026-03-23 om 12.30.50.png">
            <a:extLst>
              <a:ext uri="{FF2B5EF4-FFF2-40B4-BE49-F238E27FC236}">
                <a16:creationId xmlns:a16="http://schemas.microsoft.com/office/drawing/2014/main" id="{88A8E1CE-31B0-98C1-7CD5-B811F8D47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" b="60"/>
          <a:stretch>
            <a:fillRect/>
          </a:stretch>
        </p:blipFill>
        <p:spPr bwMode="auto">
          <a:xfrm>
            <a:off x="333375" y="231775"/>
            <a:ext cx="19023013" cy="10699750"/>
          </a:xfrm>
          <a:prstGeom prst="rect">
            <a:avLst/>
          </a:prstGeom>
          <a:noFill/>
          <a:ln w="254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046" name="FC DEN BOSCH LOGO.png" descr="FC DEN BOSCH LOGO.png">
            <a:hlinkClick r:id="rId3" action="ppaction://hlinksldjump"/>
            <a:extLst>
              <a:ext uri="{FF2B5EF4-FFF2-40B4-BE49-F238E27FC236}">
                <a16:creationId xmlns:a16="http://schemas.microsoft.com/office/drawing/2014/main" id="{FB86F719-BF85-0C41-B701-DA55C36FF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8163" y="9332913"/>
            <a:ext cx="782637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TextBox 31">
            <a:extLst>
              <a:ext uri="{FF2B5EF4-FFF2-40B4-BE49-F238E27FC236}">
                <a16:creationId xmlns:a16="http://schemas.microsoft.com/office/drawing/2014/main" id="{8B2164B6-946A-0891-FB78-F40CB9B36710}"/>
              </a:ext>
            </a:extLst>
          </p:cNvPr>
          <p:cNvSpPr txBox="1"/>
          <p:nvPr/>
        </p:nvSpPr>
        <p:spPr>
          <a:xfrm>
            <a:off x="588963" y="11323638"/>
            <a:ext cx="23456900" cy="393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 eaLnBrk="1" fontAlgn="auto">
              <a:spcBef>
                <a:spcPts val="0"/>
              </a:spcBef>
              <a:spcAft>
                <a:spcPts val="0"/>
              </a:spcAft>
              <a:buFont typeface="Arial"/>
              <a:buNone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2500" kern="0">
              <a:uFill>
                <a:solidFill>
                  <a:srgbClr val="525252"/>
                </a:solidFill>
              </a:u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5" name="Star">
            <a:extLst>
              <a:ext uri="{FF2B5EF4-FFF2-40B4-BE49-F238E27FC236}">
                <a16:creationId xmlns:a16="http://schemas.microsoft.com/office/drawing/2014/main" id="{32AFD5DD-2BAA-E14F-3B22-86554709C66C}"/>
              </a:ext>
            </a:extLst>
          </p:cNvPr>
          <p:cNvSpPr/>
          <p:nvPr/>
        </p:nvSpPr>
        <p:spPr>
          <a:xfrm>
            <a:off x="2387917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86" name="Star">
            <a:extLst>
              <a:ext uri="{FF2B5EF4-FFF2-40B4-BE49-F238E27FC236}">
                <a16:creationId xmlns:a16="http://schemas.microsoft.com/office/drawing/2014/main" id="{FAE961B8-5BAB-FC3C-5085-4FB31EC995C0}"/>
              </a:ext>
            </a:extLst>
          </p:cNvPr>
          <p:cNvSpPr/>
          <p:nvPr/>
        </p:nvSpPr>
        <p:spPr>
          <a:xfrm>
            <a:off x="233902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87" name="Star">
            <a:extLst>
              <a:ext uri="{FF2B5EF4-FFF2-40B4-BE49-F238E27FC236}">
                <a16:creationId xmlns:a16="http://schemas.microsoft.com/office/drawing/2014/main" id="{2E29A775-AC99-4367-7200-994CCB81C3E4}"/>
              </a:ext>
            </a:extLst>
          </p:cNvPr>
          <p:cNvSpPr/>
          <p:nvPr/>
        </p:nvSpPr>
        <p:spPr>
          <a:xfrm>
            <a:off x="2289651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88" name="Star">
            <a:extLst>
              <a:ext uri="{FF2B5EF4-FFF2-40B4-BE49-F238E27FC236}">
                <a16:creationId xmlns:a16="http://schemas.microsoft.com/office/drawing/2014/main" id="{9F89C1A2-C5A5-67E3-5475-CA4FE3D0AC4E}"/>
              </a:ext>
            </a:extLst>
          </p:cNvPr>
          <p:cNvSpPr/>
          <p:nvPr/>
        </p:nvSpPr>
        <p:spPr>
          <a:xfrm>
            <a:off x="2240756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89" name="Star">
            <a:extLst>
              <a:ext uri="{FF2B5EF4-FFF2-40B4-BE49-F238E27FC236}">
                <a16:creationId xmlns:a16="http://schemas.microsoft.com/office/drawing/2014/main" id="{270BEA27-4792-9615-2902-4C4786C8B769}"/>
              </a:ext>
            </a:extLst>
          </p:cNvPr>
          <p:cNvSpPr/>
          <p:nvPr/>
        </p:nvSpPr>
        <p:spPr>
          <a:xfrm>
            <a:off x="2191861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90" name="Star">
            <a:extLst>
              <a:ext uri="{FF2B5EF4-FFF2-40B4-BE49-F238E27FC236}">
                <a16:creationId xmlns:a16="http://schemas.microsoft.com/office/drawing/2014/main" id="{2C2F0CA3-2309-07A9-0A99-95DB6329E632}"/>
              </a:ext>
            </a:extLst>
          </p:cNvPr>
          <p:cNvSpPr/>
          <p:nvPr/>
        </p:nvSpPr>
        <p:spPr>
          <a:xfrm>
            <a:off x="21424900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91" name="Star">
            <a:extLst>
              <a:ext uri="{FF2B5EF4-FFF2-40B4-BE49-F238E27FC236}">
                <a16:creationId xmlns:a16="http://schemas.microsoft.com/office/drawing/2014/main" id="{4EC6BC7D-FF5F-02E2-B831-41C07F8AC854}"/>
              </a:ext>
            </a:extLst>
          </p:cNvPr>
          <p:cNvSpPr/>
          <p:nvPr/>
        </p:nvSpPr>
        <p:spPr>
          <a:xfrm>
            <a:off x="20935950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92" name="Star">
            <a:extLst>
              <a:ext uri="{FF2B5EF4-FFF2-40B4-BE49-F238E27FC236}">
                <a16:creationId xmlns:a16="http://schemas.microsoft.com/office/drawing/2014/main" id="{BB29F8C4-FE76-7433-9857-1753CAA91F20}"/>
              </a:ext>
            </a:extLst>
          </p:cNvPr>
          <p:cNvSpPr/>
          <p:nvPr/>
        </p:nvSpPr>
        <p:spPr>
          <a:xfrm>
            <a:off x="204438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93" name="Star">
            <a:extLst>
              <a:ext uri="{FF2B5EF4-FFF2-40B4-BE49-F238E27FC236}">
                <a16:creationId xmlns:a16="http://schemas.microsoft.com/office/drawing/2014/main" id="{9755E23A-9245-E225-111A-EBFB30E14D15}"/>
              </a:ext>
            </a:extLst>
          </p:cNvPr>
          <p:cNvSpPr/>
          <p:nvPr/>
        </p:nvSpPr>
        <p:spPr>
          <a:xfrm>
            <a:off x="1995487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94" name="Star">
            <a:extLst>
              <a:ext uri="{FF2B5EF4-FFF2-40B4-BE49-F238E27FC236}">
                <a16:creationId xmlns:a16="http://schemas.microsoft.com/office/drawing/2014/main" id="{EAE0F6C1-93DC-9B86-9FB0-86643FD22FCC}"/>
              </a:ext>
            </a:extLst>
          </p:cNvPr>
          <p:cNvSpPr/>
          <p:nvPr/>
        </p:nvSpPr>
        <p:spPr>
          <a:xfrm>
            <a:off x="194659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45069" name="Schermafbeelding 2026-03-23 om 12.30.50.png" descr="Schermafbeelding 2026-03-23 om 12.30.50.png">
            <a:extLst>
              <a:ext uri="{FF2B5EF4-FFF2-40B4-BE49-F238E27FC236}">
                <a16:creationId xmlns:a16="http://schemas.microsoft.com/office/drawing/2014/main" id="{02380D1C-60DE-A694-A1CB-BB8612D9EB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" b="60"/>
          <a:stretch>
            <a:fillRect/>
          </a:stretch>
        </p:blipFill>
        <p:spPr bwMode="auto">
          <a:xfrm>
            <a:off x="333375" y="231775"/>
            <a:ext cx="19023013" cy="10699750"/>
          </a:xfrm>
          <a:prstGeom prst="rect">
            <a:avLst/>
          </a:prstGeom>
          <a:noFill/>
          <a:ln w="254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070" name="FC DEN BOSCH LOGO.png" descr="FC DEN BOSCH LOGO.png">
            <a:hlinkClick r:id="rId3" action="ppaction://hlinksldjump"/>
            <a:extLst>
              <a:ext uri="{FF2B5EF4-FFF2-40B4-BE49-F238E27FC236}">
                <a16:creationId xmlns:a16="http://schemas.microsoft.com/office/drawing/2014/main" id="{D5F47FD6-B2A5-10FC-F5E9-3BA2660A1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8163" y="9332913"/>
            <a:ext cx="782637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TextBox 31">
            <a:extLst>
              <a:ext uri="{FF2B5EF4-FFF2-40B4-BE49-F238E27FC236}">
                <a16:creationId xmlns:a16="http://schemas.microsoft.com/office/drawing/2014/main" id="{A4D1F072-4FD0-CCE2-C074-C61990D3A427}"/>
              </a:ext>
            </a:extLst>
          </p:cNvPr>
          <p:cNvSpPr txBox="1"/>
          <p:nvPr/>
        </p:nvSpPr>
        <p:spPr>
          <a:xfrm>
            <a:off x="588963" y="11323638"/>
            <a:ext cx="23456900" cy="393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 eaLnBrk="1" fontAlgn="auto">
              <a:spcBef>
                <a:spcPts val="0"/>
              </a:spcBef>
              <a:spcAft>
                <a:spcPts val="0"/>
              </a:spcAft>
              <a:buFont typeface="Arial"/>
              <a:buNone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2500" kern="0">
              <a:uFill>
                <a:solidFill>
                  <a:srgbClr val="525252"/>
                </a:solidFill>
              </a:u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9" name="Star">
            <a:extLst>
              <a:ext uri="{FF2B5EF4-FFF2-40B4-BE49-F238E27FC236}">
                <a16:creationId xmlns:a16="http://schemas.microsoft.com/office/drawing/2014/main" id="{FA5A0DCD-CA13-AE93-D86A-C4318E09EBCF}"/>
              </a:ext>
            </a:extLst>
          </p:cNvPr>
          <p:cNvSpPr/>
          <p:nvPr/>
        </p:nvSpPr>
        <p:spPr>
          <a:xfrm>
            <a:off x="2387917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00" name="Star">
            <a:extLst>
              <a:ext uri="{FF2B5EF4-FFF2-40B4-BE49-F238E27FC236}">
                <a16:creationId xmlns:a16="http://schemas.microsoft.com/office/drawing/2014/main" id="{3EB8D069-8548-6148-2707-915D28D9F535}"/>
              </a:ext>
            </a:extLst>
          </p:cNvPr>
          <p:cNvSpPr/>
          <p:nvPr/>
        </p:nvSpPr>
        <p:spPr>
          <a:xfrm>
            <a:off x="233902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01" name="Star">
            <a:extLst>
              <a:ext uri="{FF2B5EF4-FFF2-40B4-BE49-F238E27FC236}">
                <a16:creationId xmlns:a16="http://schemas.microsoft.com/office/drawing/2014/main" id="{5AA12E5A-6B4B-285E-65F2-3DAA77C96BBC}"/>
              </a:ext>
            </a:extLst>
          </p:cNvPr>
          <p:cNvSpPr/>
          <p:nvPr/>
        </p:nvSpPr>
        <p:spPr>
          <a:xfrm>
            <a:off x="2289651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02" name="Star">
            <a:extLst>
              <a:ext uri="{FF2B5EF4-FFF2-40B4-BE49-F238E27FC236}">
                <a16:creationId xmlns:a16="http://schemas.microsoft.com/office/drawing/2014/main" id="{C429CE73-BD00-4637-43F8-CD97393455CC}"/>
              </a:ext>
            </a:extLst>
          </p:cNvPr>
          <p:cNvSpPr/>
          <p:nvPr/>
        </p:nvSpPr>
        <p:spPr>
          <a:xfrm>
            <a:off x="2240756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03" name="Star">
            <a:extLst>
              <a:ext uri="{FF2B5EF4-FFF2-40B4-BE49-F238E27FC236}">
                <a16:creationId xmlns:a16="http://schemas.microsoft.com/office/drawing/2014/main" id="{A73AD57B-3AB2-BBA7-CC1C-E301E766D3F8}"/>
              </a:ext>
            </a:extLst>
          </p:cNvPr>
          <p:cNvSpPr/>
          <p:nvPr/>
        </p:nvSpPr>
        <p:spPr>
          <a:xfrm>
            <a:off x="2191861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04" name="Star">
            <a:extLst>
              <a:ext uri="{FF2B5EF4-FFF2-40B4-BE49-F238E27FC236}">
                <a16:creationId xmlns:a16="http://schemas.microsoft.com/office/drawing/2014/main" id="{676A3354-3D09-E75C-F5E9-66A23E762543}"/>
              </a:ext>
            </a:extLst>
          </p:cNvPr>
          <p:cNvSpPr/>
          <p:nvPr/>
        </p:nvSpPr>
        <p:spPr>
          <a:xfrm>
            <a:off x="21424900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05" name="Star">
            <a:extLst>
              <a:ext uri="{FF2B5EF4-FFF2-40B4-BE49-F238E27FC236}">
                <a16:creationId xmlns:a16="http://schemas.microsoft.com/office/drawing/2014/main" id="{519DDE86-30AC-8FF8-BCEC-A5D350528F20}"/>
              </a:ext>
            </a:extLst>
          </p:cNvPr>
          <p:cNvSpPr/>
          <p:nvPr/>
        </p:nvSpPr>
        <p:spPr>
          <a:xfrm>
            <a:off x="20935950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06" name="Star">
            <a:extLst>
              <a:ext uri="{FF2B5EF4-FFF2-40B4-BE49-F238E27FC236}">
                <a16:creationId xmlns:a16="http://schemas.microsoft.com/office/drawing/2014/main" id="{E6A908A3-75CB-89C5-ACA3-EB823C8EF2CA}"/>
              </a:ext>
            </a:extLst>
          </p:cNvPr>
          <p:cNvSpPr/>
          <p:nvPr/>
        </p:nvSpPr>
        <p:spPr>
          <a:xfrm>
            <a:off x="204438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07" name="Star">
            <a:extLst>
              <a:ext uri="{FF2B5EF4-FFF2-40B4-BE49-F238E27FC236}">
                <a16:creationId xmlns:a16="http://schemas.microsoft.com/office/drawing/2014/main" id="{E97C6E93-1768-9012-BF2A-E2367F43A806}"/>
              </a:ext>
            </a:extLst>
          </p:cNvPr>
          <p:cNvSpPr/>
          <p:nvPr/>
        </p:nvSpPr>
        <p:spPr>
          <a:xfrm>
            <a:off x="1995487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08" name="Star">
            <a:extLst>
              <a:ext uri="{FF2B5EF4-FFF2-40B4-BE49-F238E27FC236}">
                <a16:creationId xmlns:a16="http://schemas.microsoft.com/office/drawing/2014/main" id="{8F033DAF-CF77-3BA5-F261-65076E38817B}"/>
              </a:ext>
            </a:extLst>
          </p:cNvPr>
          <p:cNvSpPr/>
          <p:nvPr/>
        </p:nvSpPr>
        <p:spPr>
          <a:xfrm>
            <a:off x="194659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46093" name="Schermafbeelding 2026-03-23 om 12.30.50.png" descr="Schermafbeelding 2026-03-23 om 12.30.50.png">
            <a:extLst>
              <a:ext uri="{FF2B5EF4-FFF2-40B4-BE49-F238E27FC236}">
                <a16:creationId xmlns:a16="http://schemas.microsoft.com/office/drawing/2014/main" id="{11762F50-980C-86BB-443B-EA9CA2E12C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" b="60"/>
          <a:stretch>
            <a:fillRect/>
          </a:stretch>
        </p:blipFill>
        <p:spPr bwMode="auto">
          <a:xfrm>
            <a:off x="333375" y="231775"/>
            <a:ext cx="19023013" cy="10699750"/>
          </a:xfrm>
          <a:prstGeom prst="rect">
            <a:avLst/>
          </a:prstGeom>
          <a:noFill/>
          <a:ln w="254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094" name="FC DEN BOSCH LOGO.png" descr="FC DEN BOSCH LOGO.png">
            <a:hlinkClick r:id="rId3" action="ppaction://hlinksldjump"/>
            <a:extLst>
              <a:ext uri="{FF2B5EF4-FFF2-40B4-BE49-F238E27FC236}">
                <a16:creationId xmlns:a16="http://schemas.microsoft.com/office/drawing/2014/main" id="{34ECED1F-9A37-7569-41E8-0C2708010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8163" y="9332913"/>
            <a:ext cx="782637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TextBox 31">
            <a:extLst>
              <a:ext uri="{FF2B5EF4-FFF2-40B4-BE49-F238E27FC236}">
                <a16:creationId xmlns:a16="http://schemas.microsoft.com/office/drawing/2014/main" id="{A8410D2A-0E3C-35D9-6F71-90EBB4DB6671}"/>
              </a:ext>
            </a:extLst>
          </p:cNvPr>
          <p:cNvSpPr txBox="1"/>
          <p:nvPr/>
        </p:nvSpPr>
        <p:spPr>
          <a:xfrm>
            <a:off x="588963" y="11323638"/>
            <a:ext cx="23456900" cy="393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 eaLnBrk="1" fontAlgn="auto">
              <a:spcBef>
                <a:spcPts val="0"/>
              </a:spcBef>
              <a:spcAft>
                <a:spcPts val="0"/>
              </a:spcAft>
              <a:buFont typeface="Arial"/>
              <a:buNone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2500" kern="0">
              <a:uFill>
                <a:solidFill>
                  <a:srgbClr val="525252"/>
                </a:solidFill>
              </a:u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3" name="Star">
            <a:extLst>
              <a:ext uri="{FF2B5EF4-FFF2-40B4-BE49-F238E27FC236}">
                <a16:creationId xmlns:a16="http://schemas.microsoft.com/office/drawing/2014/main" id="{1F2D3C8A-7100-E6EC-6912-BF2738B6E845}"/>
              </a:ext>
            </a:extLst>
          </p:cNvPr>
          <p:cNvSpPr/>
          <p:nvPr/>
        </p:nvSpPr>
        <p:spPr>
          <a:xfrm>
            <a:off x="2387917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14" name="Star">
            <a:extLst>
              <a:ext uri="{FF2B5EF4-FFF2-40B4-BE49-F238E27FC236}">
                <a16:creationId xmlns:a16="http://schemas.microsoft.com/office/drawing/2014/main" id="{6B89353A-FCA2-41E6-BEE3-6A99A609BD40}"/>
              </a:ext>
            </a:extLst>
          </p:cNvPr>
          <p:cNvSpPr/>
          <p:nvPr/>
        </p:nvSpPr>
        <p:spPr>
          <a:xfrm>
            <a:off x="233902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15" name="Star">
            <a:extLst>
              <a:ext uri="{FF2B5EF4-FFF2-40B4-BE49-F238E27FC236}">
                <a16:creationId xmlns:a16="http://schemas.microsoft.com/office/drawing/2014/main" id="{9FDB311D-0A37-6B8D-D5FF-CAD7D3CFAA77}"/>
              </a:ext>
            </a:extLst>
          </p:cNvPr>
          <p:cNvSpPr/>
          <p:nvPr/>
        </p:nvSpPr>
        <p:spPr>
          <a:xfrm>
            <a:off x="2289651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16" name="Star">
            <a:extLst>
              <a:ext uri="{FF2B5EF4-FFF2-40B4-BE49-F238E27FC236}">
                <a16:creationId xmlns:a16="http://schemas.microsoft.com/office/drawing/2014/main" id="{C6F92065-A4E6-9E11-9647-305466A69494}"/>
              </a:ext>
            </a:extLst>
          </p:cNvPr>
          <p:cNvSpPr/>
          <p:nvPr/>
        </p:nvSpPr>
        <p:spPr>
          <a:xfrm>
            <a:off x="2240756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17" name="Star">
            <a:extLst>
              <a:ext uri="{FF2B5EF4-FFF2-40B4-BE49-F238E27FC236}">
                <a16:creationId xmlns:a16="http://schemas.microsoft.com/office/drawing/2014/main" id="{6AAD84C5-B969-185A-97AB-4B4A1328102A}"/>
              </a:ext>
            </a:extLst>
          </p:cNvPr>
          <p:cNvSpPr/>
          <p:nvPr/>
        </p:nvSpPr>
        <p:spPr>
          <a:xfrm>
            <a:off x="2191861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18" name="Star">
            <a:extLst>
              <a:ext uri="{FF2B5EF4-FFF2-40B4-BE49-F238E27FC236}">
                <a16:creationId xmlns:a16="http://schemas.microsoft.com/office/drawing/2014/main" id="{5FB9AF17-F1AF-193B-F330-68E0A2902246}"/>
              </a:ext>
            </a:extLst>
          </p:cNvPr>
          <p:cNvSpPr/>
          <p:nvPr/>
        </p:nvSpPr>
        <p:spPr>
          <a:xfrm>
            <a:off x="21424900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19" name="Star">
            <a:extLst>
              <a:ext uri="{FF2B5EF4-FFF2-40B4-BE49-F238E27FC236}">
                <a16:creationId xmlns:a16="http://schemas.microsoft.com/office/drawing/2014/main" id="{EEF66B6D-4D10-608C-23A3-3C11EC9677FA}"/>
              </a:ext>
            </a:extLst>
          </p:cNvPr>
          <p:cNvSpPr/>
          <p:nvPr/>
        </p:nvSpPr>
        <p:spPr>
          <a:xfrm>
            <a:off x="20935950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20" name="Star">
            <a:extLst>
              <a:ext uri="{FF2B5EF4-FFF2-40B4-BE49-F238E27FC236}">
                <a16:creationId xmlns:a16="http://schemas.microsoft.com/office/drawing/2014/main" id="{09E6C72F-2D34-AFB3-B263-826ED08F827E}"/>
              </a:ext>
            </a:extLst>
          </p:cNvPr>
          <p:cNvSpPr/>
          <p:nvPr/>
        </p:nvSpPr>
        <p:spPr>
          <a:xfrm>
            <a:off x="204438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21" name="Star">
            <a:extLst>
              <a:ext uri="{FF2B5EF4-FFF2-40B4-BE49-F238E27FC236}">
                <a16:creationId xmlns:a16="http://schemas.microsoft.com/office/drawing/2014/main" id="{D934E240-9527-03FC-5890-31E9F464F55F}"/>
              </a:ext>
            </a:extLst>
          </p:cNvPr>
          <p:cNvSpPr/>
          <p:nvPr/>
        </p:nvSpPr>
        <p:spPr>
          <a:xfrm>
            <a:off x="1995487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22" name="Star">
            <a:extLst>
              <a:ext uri="{FF2B5EF4-FFF2-40B4-BE49-F238E27FC236}">
                <a16:creationId xmlns:a16="http://schemas.microsoft.com/office/drawing/2014/main" id="{DCD1FD89-969E-2FCC-E19F-0DDCBE3BAE60}"/>
              </a:ext>
            </a:extLst>
          </p:cNvPr>
          <p:cNvSpPr/>
          <p:nvPr/>
        </p:nvSpPr>
        <p:spPr>
          <a:xfrm>
            <a:off x="194659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47117" name="Schermafbeelding 2026-03-23 om 12.30.50.png" descr="Schermafbeelding 2026-03-23 om 12.30.50.png">
            <a:extLst>
              <a:ext uri="{FF2B5EF4-FFF2-40B4-BE49-F238E27FC236}">
                <a16:creationId xmlns:a16="http://schemas.microsoft.com/office/drawing/2014/main" id="{7713C549-672F-18B8-8E88-7C7825456F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" b="60"/>
          <a:stretch>
            <a:fillRect/>
          </a:stretch>
        </p:blipFill>
        <p:spPr bwMode="auto">
          <a:xfrm>
            <a:off x="333375" y="231775"/>
            <a:ext cx="19023013" cy="10699750"/>
          </a:xfrm>
          <a:prstGeom prst="rect">
            <a:avLst/>
          </a:prstGeom>
          <a:noFill/>
          <a:ln w="254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18" name="FC DEN BOSCH LOGO.png" descr="FC DEN BOSCH LOGO.png">
            <a:hlinkClick r:id="rId3" action="ppaction://hlinksldjump"/>
            <a:extLst>
              <a:ext uri="{FF2B5EF4-FFF2-40B4-BE49-F238E27FC236}">
                <a16:creationId xmlns:a16="http://schemas.microsoft.com/office/drawing/2014/main" id="{728A8B40-2BC4-D755-A518-4A55A3518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8163" y="9332913"/>
            <a:ext cx="782637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TextBox 31">
            <a:extLst>
              <a:ext uri="{FF2B5EF4-FFF2-40B4-BE49-F238E27FC236}">
                <a16:creationId xmlns:a16="http://schemas.microsoft.com/office/drawing/2014/main" id="{84DE1EC3-1258-DA97-7F82-5C6A2480D210}"/>
              </a:ext>
            </a:extLst>
          </p:cNvPr>
          <p:cNvSpPr txBox="1"/>
          <p:nvPr/>
        </p:nvSpPr>
        <p:spPr>
          <a:xfrm>
            <a:off x="588963" y="11323638"/>
            <a:ext cx="23456900" cy="393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 eaLnBrk="1" fontAlgn="auto">
              <a:spcBef>
                <a:spcPts val="0"/>
              </a:spcBef>
              <a:spcAft>
                <a:spcPts val="0"/>
              </a:spcAft>
              <a:buFont typeface="Arial"/>
              <a:buNone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2500" kern="0">
              <a:uFill>
                <a:solidFill>
                  <a:srgbClr val="525252"/>
                </a:solidFill>
              </a:u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27" name="Star">
            <a:extLst>
              <a:ext uri="{FF2B5EF4-FFF2-40B4-BE49-F238E27FC236}">
                <a16:creationId xmlns:a16="http://schemas.microsoft.com/office/drawing/2014/main" id="{EBBA62EE-D1A1-EEF3-E9B5-D6860F96D2AE}"/>
              </a:ext>
            </a:extLst>
          </p:cNvPr>
          <p:cNvSpPr/>
          <p:nvPr/>
        </p:nvSpPr>
        <p:spPr>
          <a:xfrm>
            <a:off x="2387917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28" name="Star">
            <a:extLst>
              <a:ext uri="{FF2B5EF4-FFF2-40B4-BE49-F238E27FC236}">
                <a16:creationId xmlns:a16="http://schemas.microsoft.com/office/drawing/2014/main" id="{95741831-655B-08E8-0A44-A9B9707334A3}"/>
              </a:ext>
            </a:extLst>
          </p:cNvPr>
          <p:cNvSpPr/>
          <p:nvPr/>
        </p:nvSpPr>
        <p:spPr>
          <a:xfrm>
            <a:off x="233902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29" name="Star">
            <a:extLst>
              <a:ext uri="{FF2B5EF4-FFF2-40B4-BE49-F238E27FC236}">
                <a16:creationId xmlns:a16="http://schemas.microsoft.com/office/drawing/2014/main" id="{3A58D8E6-3227-8C66-48B4-E0D5ED512355}"/>
              </a:ext>
            </a:extLst>
          </p:cNvPr>
          <p:cNvSpPr/>
          <p:nvPr/>
        </p:nvSpPr>
        <p:spPr>
          <a:xfrm>
            <a:off x="2289651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30" name="Star">
            <a:extLst>
              <a:ext uri="{FF2B5EF4-FFF2-40B4-BE49-F238E27FC236}">
                <a16:creationId xmlns:a16="http://schemas.microsoft.com/office/drawing/2014/main" id="{8094E0A3-25CC-1A5B-61CF-C73B78756C51}"/>
              </a:ext>
            </a:extLst>
          </p:cNvPr>
          <p:cNvSpPr/>
          <p:nvPr/>
        </p:nvSpPr>
        <p:spPr>
          <a:xfrm>
            <a:off x="2240756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31" name="Star">
            <a:extLst>
              <a:ext uri="{FF2B5EF4-FFF2-40B4-BE49-F238E27FC236}">
                <a16:creationId xmlns:a16="http://schemas.microsoft.com/office/drawing/2014/main" id="{7C12DAAA-275F-1C42-6F68-0CC2470347C5}"/>
              </a:ext>
            </a:extLst>
          </p:cNvPr>
          <p:cNvSpPr/>
          <p:nvPr/>
        </p:nvSpPr>
        <p:spPr>
          <a:xfrm>
            <a:off x="2191861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32" name="Star">
            <a:extLst>
              <a:ext uri="{FF2B5EF4-FFF2-40B4-BE49-F238E27FC236}">
                <a16:creationId xmlns:a16="http://schemas.microsoft.com/office/drawing/2014/main" id="{4B99C741-B9D3-7D29-B8EE-424D63BF9C68}"/>
              </a:ext>
            </a:extLst>
          </p:cNvPr>
          <p:cNvSpPr/>
          <p:nvPr/>
        </p:nvSpPr>
        <p:spPr>
          <a:xfrm>
            <a:off x="21424900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33" name="Star">
            <a:extLst>
              <a:ext uri="{FF2B5EF4-FFF2-40B4-BE49-F238E27FC236}">
                <a16:creationId xmlns:a16="http://schemas.microsoft.com/office/drawing/2014/main" id="{FC5D290F-BD80-249D-F366-42DBFFB16F5E}"/>
              </a:ext>
            </a:extLst>
          </p:cNvPr>
          <p:cNvSpPr/>
          <p:nvPr/>
        </p:nvSpPr>
        <p:spPr>
          <a:xfrm>
            <a:off x="20935950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34" name="Star">
            <a:extLst>
              <a:ext uri="{FF2B5EF4-FFF2-40B4-BE49-F238E27FC236}">
                <a16:creationId xmlns:a16="http://schemas.microsoft.com/office/drawing/2014/main" id="{45B69462-B997-1775-E5C8-5F8C3A6F13A0}"/>
              </a:ext>
            </a:extLst>
          </p:cNvPr>
          <p:cNvSpPr/>
          <p:nvPr/>
        </p:nvSpPr>
        <p:spPr>
          <a:xfrm>
            <a:off x="204438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35" name="Star">
            <a:extLst>
              <a:ext uri="{FF2B5EF4-FFF2-40B4-BE49-F238E27FC236}">
                <a16:creationId xmlns:a16="http://schemas.microsoft.com/office/drawing/2014/main" id="{5785F6D1-B923-C965-BA4A-CA8DA75D59F8}"/>
              </a:ext>
            </a:extLst>
          </p:cNvPr>
          <p:cNvSpPr/>
          <p:nvPr/>
        </p:nvSpPr>
        <p:spPr>
          <a:xfrm>
            <a:off x="1995487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36" name="Star">
            <a:extLst>
              <a:ext uri="{FF2B5EF4-FFF2-40B4-BE49-F238E27FC236}">
                <a16:creationId xmlns:a16="http://schemas.microsoft.com/office/drawing/2014/main" id="{C19BEDEC-4D5F-28A3-47BA-CB681149A061}"/>
              </a:ext>
            </a:extLst>
          </p:cNvPr>
          <p:cNvSpPr/>
          <p:nvPr/>
        </p:nvSpPr>
        <p:spPr>
          <a:xfrm>
            <a:off x="194659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48141" name="Schermafbeelding 2026-03-23 om 12.30.50.png" descr="Schermafbeelding 2026-03-23 om 12.30.50.png">
            <a:extLst>
              <a:ext uri="{FF2B5EF4-FFF2-40B4-BE49-F238E27FC236}">
                <a16:creationId xmlns:a16="http://schemas.microsoft.com/office/drawing/2014/main" id="{7612E825-0B6B-904C-64B0-CC8A1E8895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" b="60"/>
          <a:stretch>
            <a:fillRect/>
          </a:stretch>
        </p:blipFill>
        <p:spPr bwMode="auto">
          <a:xfrm>
            <a:off x="333375" y="231775"/>
            <a:ext cx="19023013" cy="10699750"/>
          </a:xfrm>
          <a:prstGeom prst="rect">
            <a:avLst/>
          </a:prstGeom>
          <a:noFill/>
          <a:ln w="254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142" name="FC DEN BOSCH LOGO.png" descr="FC DEN BOSCH LOGO.png">
            <a:hlinkClick r:id="rId3" action="ppaction://hlinksldjump"/>
            <a:extLst>
              <a:ext uri="{FF2B5EF4-FFF2-40B4-BE49-F238E27FC236}">
                <a16:creationId xmlns:a16="http://schemas.microsoft.com/office/drawing/2014/main" id="{8B1BA1D5-1904-05DB-0335-EAE793C8E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8163" y="9332913"/>
            <a:ext cx="782637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TextBox 28">
            <a:extLst>
              <a:ext uri="{FF2B5EF4-FFF2-40B4-BE49-F238E27FC236}">
                <a16:creationId xmlns:a16="http://schemas.microsoft.com/office/drawing/2014/main" id="{290E4C36-D9ED-ABEE-0545-37747F830FD8}"/>
              </a:ext>
            </a:extLst>
          </p:cNvPr>
          <p:cNvSpPr txBox="1"/>
          <p:nvPr/>
        </p:nvSpPr>
        <p:spPr>
          <a:xfrm>
            <a:off x="15308263" y="8777288"/>
            <a:ext cx="1947862" cy="110490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/>
          <a:p>
            <a:pPr algn="r" defTabSz="457200" eaLnBrk="1" fontAlgn="auto">
              <a:spcBef>
                <a:spcPts val="0"/>
              </a:spcBef>
              <a:spcAft>
                <a:spcPts val="0"/>
              </a:spcAft>
              <a:defRPr sz="6400" cap="all">
                <a:solidFill>
                  <a:srgbClr val="2769C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endParaRPr sz="6400" kern="0" cap="all">
              <a:solidFill>
                <a:srgbClr val="2769C3"/>
              </a:solidFill>
              <a:latin typeface="Avenir Next Regular"/>
              <a:ea typeface="Avenir Next Regular"/>
              <a:cs typeface="Avenir Next Regular"/>
              <a:sym typeface="Avenir Next Regular"/>
            </a:endParaRPr>
          </a:p>
        </p:txBody>
      </p:sp>
    </p:spTree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</Words>
  <Application>Microsoft Office PowerPoint</Application>
  <PresentationFormat>Custom</PresentationFormat>
  <Paragraphs>197</Paragraphs>
  <Slides>15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30" baseType="lpstr">
      <vt:lpstr>Helvetica Neue</vt:lpstr>
      <vt:lpstr>Arial</vt:lpstr>
      <vt:lpstr>Helvetica Neue Medium</vt:lpstr>
      <vt:lpstr>Avenir Next Regular</vt:lpstr>
      <vt:lpstr>Calibri</vt:lpstr>
      <vt:lpstr>Century Gothic</vt:lpstr>
      <vt:lpstr>Gill Sans Light</vt:lpstr>
      <vt:lpstr>Avenir Next Condensed Regular</vt:lpstr>
      <vt:lpstr>Gill Sans</vt:lpstr>
      <vt:lpstr>Aptos</vt:lpstr>
      <vt:lpstr>Futura Condensed</vt:lpstr>
      <vt:lpstr>Cabin Bold</vt:lpstr>
      <vt:lpstr>Cabin Medium</vt:lpstr>
      <vt:lpstr>Helvetica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roeland kramer</cp:lastModifiedBy>
  <cp:revision>1</cp:revision>
  <dcterms:modified xsi:type="dcterms:W3CDTF">2026-04-01T12:06:05Z</dcterms:modified>
</cp:coreProperties>
</file>