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5.xml" ContentType="application/vnd.openxmlformats-officedocument.theme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6.xml" ContentType="application/vnd.openxmlformats-officedocument.theme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7.xml" ContentType="application/vnd.openxmlformats-officedocument.theme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theme/theme8.xml" ContentType="application/vnd.openxmlformats-officedocument.theme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theme/theme9.xml" ContentType="application/vnd.openxmlformats-officedocument.theme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theme/theme10.xml" ContentType="application/vnd.openxmlformats-officedocument.theme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theme/theme11.xml" ContentType="application/vnd.openxmlformats-officedocument.theme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theme/theme12.xml" ContentType="application/vnd.openxmlformats-officedocument.theme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theme/theme13.xml" ContentType="application/vnd.openxmlformats-officedocument.theme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theme/theme14.xml" ContentType="application/vnd.openxmlformats-officedocument.theme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theme/theme15.xml" ContentType="application/vnd.openxmlformats-officedocument.theme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theme/theme16.xml" ContentType="application/vnd.openxmlformats-officedocument.theme+xml"/>
  <Override PartName="/ppt/theme/theme1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49" r:id="rId2"/>
    <p:sldMasterId id="2147483650" r:id="rId3"/>
    <p:sldMasterId id="2147483651" r:id="rId4"/>
    <p:sldMasterId id="2147483652" r:id="rId5"/>
    <p:sldMasterId id="2147483653" r:id="rId6"/>
    <p:sldMasterId id="2147483654" r:id="rId7"/>
    <p:sldMasterId id="2147483655" r:id="rId8"/>
    <p:sldMasterId id="2147483656" r:id="rId9"/>
    <p:sldMasterId id="2147483657" r:id="rId10"/>
    <p:sldMasterId id="2147483658" r:id="rId11"/>
    <p:sldMasterId id="2147483659" r:id="rId12"/>
    <p:sldMasterId id="2147483660" r:id="rId13"/>
    <p:sldMasterId id="2147483661" r:id="rId14"/>
    <p:sldMasterId id="2147483662" r:id="rId15"/>
    <p:sldMasterId id="2147483663" r:id="rId16"/>
  </p:sldMasterIdLst>
  <p:notesMasterIdLst>
    <p:notesMasterId r:id="rId33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</p:sldIdLst>
  <p:sldSz cx="24384000" cy="13716000"/>
  <p:notesSz cx="7772400" cy="10058400"/>
  <p:defaultTextStyle>
    <a:defPPr>
      <a:defRPr lang="en-GB"/>
    </a:defPPr>
    <a:lvl1pPr algn="l" defTabSz="457200" rtl="0" fontAlgn="base" hangingPunct="0">
      <a:lnSpc>
        <a:spcPct val="93000"/>
      </a:lnSpc>
      <a:spcBef>
        <a:spcPts val="13"/>
      </a:spcBef>
      <a:spcAft>
        <a:spcPts val="13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+mn-ea"/>
        <a:cs typeface="Source Han Sans CN" charset="0"/>
      </a:defRPr>
    </a:lvl1pPr>
    <a:lvl2pPr marL="742950" indent="-285750" algn="l" defTabSz="457200" rtl="0" fontAlgn="base" hangingPunct="0">
      <a:lnSpc>
        <a:spcPct val="93000"/>
      </a:lnSpc>
      <a:spcBef>
        <a:spcPts val="13"/>
      </a:spcBef>
      <a:spcAft>
        <a:spcPts val="13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+mn-ea"/>
        <a:cs typeface="Source Han Sans CN" charset="0"/>
      </a:defRPr>
    </a:lvl2pPr>
    <a:lvl3pPr marL="1143000" indent="-228600" algn="l" defTabSz="457200" rtl="0" fontAlgn="base" hangingPunct="0">
      <a:lnSpc>
        <a:spcPct val="93000"/>
      </a:lnSpc>
      <a:spcBef>
        <a:spcPts val="13"/>
      </a:spcBef>
      <a:spcAft>
        <a:spcPts val="13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+mn-ea"/>
        <a:cs typeface="Source Han Sans CN" charset="0"/>
      </a:defRPr>
    </a:lvl3pPr>
    <a:lvl4pPr marL="1600200" indent="-228600" algn="l" defTabSz="457200" rtl="0" fontAlgn="base" hangingPunct="0">
      <a:lnSpc>
        <a:spcPct val="93000"/>
      </a:lnSpc>
      <a:spcBef>
        <a:spcPts val="13"/>
      </a:spcBef>
      <a:spcAft>
        <a:spcPts val="13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+mn-ea"/>
        <a:cs typeface="Source Han Sans CN" charset="0"/>
      </a:defRPr>
    </a:lvl4pPr>
    <a:lvl5pPr marL="2057400" indent="-228600" algn="l" defTabSz="457200" rtl="0" fontAlgn="base" hangingPunct="0">
      <a:lnSpc>
        <a:spcPct val="93000"/>
      </a:lnSpc>
      <a:spcBef>
        <a:spcPts val="13"/>
      </a:spcBef>
      <a:spcAft>
        <a:spcPts val="13"/>
      </a:spcAft>
      <a:buClr>
        <a:srgbClr val="000000"/>
      </a:buClr>
      <a:buSzPct val="100000"/>
      <a:buFont typeface="Times New Roman" panose="02020603050405020304" pitchFamily="18" charset="0"/>
      <a:defRPr kern="1200">
        <a:solidFill>
          <a:schemeClr val="tx1"/>
        </a:solidFill>
        <a:latin typeface="Arial" panose="020B0604020202020204" pitchFamily="34" charset="0"/>
        <a:ea typeface="+mn-ea"/>
        <a:cs typeface="Source Han Sans CN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Source Han Sans CN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Source Han Sans CN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Source Han Sans CN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Source Han Sans CN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85" d="100"/>
          <a:sy n="85" d="100"/>
        </p:scale>
        <p:origin x="-780" y="-84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ViewPr>
    <p:cSldViewPr>
      <p:cViewPr varScale="1">
        <p:scale>
          <a:sx n="59" d="100"/>
          <a:sy n="59" d="100"/>
        </p:scale>
        <p:origin x="-1752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2.xml"/><Relationship Id="rId26" Type="http://schemas.openxmlformats.org/officeDocument/2006/relationships/slide" Target="slides/slide10.xml"/><Relationship Id="rId21" Type="http://schemas.openxmlformats.org/officeDocument/2006/relationships/slide" Target="slides/slide5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1.xml"/><Relationship Id="rId2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" Target="slides/slide4.xml"/><Relationship Id="rId29" Type="http://schemas.openxmlformats.org/officeDocument/2006/relationships/slide" Target="slides/slide1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8.xml"/><Relationship Id="rId32" Type="http://schemas.openxmlformats.org/officeDocument/2006/relationships/slide" Target="slides/slide16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7.xml"/><Relationship Id="rId28" Type="http://schemas.openxmlformats.org/officeDocument/2006/relationships/slide" Target="slides/slide12.xml"/><Relationship Id="rId36" Type="http://schemas.openxmlformats.org/officeDocument/2006/relationships/theme" Target="theme/theme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3.xml"/><Relationship Id="rId31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6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5" Type="http://schemas.openxmlformats.org/officeDocument/2006/relationships/viewProps" Target="viewProp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Rectangle 1">
            <a:extLst>
              <a:ext uri="{FF2B5EF4-FFF2-40B4-BE49-F238E27FC236}">
                <a16:creationId xmlns:a16="http://schemas.microsoft.com/office/drawing/2014/main" id="{A072CE00-B58C-FAE4-03D2-283FE2DB5833}"/>
              </a:ext>
            </a:extLst>
          </p:cNvPr>
          <p:cNvSpPr>
            <a:spLocks noGrp="1" noChangeArrowheads="1"/>
          </p:cNvSpPr>
          <p:nvPr>
            <p:ph type="sldImg"/>
          </p:nvPr>
        </p:nvSpPr>
        <p:spPr bwMode="auto">
          <a:xfrm>
            <a:off x="533400" y="763588"/>
            <a:ext cx="6702425" cy="3770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sp>
      <p:sp>
        <p:nvSpPr>
          <p:cNvPr id="17410" name="Rectangle 2">
            <a:extLst>
              <a:ext uri="{FF2B5EF4-FFF2-40B4-BE49-F238E27FC236}">
                <a16:creationId xmlns:a16="http://schemas.microsoft.com/office/drawing/2014/main" id="{411FACA8-B080-72F0-25BC-AE901A569E26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 bwMode="auto">
          <a:xfrm>
            <a:off x="777875" y="4776788"/>
            <a:ext cx="6216650" cy="4524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endParaRPr lang="LID4096" altLang="LID4096"/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B57565D1-00BD-B270-050A-6B17EA09D4E7}"/>
              </a:ext>
            </a:extLst>
          </p:cNvPr>
          <p:cNvSpPr>
            <a:spLocks noGrp="1" noChangeArrowheads="1"/>
          </p:cNvSpPr>
          <p:nvPr>
            <p:ph type="hdr"/>
          </p:nvPr>
        </p:nvSpPr>
        <p:spPr bwMode="auto">
          <a:xfrm>
            <a:off x="0" y="0"/>
            <a:ext cx="3371850" cy="501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endParaRPr lang="en-US" altLang="LID4096"/>
          </a:p>
        </p:txBody>
      </p:sp>
      <p:sp>
        <p:nvSpPr>
          <p:cNvPr id="17412" name="Rectangle 4">
            <a:extLst>
              <a:ext uri="{FF2B5EF4-FFF2-40B4-BE49-F238E27FC236}">
                <a16:creationId xmlns:a16="http://schemas.microsoft.com/office/drawing/2014/main" id="{42994F03-E7C8-822A-CA50-2C96A29F237A}"/>
              </a:ext>
            </a:extLst>
          </p:cNvPr>
          <p:cNvSpPr>
            <a:spLocks noGrp="1" noChangeArrowheads="1"/>
          </p:cNvSpPr>
          <p:nvPr>
            <p:ph type="dt"/>
          </p:nvPr>
        </p:nvSpPr>
        <p:spPr bwMode="auto">
          <a:xfrm>
            <a:off x="4398963" y="0"/>
            <a:ext cx="3371850" cy="501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endParaRPr lang="en-US" altLang="LID4096"/>
          </a:p>
        </p:txBody>
      </p:sp>
      <p:sp>
        <p:nvSpPr>
          <p:cNvPr id="17413" name="Rectangle 5">
            <a:extLst>
              <a:ext uri="{FF2B5EF4-FFF2-40B4-BE49-F238E27FC236}">
                <a16:creationId xmlns:a16="http://schemas.microsoft.com/office/drawing/2014/main" id="{265D2090-124B-DDDE-FEEF-E694D460B5DD}"/>
              </a:ext>
            </a:extLst>
          </p:cNvPr>
          <p:cNvSpPr>
            <a:spLocks noGrp="1" noChangeArrowheads="1"/>
          </p:cNvSpPr>
          <p:nvPr>
            <p:ph type="ftr"/>
          </p:nvPr>
        </p:nvSpPr>
        <p:spPr bwMode="auto">
          <a:xfrm>
            <a:off x="0" y="9555163"/>
            <a:ext cx="3371850" cy="501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endParaRPr lang="en-US" altLang="LID4096"/>
          </a:p>
        </p:txBody>
      </p:sp>
      <p:sp>
        <p:nvSpPr>
          <p:cNvPr id="17414" name="Rectangle 6">
            <a:extLst>
              <a:ext uri="{FF2B5EF4-FFF2-40B4-BE49-F238E27FC236}">
                <a16:creationId xmlns:a16="http://schemas.microsoft.com/office/drawing/2014/main" id="{DD00F618-2FD3-DA63-6454-A6635CAE153D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4398963" y="9555163"/>
            <a:ext cx="3371850" cy="501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 sz="1400">
                <a:solidFill>
                  <a:srgbClr val="000000"/>
                </a:solidFill>
                <a:latin typeface="Times New Roman" panose="02020603050405020304" pitchFamily="18" charset="0"/>
                <a:cs typeface="DejaVu Sans" charset="0"/>
              </a:defRPr>
            </a:lvl1pPr>
          </a:lstStyle>
          <a:p>
            <a:fld id="{0BEF1F11-4D6E-48B9-8CAD-B200941C7B60}" type="slidenum">
              <a:rPr lang="en-US" altLang="LID4096"/>
              <a:pPr/>
              <a:t>‹#›</a:t>
            </a:fld>
            <a:endParaRPr lang="en-US" altLang="LID4096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57200" rtl="0" eaLnBrk="0" fontAlgn="base" hangingPunct="0">
      <a:spcBef>
        <a:spcPct val="30000"/>
      </a:spcBef>
      <a:spcAft>
        <a:spcPct val="0"/>
      </a:spcAft>
      <a:buClr>
        <a:srgbClr val="000000"/>
      </a:buClr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95BD009A-31B0-8707-5B60-DF70396BB5C6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EE9156A8-01B8-4887-AB42-5E93574AEB50}" type="slidenum">
              <a:rPr lang="en-US" altLang="LID4096"/>
              <a:pPr/>
              <a:t>1</a:t>
            </a:fld>
            <a:endParaRPr lang="en-US" altLang="LID4096"/>
          </a:p>
        </p:txBody>
      </p:sp>
      <p:sp>
        <p:nvSpPr>
          <p:cNvPr id="34817" name="Rectangle 1">
            <a:extLst>
              <a:ext uri="{FF2B5EF4-FFF2-40B4-BE49-F238E27FC236}">
                <a16:creationId xmlns:a16="http://schemas.microsoft.com/office/drawing/2014/main" id="{B40420B7-96EF-60E2-3624-03B51D06D9C9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4818" name="Rectangle 2">
            <a:extLst>
              <a:ext uri="{FF2B5EF4-FFF2-40B4-BE49-F238E27FC236}">
                <a16:creationId xmlns:a16="http://schemas.microsoft.com/office/drawing/2014/main" id="{01E9D188-9E2F-6E9D-C3B9-1F707D23512B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6D9F1250-5580-2F91-3AC7-84C2FD1636D8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C4716F08-247A-40E0-A44A-0EEC371CE87C}" type="slidenum">
              <a:rPr lang="en-US" altLang="LID4096"/>
              <a:pPr/>
              <a:t>2</a:t>
            </a:fld>
            <a:endParaRPr lang="en-US" altLang="LID4096"/>
          </a:p>
        </p:txBody>
      </p:sp>
      <p:sp>
        <p:nvSpPr>
          <p:cNvPr id="35841" name="Rectangle 1">
            <a:extLst>
              <a:ext uri="{FF2B5EF4-FFF2-40B4-BE49-F238E27FC236}">
                <a16:creationId xmlns:a16="http://schemas.microsoft.com/office/drawing/2014/main" id="{6FA0A526-312D-832D-045D-96AF4DD6624A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5842" name="Rectangle 2">
            <a:extLst>
              <a:ext uri="{FF2B5EF4-FFF2-40B4-BE49-F238E27FC236}">
                <a16:creationId xmlns:a16="http://schemas.microsoft.com/office/drawing/2014/main" id="{70699347-FE17-E0AE-8A78-C3AC72F0DD26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86BA4F18-28D4-30E1-6088-76D12081A797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B3CD8758-4007-43EA-9182-8A5C12D60FDB}" type="slidenum">
              <a:rPr lang="en-US" altLang="LID4096"/>
              <a:pPr/>
              <a:t>3</a:t>
            </a:fld>
            <a:endParaRPr lang="en-US" altLang="LID4096"/>
          </a:p>
        </p:txBody>
      </p:sp>
      <p:sp>
        <p:nvSpPr>
          <p:cNvPr id="36865" name="Rectangle 1">
            <a:extLst>
              <a:ext uri="{FF2B5EF4-FFF2-40B4-BE49-F238E27FC236}">
                <a16:creationId xmlns:a16="http://schemas.microsoft.com/office/drawing/2014/main" id="{9C54413D-6F91-0B60-90D3-F1B37B220858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6866" name="Rectangle 2">
            <a:extLst>
              <a:ext uri="{FF2B5EF4-FFF2-40B4-BE49-F238E27FC236}">
                <a16:creationId xmlns:a16="http://schemas.microsoft.com/office/drawing/2014/main" id="{288B7A6D-651A-3D61-5C59-F2F63FDC93B6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FE0284DF-1704-E451-ED32-4CF89BA84463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BF19146E-6220-41A1-8717-88A282215A09}" type="slidenum">
              <a:rPr lang="en-US" altLang="LID4096"/>
              <a:pPr/>
              <a:t>4</a:t>
            </a:fld>
            <a:endParaRPr lang="en-US" altLang="LID4096"/>
          </a:p>
        </p:txBody>
      </p:sp>
      <p:sp>
        <p:nvSpPr>
          <p:cNvPr id="37889" name="Rectangle 1">
            <a:extLst>
              <a:ext uri="{FF2B5EF4-FFF2-40B4-BE49-F238E27FC236}">
                <a16:creationId xmlns:a16="http://schemas.microsoft.com/office/drawing/2014/main" id="{A64CC657-0F12-D033-BE3F-F8D3A78A7564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7890" name="Rectangle 2">
            <a:extLst>
              <a:ext uri="{FF2B5EF4-FFF2-40B4-BE49-F238E27FC236}">
                <a16:creationId xmlns:a16="http://schemas.microsoft.com/office/drawing/2014/main" id="{3B0549A8-6281-5B75-BDEF-8F4AD4B4475D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F43EE674-C715-2ACC-74F2-7F679ED3F111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B9B5B4FA-22D9-4AEF-A98E-5C931F386892}" type="slidenum">
              <a:rPr lang="en-US" altLang="LID4096"/>
              <a:pPr/>
              <a:t>5</a:t>
            </a:fld>
            <a:endParaRPr lang="en-US" altLang="LID4096"/>
          </a:p>
        </p:txBody>
      </p:sp>
      <p:sp>
        <p:nvSpPr>
          <p:cNvPr id="38913" name="Rectangle 1">
            <a:extLst>
              <a:ext uri="{FF2B5EF4-FFF2-40B4-BE49-F238E27FC236}">
                <a16:creationId xmlns:a16="http://schemas.microsoft.com/office/drawing/2014/main" id="{41725864-B133-4AA5-1496-0B32AEC89AFD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8914" name="Rectangle 2">
            <a:extLst>
              <a:ext uri="{FF2B5EF4-FFF2-40B4-BE49-F238E27FC236}">
                <a16:creationId xmlns:a16="http://schemas.microsoft.com/office/drawing/2014/main" id="{D140C698-3340-6F7C-B715-9507FE4A7C63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5D81EEF9-B88A-7A53-8436-383B9B8577CF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B8EC5F31-AD82-49FB-B711-EE7DE1A04855}" type="slidenum">
              <a:rPr lang="en-US" altLang="LID4096"/>
              <a:pPr/>
              <a:t>6</a:t>
            </a:fld>
            <a:endParaRPr lang="en-US" altLang="LID4096"/>
          </a:p>
        </p:txBody>
      </p:sp>
      <p:sp>
        <p:nvSpPr>
          <p:cNvPr id="39937" name="Rectangle 1">
            <a:extLst>
              <a:ext uri="{FF2B5EF4-FFF2-40B4-BE49-F238E27FC236}">
                <a16:creationId xmlns:a16="http://schemas.microsoft.com/office/drawing/2014/main" id="{56E79346-A891-EA9F-DA90-A4828E92361E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9938" name="Rectangle 2">
            <a:extLst>
              <a:ext uri="{FF2B5EF4-FFF2-40B4-BE49-F238E27FC236}">
                <a16:creationId xmlns:a16="http://schemas.microsoft.com/office/drawing/2014/main" id="{E581CA17-2C99-6F50-2B1F-6E1216175D57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2743F3B2-FDD1-8D4A-6BF5-5D7D97DFD875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FDCEB3A0-E5EB-44D1-85B8-A9F37C6F5247}" type="slidenum">
              <a:rPr lang="en-US" altLang="LID4096"/>
              <a:pPr/>
              <a:t>7</a:t>
            </a:fld>
            <a:endParaRPr lang="en-US" altLang="LID4096"/>
          </a:p>
        </p:txBody>
      </p:sp>
      <p:sp>
        <p:nvSpPr>
          <p:cNvPr id="40961" name="Rectangle 1">
            <a:extLst>
              <a:ext uri="{FF2B5EF4-FFF2-40B4-BE49-F238E27FC236}">
                <a16:creationId xmlns:a16="http://schemas.microsoft.com/office/drawing/2014/main" id="{50D34367-F0E7-B020-BD7F-087D3F28CA32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0962" name="Rectangle 2">
            <a:extLst>
              <a:ext uri="{FF2B5EF4-FFF2-40B4-BE49-F238E27FC236}">
                <a16:creationId xmlns:a16="http://schemas.microsoft.com/office/drawing/2014/main" id="{F7E0432A-3496-6ED9-8804-53EA87E17406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523D24F5-4A56-0349-8728-8CC315DDC7CB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0EFCF5A9-00AC-4E85-92B1-20E48A16136C}" type="slidenum">
              <a:rPr lang="en-US" altLang="LID4096"/>
              <a:pPr/>
              <a:t>8</a:t>
            </a:fld>
            <a:endParaRPr lang="en-US" altLang="LID4096"/>
          </a:p>
        </p:txBody>
      </p:sp>
      <p:sp>
        <p:nvSpPr>
          <p:cNvPr id="41985" name="Rectangle 1">
            <a:extLst>
              <a:ext uri="{FF2B5EF4-FFF2-40B4-BE49-F238E27FC236}">
                <a16:creationId xmlns:a16="http://schemas.microsoft.com/office/drawing/2014/main" id="{CC4F1FFB-DD8F-0E6C-3CA2-04CE0BB4C644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1986" name="Rectangle 2">
            <a:extLst>
              <a:ext uri="{FF2B5EF4-FFF2-40B4-BE49-F238E27FC236}">
                <a16:creationId xmlns:a16="http://schemas.microsoft.com/office/drawing/2014/main" id="{88FF61AD-8768-E076-08E0-E7013D7BCE1E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E4AB4CFF-017D-C98E-F066-C1B1D02D8995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BC2DD23E-4E57-466F-8877-A8660BE3110F}" type="slidenum">
              <a:rPr lang="en-US" altLang="LID4096"/>
              <a:pPr/>
              <a:t>9</a:t>
            </a:fld>
            <a:endParaRPr lang="en-US" altLang="LID4096"/>
          </a:p>
        </p:txBody>
      </p:sp>
      <p:sp>
        <p:nvSpPr>
          <p:cNvPr id="43009" name="Rectangle 1">
            <a:extLst>
              <a:ext uri="{FF2B5EF4-FFF2-40B4-BE49-F238E27FC236}">
                <a16:creationId xmlns:a16="http://schemas.microsoft.com/office/drawing/2014/main" id="{FDDDC2DA-D90D-9E4A-E0F8-CB2B3C7FDF13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3010" name="Rectangle 2">
            <a:extLst>
              <a:ext uri="{FF2B5EF4-FFF2-40B4-BE49-F238E27FC236}">
                <a16:creationId xmlns:a16="http://schemas.microsoft.com/office/drawing/2014/main" id="{9F520452-E4B5-A595-4F8B-C6BF2E555BB5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04F148CD-2FE2-0324-57AB-825766672B7C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456B57C4-12CA-4447-A7F9-4DA2883C9F4D}" type="slidenum">
              <a:rPr lang="en-US" altLang="LID4096"/>
              <a:pPr/>
              <a:t>10</a:t>
            </a:fld>
            <a:endParaRPr lang="en-US" altLang="LID4096"/>
          </a:p>
        </p:txBody>
      </p:sp>
      <p:sp>
        <p:nvSpPr>
          <p:cNvPr id="44033" name="Rectangle 1">
            <a:extLst>
              <a:ext uri="{FF2B5EF4-FFF2-40B4-BE49-F238E27FC236}">
                <a16:creationId xmlns:a16="http://schemas.microsoft.com/office/drawing/2014/main" id="{E8F66933-38C0-4E48-B4C7-90699C7B2B52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4034" name="Rectangle 2">
            <a:extLst>
              <a:ext uri="{FF2B5EF4-FFF2-40B4-BE49-F238E27FC236}">
                <a16:creationId xmlns:a16="http://schemas.microsoft.com/office/drawing/2014/main" id="{58F9899C-1882-53AC-3F7F-4C5315FA3C8D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19A701C0-C313-0FD9-1100-1941505ED621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96DC9845-ACD0-4E16-A42D-6AA0DD2BB8C3}" type="slidenum">
              <a:rPr lang="en-US" altLang="LID4096"/>
              <a:pPr/>
              <a:t>11</a:t>
            </a:fld>
            <a:endParaRPr lang="en-US" altLang="LID4096"/>
          </a:p>
        </p:txBody>
      </p:sp>
      <p:sp>
        <p:nvSpPr>
          <p:cNvPr id="45057" name="Rectangle 1">
            <a:extLst>
              <a:ext uri="{FF2B5EF4-FFF2-40B4-BE49-F238E27FC236}">
                <a16:creationId xmlns:a16="http://schemas.microsoft.com/office/drawing/2014/main" id="{61023C1D-1C4A-C41F-D82E-BBBCA3E6592D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5058" name="Rectangle 2">
            <a:extLst>
              <a:ext uri="{FF2B5EF4-FFF2-40B4-BE49-F238E27FC236}">
                <a16:creationId xmlns:a16="http://schemas.microsoft.com/office/drawing/2014/main" id="{D846DB68-02A5-2C79-A9C6-F1B2C08245AE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5342A65E-321B-8A39-0DD7-DCF166A056DF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C4DFA398-5019-4271-AC70-879CF573251B}" type="slidenum">
              <a:rPr lang="en-US" altLang="LID4096"/>
              <a:pPr/>
              <a:t>12</a:t>
            </a:fld>
            <a:endParaRPr lang="en-US" altLang="LID4096"/>
          </a:p>
        </p:txBody>
      </p:sp>
      <p:sp>
        <p:nvSpPr>
          <p:cNvPr id="46081" name="Rectangle 1">
            <a:extLst>
              <a:ext uri="{FF2B5EF4-FFF2-40B4-BE49-F238E27FC236}">
                <a16:creationId xmlns:a16="http://schemas.microsoft.com/office/drawing/2014/main" id="{C08F2D47-6FA3-A129-6C21-8FD6E1E453C1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6082" name="Rectangle 2">
            <a:extLst>
              <a:ext uri="{FF2B5EF4-FFF2-40B4-BE49-F238E27FC236}">
                <a16:creationId xmlns:a16="http://schemas.microsoft.com/office/drawing/2014/main" id="{C37BD0AA-54BF-A92D-F287-F26855321C9F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3CD62EF3-868B-E230-4CE2-276F157B82D7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0E11218C-104B-4DB7-8ED8-2412AB7F1BB0}" type="slidenum">
              <a:rPr lang="en-US" altLang="LID4096"/>
              <a:pPr/>
              <a:t>13</a:t>
            </a:fld>
            <a:endParaRPr lang="en-US" altLang="LID4096"/>
          </a:p>
        </p:txBody>
      </p:sp>
      <p:sp>
        <p:nvSpPr>
          <p:cNvPr id="47105" name="Rectangle 1">
            <a:extLst>
              <a:ext uri="{FF2B5EF4-FFF2-40B4-BE49-F238E27FC236}">
                <a16:creationId xmlns:a16="http://schemas.microsoft.com/office/drawing/2014/main" id="{2F7C0242-C65A-842F-918B-833AC4B5F764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7106" name="Rectangle 2">
            <a:extLst>
              <a:ext uri="{FF2B5EF4-FFF2-40B4-BE49-F238E27FC236}">
                <a16:creationId xmlns:a16="http://schemas.microsoft.com/office/drawing/2014/main" id="{F6E1E861-26EA-2333-D8F7-B1BB8BE22EC2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4F435F97-2C39-13F2-BCF7-FD5B4CD3B63A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89E9D581-9E38-44CC-9D4D-CAF032DC95D7}" type="slidenum">
              <a:rPr lang="en-US" altLang="LID4096"/>
              <a:pPr/>
              <a:t>14</a:t>
            </a:fld>
            <a:endParaRPr lang="en-US" altLang="LID4096"/>
          </a:p>
        </p:txBody>
      </p:sp>
      <p:sp>
        <p:nvSpPr>
          <p:cNvPr id="48129" name="Rectangle 1">
            <a:extLst>
              <a:ext uri="{FF2B5EF4-FFF2-40B4-BE49-F238E27FC236}">
                <a16:creationId xmlns:a16="http://schemas.microsoft.com/office/drawing/2014/main" id="{6BF544E0-BEBB-964D-1F67-C7C18BB3E6A7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8130" name="Rectangle 2">
            <a:extLst>
              <a:ext uri="{FF2B5EF4-FFF2-40B4-BE49-F238E27FC236}">
                <a16:creationId xmlns:a16="http://schemas.microsoft.com/office/drawing/2014/main" id="{F486ECB9-C16D-4ECB-1834-2F07CE59E9A3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F3C57975-02CD-17BC-8D0A-CAB47DCBF179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1FE5A315-4447-44B4-AE62-8ACC9412E615}" type="slidenum">
              <a:rPr lang="en-US" altLang="LID4096"/>
              <a:pPr/>
              <a:t>15</a:t>
            </a:fld>
            <a:endParaRPr lang="en-US" altLang="LID4096"/>
          </a:p>
        </p:txBody>
      </p:sp>
      <p:sp>
        <p:nvSpPr>
          <p:cNvPr id="49153" name="Rectangle 1">
            <a:extLst>
              <a:ext uri="{FF2B5EF4-FFF2-40B4-BE49-F238E27FC236}">
                <a16:creationId xmlns:a16="http://schemas.microsoft.com/office/drawing/2014/main" id="{3834828F-BD6D-60FD-7C98-69F1DDB65EF5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49154" name="Rectangle 2">
            <a:extLst>
              <a:ext uri="{FF2B5EF4-FFF2-40B4-BE49-F238E27FC236}">
                <a16:creationId xmlns:a16="http://schemas.microsoft.com/office/drawing/2014/main" id="{F54A1726-49DB-6E6C-6858-EFBF3F9794DC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6">
            <a:extLst>
              <a:ext uri="{FF2B5EF4-FFF2-40B4-BE49-F238E27FC236}">
                <a16:creationId xmlns:a16="http://schemas.microsoft.com/office/drawing/2014/main" id="{1CB00901-D9C5-85F5-799E-C5597C167F02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B419297D-9F5D-4FF9-853D-F48D5F61A636}" type="slidenum">
              <a:rPr lang="en-US" altLang="LID4096"/>
              <a:pPr/>
              <a:t>16</a:t>
            </a:fld>
            <a:endParaRPr lang="en-US" altLang="LID4096"/>
          </a:p>
        </p:txBody>
      </p:sp>
      <p:sp>
        <p:nvSpPr>
          <p:cNvPr id="50177" name="Rectangle 1">
            <a:extLst>
              <a:ext uri="{FF2B5EF4-FFF2-40B4-BE49-F238E27FC236}">
                <a16:creationId xmlns:a16="http://schemas.microsoft.com/office/drawing/2014/main" id="{29E97A98-F387-9147-00E5-EF314F7C9737}"/>
              </a:ext>
            </a:extLst>
          </p:cNvPr>
          <p:cNvSpPr txBox="1">
            <a:spLocks noChangeArrowheads="1"/>
          </p:cNvSpPr>
          <p:nvPr>
            <p:ph type="sldImg"/>
          </p:nvPr>
        </p:nvSpPr>
        <p:spPr bwMode="auto">
          <a:xfrm>
            <a:off x="533400" y="763588"/>
            <a:ext cx="6704013" cy="37719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50178" name="Rectangle 2">
            <a:extLst>
              <a:ext uri="{FF2B5EF4-FFF2-40B4-BE49-F238E27FC236}">
                <a16:creationId xmlns:a16="http://schemas.microsoft.com/office/drawing/2014/main" id="{A84A0A87-92A4-14B6-686D-3B32C070F6A5}"/>
              </a:ext>
            </a:extLst>
          </p:cNvPr>
          <p:cNvSpPr txBox="1">
            <a:spLocks noChangeArrowheads="1"/>
          </p:cNvSpPr>
          <p:nvPr>
            <p:ph type="body" idx="1"/>
          </p:nvPr>
        </p:nvSpPr>
        <p:spPr bwMode="auto">
          <a:xfrm>
            <a:off x="777875" y="4776788"/>
            <a:ext cx="6218238" cy="4525962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 altLang="LID4096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DE2A9-4321-100E-FBFF-43C4D6A037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696D26-7F61-5784-3749-1C2DBA45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8716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6AD24-A357-0E25-1425-4D35FF35A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5F3C6-DF71-1249-157D-C43EC13B7B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70982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EFCD8-F66A-3B1E-7562-72ED2D0B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5E9D1E-3772-44E1-2C24-13628BDE5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41739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72983-1395-145C-5BD2-6F7D71E03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52EFE-4FF9-9C9A-6FF0-45361C4283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81CE09-A3FC-5CDD-0D31-E74F4289AE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35963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313FD-95DC-918F-2AA9-93E644DC8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BE0A4E-4E5C-804E-BD19-D6B54B42D8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B1CAD6-6EEB-4F9A-1CDF-C87895F8E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9281DD-B6B0-BB47-DCD8-7E5DE36EA4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F5C1D4-B7F4-2587-92FF-E9119C7997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03339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A0CD-F7FD-93ED-92EB-A446EB1D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012439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2346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39991-B0E2-5157-63AF-BECF7C973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BA5A7-6F94-7BD8-0DBA-6889822BF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53583-CF34-368C-93B0-033B6071F2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209048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5BC68-F90A-92D7-2FBC-9814E5301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4A57D5-2764-44FC-C44F-3F655EA47E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18C7FE-7C8A-93D0-F382-3E41C1A385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1572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F39CF-062B-D411-96F1-1A384AB46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3E1A46-4847-A9DF-3A47-06B824303F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4372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870F39-30F8-9B54-2778-44A89AF207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E4183A-81E3-3B85-6198-96C43A25BE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6353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F7C2-C335-79D4-E6CF-FD859EB00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547688"/>
            <a:ext cx="21944013" cy="2287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195586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99BB2-A036-2B33-3E51-02DA54DAFB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EF5E2C-7BB4-26C2-D824-26ED5395A0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58606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31526-DB20-8F4B-56B4-FE3A2C52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D40AA-9E0A-4F4B-2E0C-A36C565EA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480163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6F7B-CFE9-03E9-9F9A-6400C463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42070F-0BEF-67D7-6FB6-1E6813B5F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748290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64EFC-C3C7-9E19-E1A3-6B8FB2B46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E1910-8384-20FF-71B2-BD905D2B76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D3D4E-0996-E48D-4A15-35EA9D5710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17911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C4B2B-045F-2190-A875-A6886EC09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D7F996-5338-F079-0F25-2B07883B9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ADEEA-9C79-30D8-B0C4-61CC06C415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AD0D43-D18F-D7CF-8E15-5916CBA85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A095B4-D273-BDF0-6669-D3CA139A2E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388589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5EE76-8302-041F-A3FF-E4D980F4D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533030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331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D553-D85C-3CC2-6B90-218458CAF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9993D0-BE3A-7DBF-FD1F-E096CC0DD9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6EFAF0-DFC5-6B26-A56E-71357BCF6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46873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1A36C-F5AB-4000-EBD9-C9E5410BF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76B7AB-07B2-6B8F-281B-01C8817B50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D5D3BE-84AF-36C0-168A-557D8A0A6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530767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B26D7-8382-2D82-531E-B48831B0C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C7DA16-8C05-03DB-B28B-9308950DDE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412424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132C1B-3A74-AD28-0A94-6096CB6AE2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1CA54B-8AF6-35DC-1DFE-A30BBC793E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239796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D7DAC-303F-9CA1-3C9D-566A354796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83184-6483-FC21-3A6E-2FDD5011AB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742374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BB875-4669-3648-A205-987185379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94364-5FBC-B2E0-E9C6-7DC99CFF9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98936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07F9B-C882-3420-EF85-DC4417BD8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CBFC8C-72F9-D491-35C8-16D3BD339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515236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21B9A-DB2D-C559-695B-153196E10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7B61E6-E33D-4B1F-9E48-D3F88839E6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7CD7D9-F458-0E2B-52EB-5AEC60A549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334477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E8D04-6E92-38C2-13BC-9E2BD0CE8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982A-BBDC-BF8A-3D7E-B8548828E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C7F031-8260-1861-1BD5-CD68AD5201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83664F-742F-C249-76C0-BEA055C7F7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7B640A-0AD2-DBF7-F698-687DEEB411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83596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DC4FA-D2C2-1DD9-0435-D8B117A80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545131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30833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A510A-B6C0-860E-6009-6F7BCB715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27669-9E93-F7F2-0D6F-65E8201E2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C6A32D-C610-7624-F755-ECC8A3E60D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1235812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2CEF0-8654-6F84-5662-4B3CE725C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A4BAB6-67F1-E32E-8099-8150958182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18B46F-A813-6BA5-CFCA-2CBB1E7B64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583216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BFD98-B2C1-B27E-CC47-D2BEA6863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C4BAE6-2681-D9FB-D3D8-66BC3A141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0654355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83E21D-8D4C-6A06-AC42-C28A23D382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4FB45-1B15-6A14-F2B5-666EB6FC01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6026841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B593C-4084-BBE9-506E-878594898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F9893-3085-EF7B-AF0B-BA47A61117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607504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3C1E8-3A77-DF36-6B94-33FBE0A5B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145AF-2242-0B58-8325-40EDA0EA2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3409579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9E720-5F91-9CE5-4A55-FCCE1073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780D2C-DBDD-9714-096F-E6847D86A5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091903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3E688-B771-CC69-1A99-8D79DDEC0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D9F81-EAC7-1145-43D7-70FF251EC6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5D95E8-D9DD-30C3-3C54-C91CF7085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1374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39F4A-2C8E-310C-664D-5E37354F9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BBB328-5607-6F0A-F655-7A00A2D471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FD832B-1C38-06B3-DB65-A173BE6F44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1C764B-6DD8-011D-AE0B-AD55003563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0FE5E2-76E2-EEEF-F2BD-171313DB1A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1724978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F6E67-D5D3-4227-EB98-92E39589F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8425279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695683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B368-454F-B6D4-4B12-AA58058CA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E5AFE-53A4-2225-4184-9EFD9A9A7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FBC083-8958-857C-2058-DE6C3D3111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730479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69740-E243-D18D-7706-1C2E55314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C873F4-6266-ABF9-9145-7D759EBA24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264169-FE3E-7353-C20D-D37F2452D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9346313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9AEC9-C31D-97B4-3467-D7CF5B6D5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2E8F58-2621-5FE3-69C4-3E9E621D1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9771505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4E7527-ACCE-4EEE-D124-D8795BFA5E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70C0A8-F61B-5F45-9914-9F6DFFBBD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5932572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719A7-490C-CACA-5C0A-E4C2DDD9D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4C52F3-6C20-837A-1556-E548AB62E1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933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7777D-5097-251D-EA32-3B095F8E4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D3E0F-F976-8F9D-31FF-42920DB91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09402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B334F-30E7-EEB4-9D5E-5BE08D048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8ED9E-9284-71E2-F7A7-752497F6C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512085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6F9E4-C781-9017-B214-3B6BF0E87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27684-6721-812E-CF60-EA821E5065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ABDB4D-B36B-61F6-6DBA-659D129C5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7609858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23E0D-934B-5BAF-26EC-75FBEBC81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A33401-DBF7-46BB-D4E4-56E1D2D286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C4494-F00E-DBA1-EE65-0A644ACFBA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96386F-5015-0EDA-5853-E95C4A9C2E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4B9E01-F251-75D6-C8FC-A9F021736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136426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90EB2-F595-AF82-AC94-547946FF8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141431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918108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FC74D-8473-6340-9D09-A062885B0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4F7DC-661E-92CA-2009-C55AC4251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43217-57E6-6619-065A-D8F9947E3E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2624088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7DDF3-CB25-10C5-9705-0E1019FF3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01E9D3-D0C9-A44A-9D16-1040069B13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15586C-4A74-BF83-08D1-49FFF4179D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437468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C3618-6748-57FE-13EB-1807D4F2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F947FC-F3D1-FFBE-9B3C-4792CBC01C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108879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8ABDE8-C838-31AD-982F-FCE9B3C772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F05A4C-0C65-3833-9EAC-D9F176D1F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261285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888B5-9EBE-7B23-C62F-C4C50EE7EA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3D9755-4A62-6A65-F97E-DC7B6C32B8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4590984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CF3AE-CAE8-0000-92F4-DE59F1B6F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CEDD0-577C-A5AD-B812-B6CBB5E96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2426323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C884E-B73C-0D27-E17C-2C81AFF39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C93A4-6944-2669-B4C0-1B86B902B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933831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698FC-CE2F-4556-CCC0-7A4AA9617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200B9-115D-5963-6E97-4C3816C5C3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D59FC2-D5A8-833C-0899-395162FF9E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696306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6F382-B9F9-5217-BC2A-3350FB50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572C3-78EC-A859-A3B5-E7356A164F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A59EB-5A32-DD8E-DBAC-CC694AB6BF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0C666-9AF5-4E2E-7E27-2EA2EA4A00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C9B5D-73FF-67AB-BA13-7BCD99F19D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7982289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00AAC-E3E6-CF3F-B2EE-A85FA4101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8935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500460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93354-9045-EECB-0FED-A04DFE3F5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EA3EE-C609-E152-8D9E-7DBF8AD67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FEDEA-0C6D-B09B-8165-402EC45449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6037862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5D185-AB2C-CAF0-548B-86BF6E408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340B5F-F052-0047-96EC-1855B96B81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2C0DF6-90B7-D5AD-7AC0-C90CA7ABBA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1964162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DF5B-37AA-563A-7110-652724F0A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1933259-DD70-4C8A-B533-89275E30B1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284770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D290B3-E8E4-6E40-D47F-4054906117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011BFB-D38B-860E-A67F-B9FD5CFDF9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818336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74221-076E-2674-62C3-31F21EAFC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1B528B-7FF8-158A-5960-0AEF2FDB7B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2528763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E2DB5-B814-6D9D-5B76-BF2BD8A4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84E3E-C390-6AD7-9902-9C82ED189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0241254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70010-5D5A-7182-FFBA-9AE133C9D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712F42-3ED3-EE25-37E3-E6D3206E2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951717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08D1F-197A-0426-0FC2-78C6E800B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02954-D4B6-3646-BAA1-DA09EEC9A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EDDD1A-E121-5F4B-B171-70E020085B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002466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28011-0835-6E04-F5AF-AF34C7D86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DABDC9-AFB8-A6E5-E554-027BAE2D74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170EF7-5A19-E174-E15E-654684EFA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581B39-F1B0-6833-19E7-1BBE54CD55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01DE84-9DC9-1315-D8BE-95B3B94624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78093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7DD79-2D59-9443-B1BE-6BD488CE4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2796074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8628890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EE002-427F-175D-EAF5-1319E02BC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A8E1C-E5C9-95D6-48CD-510010487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39F23F-ED76-9B20-116B-26C6741BA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4198366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1561E-94B0-89C4-4313-96AEA2F11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219954-36AD-460F-8C15-8C7F8DE9FA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D5E7FF-4718-88C0-B186-8D70FE9A3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68607760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0C8A9-5698-48DF-4335-5CEA5A169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1A0E7C-5B3B-6397-C791-71A09806DF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6659630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9BE81A-0E0D-DBA4-0BF1-A4B3B3E2BB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30777E-0EB1-ED42-911A-EB18A4303D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3672147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1D60A-88E7-4728-2187-96CA0A5A6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61104E-14CD-8561-12E4-0EBFD6C3A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522421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446E5-3CA8-70B1-832C-CF20B2B22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B59AE-6558-D421-399A-12669A36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1625007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78E87-396A-D313-CBAB-DB0CCDECA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2B6F97-6C9E-9E40-BF1C-798BEE7CD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6090762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4F56D-3B10-BC31-3F86-93C09BF21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31863-CE80-0E4D-8AA4-EB439F0757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49C80D-85CB-5E8D-B1F5-4D8986A2FA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09830654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E4966-2958-0E61-1176-923696961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F26C7-78F6-AD97-84E2-429594D3F9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568D81-75D1-C7FB-0488-B0356542F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C18F89-5B0C-F5BA-3DBF-B753951668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D9FE9F-55C2-2B18-73F7-355ACE17DE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207110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42467-A03E-F66D-C005-9ADD6FA9D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66305473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8332477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55C0A-CE48-3E50-97AB-A89B1EC98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550E4-7E2A-E0EB-0CC1-A8862DB6C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AADE48-A3CC-33C6-A654-A25E2504FF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6504662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9A5D7-4619-2778-644A-AE90C6F79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36750A-6DC1-314D-005B-D60DCAD661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A3CDA5-58D4-8BB9-3CCB-EC4381D2FE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4933856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404B-87ED-E681-F298-272D9EC97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AB26AE-22B6-A640-238B-91A7E49B8B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3539540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68E491-AE0B-4103-BB0B-15185A1990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0B87C9-030E-9008-8DF4-020C2C9B8A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2993044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63A08-6668-FCC6-187F-7CBD44EC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98BAFE-39DF-6DAE-6719-EC94A75BAC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2060809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42AF3-F4E8-EED0-D4EB-389DD0E6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F16A5-C575-6874-E69A-3813F9EB0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62627472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162A5-4459-FCD3-280B-4A55BF3CC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C2951D-0E3D-6263-2E46-1530B5315C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92949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E51C3-DD03-B698-0E5A-C600A9D0D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6F32B-41D6-BBFF-3A76-75F992DDBB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DCA890-54A9-43DE-2D14-1FDD684D6A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2948985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00C3-3C42-AEFB-EC4C-24F7F9B5F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A1B4BD-7F0A-2CBC-C0AD-D5F678CD90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B6FDD-EE31-9526-DC6D-66DD092B11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840160-CE94-F5C1-BD64-9EF234171B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3E1D3A-73F2-E049-2B44-84590AEDFF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1434339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87517-2634-11FF-77C6-83E61E9B6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4438866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263780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21772-5F32-FBDE-10A9-BF33C750E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23868-1B2A-1E64-4D65-EF05C204B0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D0BCE-A771-D642-0FD6-CF4CBB4A00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0523346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D88C4-AC3A-A19F-DB42-745CC8FC1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343509-0971-9DA2-4F93-124A5515E5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F0F53D-256C-CC42-61BC-05EA5A7DE7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8340310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95B6B-1146-9638-A149-D3E46D9DB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54D74B-891B-A50B-8E8D-7FC80CFBB5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665230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293AF1-789B-25F2-3EEB-248167C696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94F0C4-D3D5-D0E9-76C7-CB8DA4A932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6312994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5434C-02EC-B40C-771F-89CC0332D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2E6AE7-EFA3-A861-4AEB-D002929F80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43184214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1BCF1-3491-743B-3159-E4073B6FD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4E99E-277A-EF06-0BFB-9DBD551D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4754208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EFDA5-9F8A-84BF-768D-CFAF258E5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2AC06-3B7B-C49C-EACE-BD2E3A189E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225273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48E72-06B3-B2E7-42C1-4802FC804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78BEB-C8E3-3AE3-CA27-85924846B4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83BE32-6C82-F22E-1189-995F296A6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365012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E3792-EED2-9AE8-5682-03722E4EE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6DA343-A1AA-D45D-A0CA-2D0118A18E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F46AB7-E827-F563-C8AD-4579CD7EE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1F458B-BE78-A8B4-4EE8-B00145E919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8A6ACE-59FB-64C2-4960-5AD8E7BF90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59387065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B5DD6-5F6D-FE7C-A05E-D7AB8B2EE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17200323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2226523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7E415-643B-54C4-7D9B-CD083055A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FEC83-CD78-951A-6226-A40CD029B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DC0A27-C8BF-AA38-DA24-283E1A6611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180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0EC79-D08E-6A3C-9412-E222B99D4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BDF66A-1FB4-90C2-9095-B476B9EE35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91AB6-F416-DDBF-76B1-4B09BE22ED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54882898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B85B5-8086-D1D2-C7DF-322819CE3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49A79E-9CD8-43DA-D92C-01D1D1D2BC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34455580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1FB5BB-52C4-6816-C024-DD18B463E6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BBE55A-DC8C-8441-BEF5-86C7E6BFFF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8802905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5900F-6CCE-AEAC-F775-15C46FD845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C47A0A-3AFB-C831-2D88-EF01E6FA7A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2284669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29115-2912-05AC-8992-BEE1DD98C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2890C-4082-F576-97C5-CE0A94697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56513092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01F17-D837-9E79-F2DF-9EF3A46B4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82F05D-A690-0278-7BD2-FFE3F3C36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8595346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B77DF-31AB-70B3-E1AD-740FB9E58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25FDD-4B10-62A3-DC08-B080D1EAD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A8042F-C531-68A5-F4FC-4685B815BE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8901190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5DDB2-E734-E84A-8594-37365773A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4B9E8B-8AC6-386A-807F-F227BA80A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938DF8-1302-7F05-A11A-E78DA0F45C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3795F5-D100-4B93-180D-498BA207FB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EF6F55-07C0-0DA9-5F58-ACF3CD669C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1190093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19F77-8D7F-2D6F-57F7-FA15F8F1F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8594482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54012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F8653-7725-6728-6102-6855D7469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2A3E2-52BF-01D6-3100-FBFEDD646E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0C33CD-177F-E20C-603C-892A1E589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55786348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0660F-B934-7FD6-DF7C-D5F9DD2D6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370ADC-17BC-F4BD-4B6E-ACE31327AE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BD198F-F5D0-2938-1C95-00C099C661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71223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1AEFC-3950-37D1-FF66-B02CAB8BA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B9F189-FC3C-2D8A-9938-F52EDAB357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39557633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81DB83-DBA0-BFEE-1BDC-2FD24991BD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C8AD08-6FDD-B29B-C44B-261E29FC41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6571748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59DEE-1E48-46B0-1D39-37F4CE5029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7C5ECC-7D6B-A151-532B-9339316160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83355606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9D795-3217-8C32-4F50-0A4B49DF3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073F0-6BDC-543E-7857-6ADACD253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3902984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A4308-F76C-F92A-664E-38D12B6E9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A5E10E-26BE-1868-6316-0557A7F0B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71906380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F449F-0AF3-C5CD-BBF6-141B5306B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E5924-F805-4255-71C8-CEB632C297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471E43-D0E7-948E-B6C2-267B54D7D8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460696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C0323A-E7BA-F77D-CD2D-5DA12C2EC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A3CB2-D1CE-CDE6-74A3-FBFFFDE3F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BAE296-4B70-79CA-1F40-1240CCA35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0266B0-0996-DFC0-9A86-69C1B9E88D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20BD71-F3D3-60DF-E087-0FAA597E2B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754344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36BAC-30C9-9465-3426-82DBD975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0449226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4866525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DB30F-AC2A-7610-7C13-F49554D08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ED6D7-1CDF-2FBE-B4EF-BCFDA588F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49FA89-677A-4364-6138-F0563446A2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4254328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A876-F3AF-F66C-A3BC-7A7D36E3F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8904C7-A08F-75B6-3E52-39117C97B0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A5869-0CE2-75B1-2446-4259AF74B4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75159512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82026-10BF-BFCA-E9DE-61DC411FF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FA8CF0-8642-7D42-57A9-6188E96BD5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18231933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47EC2C-6BFF-A3E6-C7BA-F10A9BAE42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50BA9-3500-3C5E-9F70-619AF90212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161098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0EE6B-117F-0CFF-B619-BBE8FD540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6D9545-D7B9-6C84-39CD-A241C4BF5F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41821001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B0D7F-77F9-13AA-551D-FBA9DD1C4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AB00A-C6E8-E342-216A-6D9B9ECA3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50572276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C7AE-2FF6-1C44-DBC9-6D83BEF6B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43B07-BEF2-9226-1ACD-0746B7F1C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0443143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9E5F-20E9-6A99-2172-3E155378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72388-B9D2-8D75-900C-C50B8A60E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074ACF-E3A7-882F-951B-417F67470E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7399143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C4F24-1B61-8417-1147-F9BD98055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218630-0A38-9AB3-F3E6-D681094DB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0A8DD3-69DA-CE68-593B-89C51C0E3F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E93778-E928-3CBA-D932-006F93FAE4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C6074C-3B25-CCB6-14F3-A65EC883A2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8517991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2C543-EF64-89D4-5BEE-AD3F023AD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273553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2112334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1B805-28FB-4B13-F560-D30F7F491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B5961-29C3-1482-8017-292211645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E1F2A0-98FF-C5B3-E8C9-432F408A35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10613447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2362B-C168-DDA0-5774-6E955F57C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5E4059-79D7-5773-E145-ADF4B59196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09546-B50F-FF04-D7B8-4BBF73AEA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27996323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B81F-0272-35C0-8CCE-A4848F5A4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C047B8-DF20-663B-2401-33A81D8FF8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225566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27E9FE-0FC8-E8F6-F138-F8EA0CECBC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31E95B-FF8C-E620-D4D9-58899FE3F8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56110013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7B7BA-F3C6-9A83-B579-D4A671B8FB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B8B8C7-539E-E3EB-4103-A7E13E191F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73054808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F9049-0051-1E6F-0F8C-89DB0BCFC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CC655-BA5D-C12C-536E-73CF1CF64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1373248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0FBAF-53D8-C7EA-0771-6988ECA99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71076-8907-4CF1-787E-720CD48D1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98980750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9BC3D-4B2E-32FA-3192-6C208DD5A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6EB37-144D-91B2-8CD9-A8770C243B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AE7C38-5ADA-1B0D-CB9E-E16495AA8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8479520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268E2-3E9E-E61C-F4C6-99C4C9DCC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9D5056-A7A9-5C61-BFFB-72BDCF6AFB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7B5A1E-1358-31CF-2D45-22547F1E63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3C1B95-D23F-DC3E-CC2F-CB81E62BE6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33AE53-88D8-081C-4E45-AC1E657D00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28736785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ECFFD-8078-A618-7FF2-71087868E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72044038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6607903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2576A-DBFB-05E5-6D82-AACF92C14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34A09-625C-D7A0-72EA-3FA6164D7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1BDBDE-F01A-9166-CA52-3180161366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33803094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902F7-D509-762D-6C9A-76F3F8FC8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E88C5C-F50B-5A8A-8B02-9DBF99EB82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F18CA8-24AB-6A15-48FE-26002202F9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62703287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F6E5A-0CE9-6845-0418-28A4993B0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EA9015-7E76-2018-D4FB-37EDE06148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99516251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DBC59F-929A-E067-0964-EDCEC7F2B2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EF0324-B473-4B0F-2575-68EDA2191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6427238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E5B66-2FB1-C38D-E636-E6F1B9ED01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1BEEAD-3EB2-C56D-67E2-7794225AD8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86903122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2892B-F936-07FB-BAC2-26DCDBB37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3BC83-D6C8-0FB8-35C5-26D8E8E98A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4075500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466A-0A94-729E-F5D7-F4F94CDA6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ED9AAD-F84A-9E77-646D-BB2330550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37623389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ABA21-1792-9B89-9276-253354440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3DDE0-E689-E961-3C32-A2B54E5417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19200" y="3209925"/>
            <a:ext cx="10895013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70F023-54E8-F476-6371-F9565B4592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6613" y="3209925"/>
            <a:ext cx="10896600" cy="79533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8336204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5E49C-24EC-11BA-2369-4372D1E1C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473DD2-4109-2909-9C63-85A6641ED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A1E6D0-65A9-5497-EC42-ABC31586C7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8AE5A9-1F8D-094D-53BF-CD2D3287EE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ECF468-C500-7D84-EB1D-B169654F25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1104246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A809B-7BF7-88D7-9AF6-DE3965B16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66107868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0596731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270A7-F67C-104A-531A-DAF995847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5080D-BDC8-D467-CDE8-EE707C288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7982E-D02E-7898-CFEC-FC01E2BAE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0399220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E12C9-4754-F186-D813-4F54656D2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BE195E-A0E4-283B-D610-60A829B1EA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73809-9B9C-7BCA-D196-664C6FF69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6014466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6BD56-BBF7-F6A5-9BE5-8965B6579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A359EF-7FED-5DCF-4874-08937B5B86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5047412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794F4D-E262-F6C5-FE1F-DDD03A6CAB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678400" y="547688"/>
            <a:ext cx="5484813" cy="10615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E9F8F4-0920-B974-6FD8-A356974B92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19200" y="547688"/>
            <a:ext cx="16306800" cy="10615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68705159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F6D37-77CD-DCDF-B62D-EE002D2819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2244725"/>
            <a:ext cx="18288000" cy="47752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7C92CD-B5C9-5548-6F30-827DB6A97E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7204075"/>
            <a:ext cx="18288000" cy="3311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12840946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CE60F-DA46-E4B4-5989-4375B45BD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730250"/>
            <a:ext cx="21031200" cy="2651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4594E-916B-DAD3-144E-434C7AFA2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400" y="3651250"/>
            <a:ext cx="21031200" cy="87026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8070722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57BB2-31EC-7A97-4023-3AD534111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3700" y="3419475"/>
            <a:ext cx="21031200" cy="5705475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76A047-921D-8563-066B-DFCD3FB302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63700" y="9178925"/>
            <a:ext cx="21031200" cy="3000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8636225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76B81-6CF8-1A60-2A94-BEDBEEAF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730250"/>
            <a:ext cx="21031200" cy="2651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76B93-C434-8F6B-644B-5FF1654A6C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76400" y="3651250"/>
            <a:ext cx="10439400" cy="87026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BE1FAB-4035-251E-1203-9C74F498C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268200" y="3651250"/>
            <a:ext cx="10439400" cy="87026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47996606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928AD-BC38-E50C-3720-C088FED10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730250"/>
            <a:ext cx="21031200" cy="2651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3CB9D-03EB-32C3-1A2D-6BADDEAA0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9575" y="3362325"/>
            <a:ext cx="10315575" cy="164782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29B86B-087B-65DD-4C75-908EAA50C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679575" y="5010150"/>
            <a:ext cx="10315575" cy="7369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AEA95C-F039-7123-A9A2-BD23587F51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344400" y="3362325"/>
            <a:ext cx="10366375" cy="164782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27BFC-8E56-4B09-63E8-A43899C84B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5" cy="73691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39343923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1919E-9CB5-7F1C-41A7-7FC49D5FC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730250"/>
            <a:ext cx="21031200" cy="2651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98752482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9662385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ADA14-1B88-543D-7071-9A41D0F54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B4EFE-33D6-7235-1D46-8FBF6B368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66375" y="1974850"/>
            <a:ext cx="12344400" cy="974725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17F49C-83FB-31BE-5ED5-AFF8163D13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257424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6B3C1-908C-8113-0D32-21D8D8F2D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75" y="914400"/>
            <a:ext cx="7864475" cy="3200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6BAA82-34E2-B54B-5329-2F652DBA60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366375" y="1974850"/>
            <a:ext cx="12344400" cy="97472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AC9C1A-1103-B961-D740-D925A50DD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679575" y="4114800"/>
            <a:ext cx="7864475" cy="76231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12155074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EA985-5B8A-172F-396B-B42417DC6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730250"/>
            <a:ext cx="21031200" cy="2651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D5732A-C15D-ACC7-9878-9755C3552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676400" y="3651250"/>
            <a:ext cx="21031200" cy="87026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94262068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40EC9F-1914-D2BC-9BD2-35B7E4AA3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7449800" y="730250"/>
            <a:ext cx="5257800" cy="116236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7E22E4-2B22-223B-891F-4E02076A8B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676400" y="730250"/>
            <a:ext cx="15621000" cy="116236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67121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6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Relationship Id="rId14" Type="http://schemas.openxmlformats.org/officeDocument/2006/relationships/image" Target="../media/image6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image" Target="../media/image8.png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image" Target="../media/image9.jpeg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theme" Target="../theme/theme6.xml"/><Relationship Id="rId2" Type="http://schemas.openxmlformats.org/officeDocument/2006/relationships/slideLayout" Target="../slideLayouts/slideLayout58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66.xml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image" Target="../media/image3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5.xml"/><Relationship Id="rId3" Type="http://schemas.openxmlformats.org/officeDocument/2006/relationships/slideLayout" Target="../slideLayouts/slideLayout70.xml"/><Relationship Id="rId7" Type="http://schemas.openxmlformats.org/officeDocument/2006/relationships/slideLayout" Target="../slideLayouts/slideLayout74.xml"/><Relationship Id="rId12" Type="http://schemas.openxmlformats.org/officeDocument/2006/relationships/theme" Target="../theme/theme7.xml"/><Relationship Id="rId2" Type="http://schemas.openxmlformats.org/officeDocument/2006/relationships/slideLayout" Target="../slideLayouts/slideLayout69.xml"/><Relationship Id="rId1" Type="http://schemas.openxmlformats.org/officeDocument/2006/relationships/slideLayout" Target="../slideLayouts/slideLayout68.xml"/><Relationship Id="rId6" Type="http://schemas.openxmlformats.org/officeDocument/2006/relationships/slideLayout" Target="../slideLayouts/slideLayout73.xml"/><Relationship Id="rId11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2.xml"/><Relationship Id="rId10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1.xml"/><Relationship Id="rId9" Type="http://schemas.openxmlformats.org/officeDocument/2006/relationships/slideLayout" Target="../slideLayouts/slideLayout76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6.xml"/><Relationship Id="rId13" Type="http://schemas.openxmlformats.org/officeDocument/2006/relationships/image" Target="../media/image9.jpeg"/><Relationship Id="rId3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5.xml"/><Relationship Id="rId12" Type="http://schemas.openxmlformats.org/officeDocument/2006/relationships/theme" Target="../theme/theme8.xml"/><Relationship Id="rId2" Type="http://schemas.openxmlformats.org/officeDocument/2006/relationships/slideLayout" Target="../slideLayouts/slideLayout80.xml"/><Relationship Id="rId1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89.xml"/><Relationship Id="rId5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7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7.xml"/><Relationship Id="rId13" Type="http://schemas.openxmlformats.org/officeDocument/2006/relationships/image" Target="../media/image9.jpeg"/><Relationship Id="rId3" Type="http://schemas.openxmlformats.org/officeDocument/2006/relationships/slideLayout" Target="../slideLayouts/slideLayout92.xml"/><Relationship Id="rId7" Type="http://schemas.openxmlformats.org/officeDocument/2006/relationships/slideLayout" Target="../slideLayouts/slideLayout96.xml"/><Relationship Id="rId12" Type="http://schemas.openxmlformats.org/officeDocument/2006/relationships/theme" Target="../theme/theme9.xml"/><Relationship Id="rId2" Type="http://schemas.openxmlformats.org/officeDocument/2006/relationships/slideLayout" Target="../slideLayouts/slideLayout91.xml"/><Relationship Id="rId1" Type="http://schemas.openxmlformats.org/officeDocument/2006/relationships/slideLayout" Target="../slideLayouts/slideLayout90.xml"/><Relationship Id="rId6" Type="http://schemas.openxmlformats.org/officeDocument/2006/relationships/slideLayout" Target="../slideLayouts/slideLayout95.xml"/><Relationship Id="rId11" Type="http://schemas.openxmlformats.org/officeDocument/2006/relationships/slideLayout" Target="../slideLayouts/slideLayout100.xml"/><Relationship Id="rId5" Type="http://schemas.openxmlformats.org/officeDocument/2006/relationships/slideLayout" Target="../slideLayouts/slideLayout94.xml"/><Relationship Id="rId10" Type="http://schemas.openxmlformats.org/officeDocument/2006/relationships/slideLayout" Target="../slideLayouts/slideLayout99.xml"/><Relationship Id="rId4" Type="http://schemas.openxmlformats.org/officeDocument/2006/relationships/slideLayout" Target="../slideLayouts/slideLayout93.xml"/><Relationship Id="rId9" Type="http://schemas.openxmlformats.org/officeDocument/2006/relationships/slideLayout" Target="../slideLayouts/slideLayout98.xml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8.xml"/><Relationship Id="rId13" Type="http://schemas.openxmlformats.org/officeDocument/2006/relationships/image" Target="../media/image9.jpeg"/><Relationship Id="rId3" Type="http://schemas.openxmlformats.org/officeDocument/2006/relationships/slideLayout" Target="../slideLayouts/slideLayout103.xml"/><Relationship Id="rId7" Type="http://schemas.openxmlformats.org/officeDocument/2006/relationships/slideLayout" Target="../slideLayouts/slideLayout107.xml"/><Relationship Id="rId12" Type="http://schemas.openxmlformats.org/officeDocument/2006/relationships/theme" Target="../theme/theme10.xml"/><Relationship Id="rId2" Type="http://schemas.openxmlformats.org/officeDocument/2006/relationships/slideLayout" Target="../slideLayouts/slideLayout102.xml"/><Relationship Id="rId1" Type="http://schemas.openxmlformats.org/officeDocument/2006/relationships/slideLayout" Target="../slideLayouts/slideLayout101.xml"/><Relationship Id="rId6" Type="http://schemas.openxmlformats.org/officeDocument/2006/relationships/slideLayout" Target="../slideLayouts/slideLayout106.xml"/><Relationship Id="rId11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05.xml"/><Relationship Id="rId10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04.xml"/><Relationship Id="rId9" Type="http://schemas.openxmlformats.org/officeDocument/2006/relationships/slideLayout" Target="../slideLayouts/slideLayout109.xml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9.xml"/><Relationship Id="rId13" Type="http://schemas.openxmlformats.org/officeDocument/2006/relationships/image" Target="../media/image9.jpeg"/><Relationship Id="rId3" Type="http://schemas.openxmlformats.org/officeDocument/2006/relationships/slideLayout" Target="../slideLayouts/slideLayout114.xml"/><Relationship Id="rId7" Type="http://schemas.openxmlformats.org/officeDocument/2006/relationships/slideLayout" Target="../slideLayouts/slideLayout118.xml"/><Relationship Id="rId12" Type="http://schemas.openxmlformats.org/officeDocument/2006/relationships/theme" Target="../theme/theme11.xml"/><Relationship Id="rId2" Type="http://schemas.openxmlformats.org/officeDocument/2006/relationships/slideLayout" Target="../slideLayouts/slideLayout113.xml"/><Relationship Id="rId1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22.xml"/><Relationship Id="rId5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21.xml"/><Relationship Id="rId4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20.xml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0.xml"/><Relationship Id="rId13" Type="http://schemas.openxmlformats.org/officeDocument/2006/relationships/image" Target="../media/image9.jpeg"/><Relationship Id="rId3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9.xml"/><Relationship Id="rId12" Type="http://schemas.openxmlformats.org/officeDocument/2006/relationships/theme" Target="../theme/theme12.xml"/><Relationship Id="rId2" Type="http://schemas.openxmlformats.org/officeDocument/2006/relationships/slideLayout" Target="../slideLayouts/slideLayout124.xml"/><Relationship Id="rId1" Type="http://schemas.openxmlformats.org/officeDocument/2006/relationships/slideLayout" Target="../slideLayouts/slideLayout123.xml"/><Relationship Id="rId6" Type="http://schemas.openxmlformats.org/officeDocument/2006/relationships/slideLayout" Target="../slideLayouts/slideLayout128.xml"/><Relationship Id="rId11" Type="http://schemas.openxmlformats.org/officeDocument/2006/relationships/slideLayout" Target="../slideLayouts/slideLayout133.xml"/><Relationship Id="rId5" Type="http://schemas.openxmlformats.org/officeDocument/2006/relationships/slideLayout" Target="../slideLayouts/slideLayout127.xml"/><Relationship Id="rId10" Type="http://schemas.openxmlformats.org/officeDocument/2006/relationships/slideLayout" Target="../slideLayouts/slideLayout132.xml"/><Relationship Id="rId4" Type="http://schemas.openxmlformats.org/officeDocument/2006/relationships/slideLayout" Target="../slideLayouts/slideLayout126.xml"/><Relationship Id="rId9" Type="http://schemas.openxmlformats.org/officeDocument/2006/relationships/slideLayout" Target="../slideLayouts/slideLayout131.xml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1.xml"/><Relationship Id="rId13" Type="http://schemas.openxmlformats.org/officeDocument/2006/relationships/image" Target="../media/image9.jpeg"/><Relationship Id="rId3" Type="http://schemas.openxmlformats.org/officeDocument/2006/relationships/slideLayout" Target="../slideLayouts/slideLayout136.xml"/><Relationship Id="rId7" Type="http://schemas.openxmlformats.org/officeDocument/2006/relationships/slideLayout" Target="../slideLayouts/slideLayout140.xml"/><Relationship Id="rId12" Type="http://schemas.openxmlformats.org/officeDocument/2006/relationships/theme" Target="../theme/theme13.xml"/><Relationship Id="rId2" Type="http://schemas.openxmlformats.org/officeDocument/2006/relationships/slideLayout" Target="../slideLayouts/slideLayout135.xml"/><Relationship Id="rId1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38.xml"/><Relationship Id="rId10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42.xml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2.xml"/><Relationship Id="rId13" Type="http://schemas.openxmlformats.org/officeDocument/2006/relationships/image" Target="../media/image9.jpeg"/><Relationship Id="rId3" Type="http://schemas.openxmlformats.org/officeDocument/2006/relationships/slideLayout" Target="../slideLayouts/slideLayout147.xml"/><Relationship Id="rId7" Type="http://schemas.openxmlformats.org/officeDocument/2006/relationships/slideLayout" Target="../slideLayouts/slideLayout151.xml"/><Relationship Id="rId12" Type="http://schemas.openxmlformats.org/officeDocument/2006/relationships/theme" Target="../theme/theme14.xml"/><Relationship Id="rId2" Type="http://schemas.openxmlformats.org/officeDocument/2006/relationships/slideLayout" Target="../slideLayouts/slideLayout146.xml"/><Relationship Id="rId1" Type="http://schemas.openxmlformats.org/officeDocument/2006/relationships/slideLayout" Target="../slideLayouts/slideLayout145.xml"/><Relationship Id="rId6" Type="http://schemas.openxmlformats.org/officeDocument/2006/relationships/slideLayout" Target="../slideLayouts/slideLayout150.xml"/><Relationship Id="rId11" Type="http://schemas.openxmlformats.org/officeDocument/2006/relationships/slideLayout" Target="../slideLayouts/slideLayout155.xml"/><Relationship Id="rId5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154.xml"/><Relationship Id="rId4" Type="http://schemas.openxmlformats.org/officeDocument/2006/relationships/slideLayout" Target="../slideLayouts/slideLayout148.xml"/><Relationship Id="rId9" Type="http://schemas.openxmlformats.org/officeDocument/2006/relationships/slideLayout" Target="../slideLayouts/slideLayout153.xml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3.xml"/><Relationship Id="rId13" Type="http://schemas.openxmlformats.org/officeDocument/2006/relationships/image" Target="../media/image9.jpeg"/><Relationship Id="rId3" Type="http://schemas.openxmlformats.org/officeDocument/2006/relationships/slideLayout" Target="../slideLayouts/slideLayout158.xml"/><Relationship Id="rId7" Type="http://schemas.openxmlformats.org/officeDocument/2006/relationships/slideLayout" Target="../slideLayouts/slideLayout162.xml"/><Relationship Id="rId12" Type="http://schemas.openxmlformats.org/officeDocument/2006/relationships/theme" Target="../theme/theme15.xml"/><Relationship Id="rId2" Type="http://schemas.openxmlformats.org/officeDocument/2006/relationships/slideLayout" Target="../slideLayouts/slideLayout157.xml"/><Relationship Id="rId1" Type="http://schemas.openxmlformats.org/officeDocument/2006/relationships/slideLayout" Target="../slideLayouts/slideLayout156.xml"/><Relationship Id="rId6" Type="http://schemas.openxmlformats.org/officeDocument/2006/relationships/slideLayout" Target="../slideLayouts/slideLayout161.xml"/><Relationship Id="rId11" Type="http://schemas.openxmlformats.org/officeDocument/2006/relationships/slideLayout" Target="../slideLayouts/slideLayout166.xml"/><Relationship Id="rId5" Type="http://schemas.openxmlformats.org/officeDocument/2006/relationships/slideLayout" Target="../slideLayouts/slideLayout160.xml"/><Relationship Id="rId10" Type="http://schemas.openxmlformats.org/officeDocument/2006/relationships/slideLayout" Target="../slideLayouts/slideLayout165.xml"/><Relationship Id="rId4" Type="http://schemas.openxmlformats.org/officeDocument/2006/relationships/slideLayout" Target="../slideLayouts/slideLayout159.xml"/><Relationship Id="rId9" Type="http://schemas.openxmlformats.org/officeDocument/2006/relationships/slideLayout" Target="../slideLayouts/slideLayout164.xml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4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69.xml"/><Relationship Id="rId7" Type="http://schemas.openxmlformats.org/officeDocument/2006/relationships/slideLayout" Target="../slideLayouts/slideLayout173.xml"/><Relationship Id="rId12" Type="http://schemas.openxmlformats.org/officeDocument/2006/relationships/theme" Target="../theme/theme16.xml"/><Relationship Id="rId2" Type="http://schemas.openxmlformats.org/officeDocument/2006/relationships/slideLayout" Target="../slideLayouts/slideLayout168.xml"/><Relationship Id="rId16" Type="http://schemas.openxmlformats.org/officeDocument/2006/relationships/image" Target="../media/image5.png"/><Relationship Id="rId1" Type="http://schemas.openxmlformats.org/officeDocument/2006/relationships/slideLayout" Target="../slideLayouts/slideLayout167.xml"/><Relationship Id="rId6" Type="http://schemas.openxmlformats.org/officeDocument/2006/relationships/slideLayout" Target="../slideLayouts/slideLayout172.xml"/><Relationship Id="rId11" Type="http://schemas.openxmlformats.org/officeDocument/2006/relationships/slideLayout" Target="../slideLayouts/slideLayout177.xml"/><Relationship Id="rId5" Type="http://schemas.openxmlformats.org/officeDocument/2006/relationships/slideLayout" Target="../slideLayouts/slideLayout171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76.xml"/><Relationship Id="rId4" Type="http://schemas.openxmlformats.org/officeDocument/2006/relationships/slideLayout" Target="../slideLayouts/slideLayout170.xml"/><Relationship Id="rId9" Type="http://schemas.openxmlformats.org/officeDocument/2006/relationships/slideLayout" Target="../slideLayouts/slideLayout175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>
            <a:extLst>
              <a:ext uri="{FF2B5EF4-FFF2-40B4-BE49-F238E27FC236}">
                <a16:creationId xmlns:a16="http://schemas.microsoft.com/office/drawing/2014/main" id="{DE652BAE-586A-5835-6046-76DB9AC84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925" y="215900"/>
            <a:ext cx="13520738" cy="13620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grpSp>
        <p:nvGrpSpPr>
          <p:cNvPr id="1026" name="Group 2">
            <a:extLst>
              <a:ext uri="{FF2B5EF4-FFF2-40B4-BE49-F238E27FC236}">
                <a16:creationId xmlns:a16="http://schemas.microsoft.com/office/drawing/2014/main" id="{59B02A92-C205-D53B-4A8C-6BACFA8E7809}"/>
              </a:ext>
            </a:extLst>
          </p:cNvPr>
          <p:cNvGrpSpPr>
            <a:grpSpLocks/>
          </p:cNvGrpSpPr>
          <p:nvPr/>
        </p:nvGrpSpPr>
        <p:grpSpPr bwMode="auto">
          <a:xfrm>
            <a:off x="15994063" y="2938463"/>
            <a:ext cx="3859212" cy="5816600"/>
            <a:chOff x="10075" y="1851"/>
            <a:chExt cx="2431" cy="3664"/>
          </a:xfrm>
        </p:grpSpPr>
        <p:sp>
          <p:nvSpPr>
            <p:cNvPr id="1027" name="Freeform 3">
              <a:extLst>
                <a:ext uri="{FF2B5EF4-FFF2-40B4-BE49-F238E27FC236}">
                  <a16:creationId xmlns:a16="http://schemas.microsoft.com/office/drawing/2014/main" id="{8CD6E49B-8189-F9BA-EDDE-5863330EE2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75" y="1851"/>
              <a:ext cx="2431" cy="3664"/>
            </a:xfrm>
            <a:custGeom>
              <a:avLst/>
              <a:gdLst>
                <a:gd name="T0" fmla="*/ 9620 w 10725"/>
                <a:gd name="T1" fmla="*/ 0 h 16162"/>
                <a:gd name="T2" fmla="*/ 10724 w 10725"/>
                <a:gd name="T3" fmla="*/ 1104 h 16162"/>
                <a:gd name="T4" fmla="*/ 10724 w 10725"/>
                <a:gd name="T5" fmla="*/ 15056 h 16162"/>
                <a:gd name="T6" fmla="*/ 9620 w 10725"/>
                <a:gd name="T7" fmla="*/ 16161 h 16162"/>
                <a:gd name="T8" fmla="*/ 1104 w 10725"/>
                <a:gd name="T9" fmla="*/ 16161 h 16162"/>
                <a:gd name="T10" fmla="*/ 0 w 10725"/>
                <a:gd name="T11" fmla="*/ 15056 h 16162"/>
                <a:gd name="T12" fmla="*/ 0 w 10725"/>
                <a:gd name="T13" fmla="*/ 1104 h 16162"/>
                <a:gd name="T14" fmla="*/ 1104 w 10725"/>
                <a:gd name="T15" fmla="*/ 0 h 16162"/>
                <a:gd name="T16" fmla="*/ 9620 w 10725"/>
                <a:gd name="T17" fmla="*/ 0 h 161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725" h="16162">
                  <a:moveTo>
                    <a:pt x="9620" y="0"/>
                  </a:moveTo>
                  <a:cubicBezTo>
                    <a:pt x="10356" y="0"/>
                    <a:pt x="10724" y="368"/>
                    <a:pt x="10724" y="1104"/>
                  </a:cubicBezTo>
                  <a:lnTo>
                    <a:pt x="10724" y="15056"/>
                  </a:lnTo>
                  <a:cubicBezTo>
                    <a:pt x="10724" y="15793"/>
                    <a:pt x="10356" y="16161"/>
                    <a:pt x="9620" y="16161"/>
                  </a:cubicBezTo>
                  <a:lnTo>
                    <a:pt x="1104" y="16161"/>
                  </a:lnTo>
                  <a:cubicBezTo>
                    <a:pt x="368" y="16161"/>
                    <a:pt x="0" y="15793"/>
                    <a:pt x="0" y="15056"/>
                  </a:cubicBezTo>
                  <a:lnTo>
                    <a:pt x="0" y="1104"/>
                  </a:lnTo>
                  <a:cubicBezTo>
                    <a:pt x="0" y="368"/>
                    <a:pt x="368" y="0"/>
                    <a:pt x="1104" y="0"/>
                  </a:cubicBezTo>
                  <a:lnTo>
                    <a:pt x="9620" y="0"/>
                  </a:lnTo>
                </a:path>
              </a:pathLst>
            </a:custGeom>
            <a:solidFill>
              <a:srgbClr val="FFFFFE"/>
            </a:solidFill>
            <a:ln w="50760" cap="flat">
              <a:solidFill>
                <a:srgbClr val="163783"/>
              </a:solidFill>
              <a:miter lim="800000"/>
              <a:headEnd/>
              <a:tailEnd/>
            </a:ln>
            <a:effectLst>
              <a:outerShdw dist="147960" dir="5400000" algn="ctr" rotWithShape="0">
                <a:srgbClr val="000000">
                  <a:alpha val="50027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6E33B727-C445-82C8-A045-3BD431C58F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800000">
              <a:off x="10147" y="1993"/>
              <a:ext cx="2286" cy="339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</p:grpSp>
      <p:sp>
        <p:nvSpPr>
          <p:cNvPr id="1029" name="Freeform 5">
            <a:extLst>
              <a:ext uri="{FF2B5EF4-FFF2-40B4-BE49-F238E27FC236}">
                <a16:creationId xmlns:a16="http://schemas.microsoft.com/office/drawing/2014/main" id="{3F3ACC88-37C2-230D-5B1D-ADA764ABC5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5013" y="7485063"/>
            <a:ext cx="10891837" cy="1271587"/>
          </a:xfrm>
          <a:custGeom>
            <a:avLst/>
            <a:gdLst>
              <a:gd name="T0" fmla="*/ 0 w 30254"/>
              <a:gd name="T1" fmla="*/ 0 h 3530"/>
              <a:gd name="T2" fmla="*/ 30253 w 30254"/>
              <a:gd name="T3" fmla="*/ 0 h 3530"/>
              <a:gd name="T4" fmla="*/ 30253 w 30254"/>
              <a:gd name="T5" fmla="*/ 3529 h 3530"/>
              <a:gd name="T6" fmla="*/ 0 w 30254"/>
              <a:gd name="T7" fmla="*/ 3529 h 3530"/>
              <a:gd name="T8" fmla="*/ 0 w 30254"/>
              <a:gd name="T9" fmla="*/ 0 h 35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254" h="3530">
                <a:moveTo>
                  <a:pt x="0" y="0"/>
                </a:moveTo>
                <a:lnTo>
                  <a:pt x="30253" y="0"/>
                </a:lnTo>
                <a:lnTo>
                  <a:pt x="30253" y="3529"/>
                </a:lnTo>
                <a:lnTo>
                  <a:pt x="0" y="3529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73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030" name="Text Box 6">
            <a:extLst>
              <a:ext uri="{FF2B5EF4-FFF2-40B4-BE49-F238E27FC236}">
                <a16:creationId xmlns:a16="http://schemas.microsoft.com/office/drawing/2014/main" id="{58A8119F-8B46-6CA9-539C-3297716BA1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28138" y="5951538"/>
            <a:ext cx="6159500" cy="30432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37456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10400" b="1">
                <a:solidFill>
                  <a:srgbClr val="FFFFFF"/>
                </a:solidFill>
                <a:latin typeface="AvenirNext-Regular" charset="0"/>
                <a:cs typeface="AvenirNext-Regular" charset="0"/>
              </a:rPr>
              <a:t>WELKOM</a:t>
            </a:r>
          </a:p>
        </p:txBody>
      </p:sp>
      <p:pic>
        <p:nvPicPr>
          <p:cNvPr id="1031" name="Picture 7">
            <a:extLst>
              <a:ext uri="{FF2B5EF4-FFF2-40B4-BE49-F238E27FC236}">
                <a16:creationId xmlns:a16="http://schemas.microsoft.com/office/drawing/2014/main" id="{3BB0D382-B9B4-F59F-1E2D-700199B1D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0" y="11596688"/>
            <a:ext cx="1825625" cy="1825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A80E8586-15BF-40F6-D756-A85E453621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3375" y="12358688"/>
            <a:ext cx="71850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D2FBD9C7-BC61-F78E-8C01-5D11A22C6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0988" y="11809413"/>
            <a:ext cx="1825625" cy="1400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34" name="Rectangle 10">
            <a:extLst>
              <a:ext uri="{FF2B5EF4-FFF2-40B4-BE49-F238E27FC236}">
                <a16:creationId xmlns:a16="http://schemas.microsoft.com/office/drawing/2014/main" id="{8ABE5C5F-A79D-687B-16D8-C5F0833668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1035" name="Rectangle 11">
            <a:extLst>
              <a:ext uri="{FF2B5EF4-FFF2-40B4-BE49-F238E27FC236}">
                <a16:creationId xmlns:a16="http://schemas.microsoft.com/office/drawing/2014/main" id="{CA0855B4-C03D-A50E-E0DC-3FFBEA24621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840" r:id="rId12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Text Box 1">
            <a:extLst>
              <a:ext uri="{FF2B5EF4-FFF2-40B4-BE49-F238E27FC236}">
                <a16:creationId xmlns:a16="http://schemas.microsoft.com/office/drawing/2014/main" id="{B6270BB1-EA64-F9FF-835A-9A9C766005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150" y="568325"/>
            <a:ext cx="2854325" cy="1368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2501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9000" b="1">
                <a:solidFill>
                  <a:srgbClr val="AF8B30"/>
                </a:solidFill>
                <a:latin typeface="CenturyGothic" charset="0"/>
                <a:cs typeface="CenturyGothic" charset="0"/>
              </a:rPr>
              <a:t>BFG</a:t>
            </a:r>
          </a:p>
        </p:txBody>
      </p:sp>
      <p:sp>
        <p:nvSpPr>
          <p:cNvPr id="2050" name="Text Box 2">
            <a:extLst>
              <a:ext uri="{FF2B5EF4-FFF2-40B4-BE49-F238E27FC236}">
                <a16:creationId xmlns:a16="http://schemas.microsoft.com/office/drawing/2014/main" id="{8F292B9E-6C24-16E2-272F-3D16EB6BAC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113" y="358775"/>
            <a:ext cx="2854325" cy="430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6336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4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CLub</a:t>
            </a:r>
          </a:p>
        </p:txBody>
      </p:sp>
      <p:sp>
        <p:nvSpPr>
          <p:cNvPr id="2051" name="Line 3">
            <a:extLst>
              <a:ext uri="{FF2B5EF4-FFF2-40B4-BE49-F238E27FC236}">
                <a16:creationId xmlns:a16="http://schemas.microsoft.com/office/drawing/2014/main" id="{3C973A0B-B4FF-5699-F71C-C49CE50EF95A}"/>
              </a:ext>
            </a:extLst>
          </p:cNvPr>
          <p:cNvSpPr>
            <a:spLocks noChangeShapeType="1"/>
          </p:cNvSpPr>
          <p:nvPr/>
        </p:nvSpPr>
        <p:spPr bwMode="auto">
          <a:xfrm>
            <a:off x="361950" y="1982788"/>
            <a:ext cx="2363788" cy="1587"/>
          </a:xfrm>
          <a:prstGeom prst="line">
            <a:avLst/>
          </a:prstGeom>
          <a:noFill/>
          <a:ln w="50760" cap="flat">
            <a:solidFill>
              <a:srgbClr val="AF8B3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C14BE4B4-FE8B-9094-D5AD-961A550859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72075" y="1741488"/>
            <a:ext cx="15078075" cy="2625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609600" indent="-609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615950" indent="-61595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endParaRPr lang="en-US" altLang="LID4096">
              <a:solidFill>
                <a:srgbClr val="FFFFFF"/>
              </a:solidFill>
            </a:endParaRPr>
          </a:p>
          <a:p>
            <a:pPr lvl="1"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3200">
                <a:solidFill>
                  <a:srgbClr val="FFFFFF"/>
                </a:solidFill>
                <a:latin typeface="CenturyGothic" charset="0"/>
                <a:cs typeface="CenturyGothic" charset="0"/>
              </a:rPr>
              <a:t>We zijn een Bossche club, een Bosschenaar is trots op onze stad en club</a:t>
            </a:r>
          </a:p>
          <a:p>
            <a:pPr lvl="1"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3200">
                <a:solidFill>
                  <a:srgbClr val="FFFFFF"/>
                </a:solidFill>
                <a:latin typeface="CenturyGothic" charset="0"/>
                <a:cs typeface="CenturyGothic" charset="0"/>
              </a:rPr>
              <a:t>We zijn strijdbaar, we buigen wel, maar barsten niet</a:t>
            </a:r>
          </a:p>
          <a:p>
            <a:pPr lvl="1"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3200">
                <a:solidFill>
                  <a:srgbClr val="FFFFFF"/>
                </a:solidFill>
                <a:latin typeface="CenturyGothic" charset="0"/>
                <a:cs typeface="CenturyGothic" charset="0"/>
              </a:rPr>
              <a:t>Met heel ons hart staan we achter FC Den Bosch</a:t>
            </a:r>
          </a:p>
          <a:p>
            <a:pPr lvl="1"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3200">
                <a:solidFill>
                  <a:srgbClr val="FFFFFF"/>
                </a:solidFill>
                <a:latin typeface="CenturyGothic" charset="0"/>
                <a:cs typeface="CenturyGothic" charset="0"/>
              </a:rPr>
              <a:t>Hier leren we van tegenslagen om vervolgens samen te groeien</a:t>
            </a:r>
          </a:p>
          <a:p>
            <a:pPr lvl="1"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3200">
                <a:solidFill>
                  <a:srgbClr val="FFFFFF"/>
                </a:solidFill>
                <a:latin typeface="CenturyGothic" charset="0"/>
                <a:cs typeface="CenturyGothic" charset="0"/>
              </a:rPr>
              <a:t>We zijn een hartverwarmende Bossche club, voor iedereen</a:t>
            </a:r>
          </a:p>
        </p:txBody>
      </p:sp>
      <p:pic>
        <p:nvPicPr>
          <p:cNvPr id="2053" name="Picture 5">
            <a:extLst>
              <a:ext uri="{FF2B5EF4-FFF2-40B4-BE49-F238E27FC236}">
                <a16:creationId xmlns:a16="http://schemas.microsoft.com/office/drawing/2014/main" id="{CF186D4A-00E1-6997-8348-45AC54C1F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025" y="2363788"/>
            <a:ext cx="1673225" cy="1673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E53027FC-0613-25F9-72C1-2A130082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75263" y="12769850"/>
            <a:ext cx="6161087" cy="925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2911688F-11E9-AF6D-A66B-7CD736FF0E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33250" y="9571038"/>
            <a:ext cx="1798638" cy="1595437"/>
          </a:xfrm>
          <a:custGeom>
            <a:avLst/>
            <a:gdLst>
              <a:gd name="T0" fmla="*/ 1362 w 4998"/>
              <a:gd name="T1" fmla="*/ 35 h 4432"/>
              <a:gd name="T2" fmla="*/ 12 w 4998"/>
              <a:gd name="T3" fmla="*/ 1517 h 4432"/>
              <a:gd name="T4" fmla="*/ 2487 w 4998"/>
              <a:gd name="T5" fmla="*/ 4431 h 4432"/>
              <a:gd name="T6" fmla="*/ 4987 w 4998"/>
              <a:gd name="T7" fmla="*/ 1517 h 4432"/>
              <a:gd name="T8" fmla="*/ 3637 w 4998"/>
              <a:gd name="T9" fmla="*/ 35 h 4432"/>
              <a:gd name="T10" fmla="*/ 2499 w 4998"/>
              <a:gd name="T11" fmla="*/ 593 h 4432"/>
              <a:gd name="T12" fmla="*/ 1362 w 4998"/>
              <a:gd name="T13" fmla="*/ 35 h 44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4998" h="4432">
                <a:moveTo>
                  <a:pt x="1362" y="35"/>
                </a:moveTo>
                <a:cubicBezTo>
                  <a:pt x="870" y="57"/>
                  <a:pt x="48" y="421"/>
                  <a:pt x="12" y="1517"/>
                </a:cubicBezTo>
                <a:cubicBezTo>
                  <a:pt x="0" y="1907"/>
                  <a:pt x="301" y="3086"/>
                  <a:pt x="2487" y="4431"/>
                </a:cubicBezTo>
                <a:cubicBezTo>
                  <a:pt x="4669" y="3089"/>
                  <a:pt x="4997" y="1908"/>
                  <a:pt x="4987" y="1517"/>
                </a:cubicBezTo>
                <a:cubicBezTo>
                  <a:pt x="4961" y="421"/>
                  <a:pt x="4132" y="57"/>
                  <a:pt x="3637" y="35"/>
                </a:cubicBezTo>
                <a:cubicBezTo>
                  <a:pt x="2828" y="0"/>
                  <a:pt x="2499" y="593"/>
                  <a:pt x="2499" y="593"/>
                </a:cubicBezTo>
                <a:cubicBezTo>
                  <a:pt x="2499" y="593"/>
                  <a:pt x="2171" y="0"/>
                  <a:pt x="1362" y="35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4E81BD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6" name="Text Box 8">
            <a:extLst>
              <a:ext uri="{FF2B5EF4-FFF2-40B4-BE49-F238E27FC236}">
                <a16:creationId xmlns:a16="http://schemas.microsoft.com/office/drawing/2014/main" id="{E4C28CD5-E6BE-DF3F-0CD1-D33874F6BD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33363" y="8175625"/>
            <a:ext cx="9144000" cy="771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767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48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Hartstocht</a:t>
            </a:r>
          </a:p>
        </p:txBody>
      </p:sp>
      <p:sp>
        <p:nvSpPr>
          <p:cNvPr id="2057" name="Freeform 9">
            <a:extLst>
              <a:ext uri="{FF2B5EF4-FFF2-40B4-BE49-F238E27FC236}">
                <a16:creationId xmlns:a16="http://schemas.microsoft.com/office/drawing/2014/main" id="{2675E682-E5C9-3E08-950D-9373F04AEB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00488" y="9575800"/>
            <a:ext cx="1882775" cy="1455738"/>
          </a:xfrm>
          <a:custGeom>
            <a:avLst/>
            <a:gdLst>
              <a:gd name="T0" fmla="*/ 5199 w 5229"/>
              <a:gd name="T1" fmla="*/ 1 h 4044"/>
              <a:gd name="T2" fmla="*/ 5182 w 5229"/>
              <a:gd name="T3" fmla="*/ 1 h 4044"/>
              <a:gd name="T4" fmla="*/ 4426 w 5229"/>
              <a:gd name="T5" fmla="*/ 270 h 4044"/>
              <a:gd name="T6" fmla="*/ 4412 w 5229"/>
              <a:gd name="T7" fmla="*/ 336 h 4044"/>
              <a:gd name="T8" fmla="*/ 4543 w 5229"/>
              <a:gd name="T9" fmla="*/ 479 h 4044"/>
              <a:gd name="T10" fmla="*/ 4545 w 5229"/>
              <a:gd name="T11" fmla="*/ 534 h 4044"/>
              <a:gd name="T12" fmla="*/ 3201 w 5229"/>
              <a:gd name="T13" fmla="*/ 2210 h 4044"/>
              <a:gd name="T14" fmla="*/ 3151 w 5229"/>
              <a:gd name="T15" fmla="*/ 2210 h 4044"/>
              <a:gd name="T16" fmla="*/ 2195 w 5229"/>
              <a:gd name="T17" fmla="*/ 1074 h 4044"/>
              <a:gd name="T18" fmla="*/ 2146 w 5229"/>
              <a:gd name="T19" fmla="*/ 1074 h 4044"/>
              <a:gd name="T20" fmla="*/ 13 w 5229"/>
              <a:gd name="T21" fmla="*/ 3736 h 4044"/>
              <a:gd name="T22" fmla="*/ 14 w 5229"/>
              <a:gd name="T23" fmla="*/ 3792 h 4044"/>
              <a:gd name="T24" fmla="*/ 231 w 5229"/>
              <a:gd name="T25" fmla="*/ 4027 h 4044"/>
              <a:gd name="T26" fmla="*/ 279 w 5229"/>
              <a:gd name="T27" fmla="*/ 4026 h 4044"/>
              <a:gd name="T28" fmla="*/ 2152 w 5229"/>
              <a:gd name="T29" fmla="*/ 1691 h 4044"/>
              <a:gd name="T30" fmla="*/ 2201 w 5229"/>
              <a:gd name="T31" fmla="*/ 1691 h 4044"/>
              <a:gd name="T32" fmla="*/ 3162 w 5229"/>
              <a:gd name="T33" fmla="*/ 2832 h 4044"/>
              <a:gd name="T34" fmla="*/ 3212 w 5229"/>
              <a:gd name="T35" fmla="*/ 2831 h 4044"/>
              <a:gd name="T36" fmla="*/ 3322 w 5229"/>
              <a:gd name="T37" fmla="*/ 2680 h 4044"/>
              <a:gd name="T38" fmla="*/ 4808 w 5229"/>
              <a:gd name="T39" fmla="*/ 825 h 4044"/>
              <a:gd name="T40" fmla="*/ 4857 w 5229"/>
              <a:gd name="T41" fmla="*/ 824 h 4044"/>
              <a:gd name="T42" fmla="*/ 4988 w 5229"/>
              <a:gd name="T43" fmla="*/ 966 h 4044"/>
              <a:gd name="T44" fmla="*/ 5045 w 5229"/>
              <a:gd name="T45" fmla="*/ 946 h 4044"/>
              <a:gd name="T46" fmla="*/ 5222 w 5229"/>
              <a:gd name="T47" fmla="*/ 51 h 4044"/>
              <a:gd name="T48" fmla="*/ 5199 w 5229"/>
              <a:gd name="T49" fmla="*/ 1 h 40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5229" h="4044">
                <a:moveTo>
                  <a:pt x="5199" y="1"/>
                </a:moveTo>
                <a:cubicBezTo>
                  <a:pt x="5194" y="0"/>
                  <a:pt x="5188" y="0"/>
                  <a:pt x="5182" y="1"/>
                </a:cubicBezTo>
                <a:lnTo>
                  <a:pt x="4426" y="270"/>
                </a:lnTo>
                <a:cubicBezTo>
                  <a:pt x="4400" y="279"/>
                  <a:pt x="4393" y="315"/>
                  <a:pt x="4412" y="336"/>
                </a:cubicBezTo>
                <a:lnTo>
                  <a:pt x="4543" y="479"/>
                </a:lnTo>
                <a:cubicBezTo>
                  <a:pt x="4557" y="494"/>
                  <a:pt x="4558" y="519"/>
                  <a:pt x="4545" y="534"/>
                </a:cubicBezTo>
                <a:lnTo>
                  <a:pt x="3201" y="2210"/>
                </a:lnTo>
                <a:cubicBezTo>
                  <a:pt x="3188" y="2226"/>
                  <a:pt x="3165" y="2227"/>
                  <a:pt x="3151" y="2210"/>
                </a:cubicBezTo>
                <a:lnTo>
                  <a:pt x="2195" y="1074"/>
                </a:lnTo>
                <a:cubicBezTo>
                  <a:pt x="2182" y="1058"/>
                  <a:pt x="2159" y="1058"/>
                  <a:pt x="2146" y="1074"/>
                </a:cubicBezTo>
                <a:lnTo>
                  <a:pt x="13" y="3736"/>
                </a:lnTo>
                <a:cubicBezTo>
                  <a:pt x="0" y="3752"/>
                  <a:pt x="2" y="3777"/>
                  <a:pt x="14" y="3792"/>
                </a:cubicBezTo>
                <a:lnTo>
                  <a:pt x="231" y="4027"/>
                </a:lnTo>
                <a:cubicBezTo>
                  <a:pt x="245" y="4043"/>
                  <a:pt x="266" y="4042"/>
                  <a:pt x="279" y="4026"/>
                </a:cubicBezTo>
                <a:lnTo>
                  <a:pt x="2152" y="1691"/>
                </a:lnTo>
                <a:cubicBezTo>
                  <a:pt x="2165" y="1675"/>
                  <a:pt x="2188" y="1674"/>
                  <a:pt x="2201" y="1691"/>
                </a:cubicBezTo>
                <a:lnTo>
                  <a:pt x="3162" y="2832"/>
                </a:lnTo>
                <a:cubicBezTo>
                  <a:pt x="3176" y="2850"/>
                  <a:pt x="3200" y="2848"/>
                  <a:pt x="3212" y="2831"/>
                </a:cubicBezTo>
                <a:lnTo>
                  <a:pt x="3322" y="2680"/>
                </a:lnTo>
                <a:lnTo>
                  <a:pt x="4808" y="825"/>
                </a:lnTo>
                <a:cubicBezTo>
                  <a:pt x="4822" y="810"/>
                  <a:pt x="4843" y="808"/>
                  <a:pt x="4857" y="824"/>
                </a:cubicBezTo>
                <a:lnTo>
                  <a:pt x="4988" y="966"/>
                </a:lnTo>
                <a:cubicBezTo>
                  <a:pt x="5007" y="987"/>
                  <a:pt x="5039" y="976"/>
                  <a:pt x="5045" y="946"/>
                </a:cubicBezTo>
                <a:lnTo>
                  <a:pt x="5222" y="51"/>
                </a:lnTo>
                <a:cubicBezTo>
                  <a:pt x="5228" y="27"/>
                  <a:pt x="5216" y="6"/>
                  <a:pt x="5199" y="1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4E81BD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8" name="Text Box 10">
            <a:extLst>
              <a:ext uri="{FF2B5EF4-FFF2-40B4-BE49-F238E27FC236}">
                <a16:creationId xmlns:a16="http://schemas.microsoft.com/office/drawing/2014/main" id="{4160B9A5-49EA-9226-350F-8E8AD091C9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445038" y="8175625"/>
            <a:ext cx="9144000" cy="771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767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48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Groei</a:t>
            </a:r>
          </a:p>
        </p:txBody>
      </p:sp>
      <p:sp>
        <p:nvSpPr>
          <p:cNvPr id="2059" name="Text Box 11">
            <a:extLst>
              <a:ext uri="{FF2B5EF4-FFF2-40B4-BE49-F238E27FC236}">
                <a16:creationId xmlns:a16="http://schemas.microsoft.com/office/drawing/2014/main" id="{84FDDE30-1BA2-C86E-E9D2-04551E3BD0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14613" y="8175625"/>
            <a:ext cx="9144000" cy="771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767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48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Bosch</a:t>
            </a:r>
          </a:p>
        </p:txBody>
      </p:sp>
      <p:sp>
        <p:nvSpPr>
          <p:cNvPr id="2060" name="Text Box 12">
            <a:extLst>
              <a:ext uri="{FF2B5EF4-FFF2-40B4-BE49-F238E27FC236}">
                <a16:creationId xmlns:a16="http://schemas.microsoft.com/office/drawing/2014/main" id="{C3C5EE2C-CDB1-D10E-FD1C-1E0D7F9B78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40638" y="8175625"/>
            <a:ext cx="9144000" cy="771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767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48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Strijdbaar</a:t>
            </a:r>
          </a:p>
        </p:txBody>
      </p:sp>
      <p:sp>
        <p:nvSpPr>
          <p:cNvPr id="2061" name="Text Box 13">
            <a:extLst>
              <a:ext uri="{FF2B5EF4-FFF2-40B4-BE49-F238E27FC236}">
                <a16:creationId xmlns:a16="http://schemas.microsoft.com/office/drawing/2014/main" id="{C87F5AB7-55C3-57AC-2D1A-CC43C604D2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86838" y="8175625"/>
            <a:ext cx="9144000" cy="771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767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48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Gastvrij</a:t>
            </a:r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B5264EBC-8F14-73E1-162F-CEA6DBB70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26363" y="9537700"/>
            <a:ext cx="2517775" cy="1528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063" name="Freeform 15">
            <a:extLst>
              <a:ext uri="{FF2B5EF4-FFF2-40B4-BE49-F238E27FC236}">
                <a16:creationId xmlns:a16="http://schemas.microsoft.com/office/drawing/2014/main" id="{C50D7678-CB24-6301-6416-03581C216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2838" y="10190163"/>
            <a:ext cx="995362" cy="933450"/>
          </a:xfrm>
          <a:custGeom>
            <a:avLst/>
            <a:gdLst>
              <a:gd name="T0" fmla="*/ 0 w 2764"/>
              <a:gd name="T1" fmla="*/ 0 h 2591"/>
              <a:gd name="T2" fmla="*/ 2763 w 2764"/>
              <a:gd name="T3" fmla="*/ 0 h 2591"/>
              <a:gd name="T4" fmla="*/ 2763 w 2764"/>
              <a:gd name="T5" fmla="*/ 2590 h 2591"/>
              <a:gd name="T6" fmla="*/ 0 w 2764"/>
              <a:gd name="T7" fmla="*/ 2590 h 2591"/>
              <a:gd name="T8" fmla="*/ 0 w 2764"/>
              <a:gd name="T9" fmla="*/ 0 h 25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4" h="2591">
                <a:moveTo>
                  <a:pt x="0" y="0"/>
                </a:moveTo>
                <a:lnTo>
                  <a:pt x="2763" y="0"/>
                </a:lnTo>
                <a:lnTo>
                  <a:pt x="2763" y="2590"/>
                </a:lnTo>
                <a:lnTo>
                  <a:pt x="0" y="2590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25560" cap="flat">
            <a:solidFill>
              <a:srgbClr val="4E81BD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64" name="Freeform 16">
            <a:extLst>
              <a:ext uri="{FF2B5EF4-FFF2-40B4-BE49-F238E27FC236}">
                <a16:creationId xmlns:a16="http://schemas.microsoft.com/office/drawing/2014/main" id="{7477D9B5-0FBD-E61D-8A09-F794D297B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0538" y="10190163"/>
            <a:ext cx="995362" cy="933450"/>
          </a:xfrm>
          <a:custGeom>
            <a:avLst/>
            <a:gdLst>
              <a:gd name="T0" fmla="*/ 0 w 2764"/>
              <a:gd name="T1" fmla="*/ 0 h 2591"/>
              <a:gd name="T2" fmla="*/ 2763 w 2764"/>
              <a:gd name="T3" fmla="*/ 0 h 2591"/>
              <a:gd name="T4" fmla="*/ 2763 w 2764"/>
              <a:gd name="T5" fmla="*/ 2590 h 2591"/>
              <a:gd name="T6" fmla="*/ 0 w 2764"/>
              <a:gd name="T7" fmla="*/ 2590 h 2591"/>
              <a:gd name="T8" fmla="*/ 0 w 2764"/>
              <a:gd name="T9" fmla="*/ 0 h 25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4" h="2591">
                <a:moveTo>
                  <a:pt x="0" y="0"/>
                </a:moveTo>
                <a:lnTo>
                  <a:pt x="2763" y="0"/>
                </a:lnTo>
                <a:lnTo>
                  <a:pt x="2763" y="2590"/>
                </a:lnTo>
                <a:lnTo>
                  <a:pt x="0" y="2590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25560" cap="flat">
            <a:solidFill>
              <a:srgbClr val="4E81BD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65" name="Freeform 17">
            <a:extLst>
              <a:ext uri="{FF2B5EF4-FFF2-40B4-BE49-F238E27FC236}">
                <a16:creationId xmlns:a16="http://schemas.microsoft.com/office/drawing/2014/main" id="{0F91E839-F4ED-5ACA-6596-C2A8AE81C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088" y="9626600"/>
            <a:ext cx="995362" cy="1495425"/>
          </a:xfrm>
          <a:custGeom>
            <a:avLst/>
            <a:gdLst>
              <a:gd name="T0" fmla="*/ 0 w 2764"/>
              <a:gd name="T1" fmla="*/ 0 h 4152"/>
              <a:gd name="T2" fmla="*/ 2763 w 2764"/>
              <a:gd name="T3" fmla="*/ 0 h 4152"/>
              <a:gd name="T4" fmla="*/ 2763 w 2764"/>
              <a:gd name="T5" fmla="*/ 4151 h 4152"/>
              <a:gd name="T6" fmla="*/ 0 w 2764"/>
              <a:gd name="T7" fmla="*/ 4151 h 4152"/>
              <a:gd name="T8" fmla="*/ 0 w 2764"/>
              <a:gd name="T9" fmla="*/ 0 h 415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764" h="4152">
                <a:moveTo>
                  <a:pt x="0" y="0"/>
                </a:moveTo>
                <a:lnTo>
                  <a:pt x="2763" y="0"/>
                </a:lnTo>
                <a:lnTo>
                  <a:pt x="2763" y="4151"/>
                </a:lnTo>
                <a:lnTo>
                  <a:pt x="0" y="4151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25560" cap="flat">
            <a:solidFill>
              <a:srgbClr val="4E81BD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66" name="Text Box 18">
            <a:extLst>
              <a:ext uri="{FF2B5EF4-FFF2-40B4-BE49-F238E27FC236}">
                <a16:creationId xmlns:a16="http://schemas.microsoft.com/office/drawing/2014/main" id="{15472D51-3AA4-5ADD-085E-F26614C30A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2038" y="9859963"/>
            <a:ext cx="9144000" cy="852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74539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83000"/>
              </a:lnSpc>
            </a:pPr>
            <a:r>
              <a:rPr lang="en-US" altLang="LID4096" sz="6000">
                <a:solidFill>
                  <a:srgbClr val="105AA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2067" name="Text Box 19">
            <a:extLst>
              <a:ext uri="{FF2B5EF4-FFF2-40B4-BE49-F238E27FC236}">
                <a16:creationId xmlns:a16="http://schemas.microsoft.com/office/drawing/2014/main" id="{D858A410-BAD2-AE63-059B-1C98D261CD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55025" y="10212388"/>
            <a:ext cx="9144000" cy="852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74539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83000"/>
              </a:lnSpc>
            </a:pPr>
            <a:r>
              <a:rPr lang="en-US" altLang="LID4096" sz="6000">
                <a:solidFill>
                  <a:srgbClr val="105AA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</a:p>
        </p:txBody>
      </p:sp>
      <p:sp>
        <p:nvSpPr>
          <p:cNvPr id="2068" name="Text Box 20">
            <a:extLst>
              <a:ext uri="{FF2B5EF4-FFF2-40B4-BE49-F238E27FC236}">
                <a16:creationId xmlns:a16="http://schemas.microsoft.com/office/drawing/2014/main" id="{C44ACC8C-CDEC-5E05-D03E-89929F440A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27788" y="10212388"/>
            <a:ext cx="9144000" cy="852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74539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83000"/>
              </a:lnSpc>
            </a:pPr>
            <a:r>
              <a:rPr lang="en-US" altLang="LID4096" sz="6000">
                <a:solidFill>
                  <a:srgbClr val="105AA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2069" name="Line 21">
            <a:extLst>
              <a:ext uri="{FF2B5EF4-FFF2-40B4-BE49-F238E27FC236}">
                <a16:creationId xmlns:a16="http://schemas.microsoft.com/office/drawing/2014/main" id="{1D0900DA-4A53-5D9C-7AC6-0768B26A874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064125" y="8347075"/>
            <a:ext cx="1588" cy="3175000"/>
          </a:xfrm>
          <a:prstGeom prst="line">
            <a:avLst/>
          </a:prstGeom>
          <a:noFill/>
          <a:ln w="254160" cap="flat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2070" name="Line 22">
            <a:extLst>
              <a:ext uri="{FF2B5EF4-FFF2-40B4-BE49-F238E27FC236}">
                <a16:creationId xmlns:a16="http://schemas.microsoft.com/office/drawing/2014/main" id="{576773E5-5BB8-6563-EB60-02F242F74BE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0217150" y="8347075"/>
            <a:ext cx="1588" cy="3175000"/>
          </a:xfrm>
          <a:prstGeom prst="line">
            <a:avLst/>
          </a:prstGeom>
          <a:noFill/>
          <a:ln w="254160" cap="flat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2071" name="Line 23">
            <a:extLst>
              <a:ext uri="{FF2B5EF4-FFF2-40B4-BE49-F238E27FC236}">
                <a16:creationId xmlns:a16="http://schemas.microsoft.com/office/drawing/2014/main" id="{11DABC12-4D77-E4CF-64FD-9D090A6560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5427325" y="8347075"/>
            <a:ext cx="1588" cy="3175000"/>
          </a:xfrm>
          <a:prstGeom prst="line">
            <a:avLst/>
          </a:prstGeom>
          <a:noFill/>
          <a:ln w="254160" cap="flat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2072" name="Line 24">
            <a:extLst>
              <a:ext uri="{FF2B5EF4-FFF2-40B4-BE49-F238E27FC236}">
                <a16:creationId xmlns:a16="http://schemas.microsoft.com/office/drawing/2014/main" id="{D006277A-161D-512F-C18C-ED5AC9BE7F2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9462750" y="8347075"/>
            <a:ext cx="1588" cy="3175000"/>
          </a:xfrm>
          <a:prstGeom prst="line">
            <a:avLst/>
          </a:prstGeom>
          <a:noFill/>
          <a:ln w="254160" cap="flat">
            <a:solidFill>
              <a:srgbClr val="FFFF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2073" name="Text Box 25">
            <a:extLst>
              <a:ext uri="{FF2B5EF4-FFF2-40B4-BE49-F238E27FC236}">
                <a16:creationId xmlns:a16="http://schemas.microsoft.com/office/drawing/2014/main" id="{98710914-50DF-A09A-E594-E028A2D1F5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35638" y="15875"/>
            <a:ext cx="9144000" cy="4403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80128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152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Kernwaarden</a:t>
            </a:r>
          </a:p>
        </p:txBody>
      </p:sp>
      <p:sp>
        <p:nvSpPr>
          <p:cNvPr id="2074" name="Rectangle 26">
            <a:extLst>
              <a:ext uri="{FF2B5EF4-FFF2-40B4-BE49-F238E27FC236}">
                <a16:creationId xmlns:a16="http://schemas.microsoft.com/office/drawing/2014/main" id="{6ECE3494-7986-EDCE-B305-35CBAE25D0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2075" name="Rectangle 27">
            <a:extLst>
              <a:ext uri="{FF2B5EF4-FFF2-40B4-BE49-F238E27FC236}">
                <a16:creationId xmlns:a16="http://schemas.microsoft.com/office/drawing/2014/main" id="{AB604CB8-D7EA-C715-8F3D-20424726CE9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Text Box 1">
            <a:extLst>
              <a:ext uri="{FF2B5EF4-FFF2-40B4-BE49-F238E27FC236}">
                <a16:creationId xmlns:a16="http://schemas.microsoft.com/office/drawing/2014/main" id="{98EDF54F-1C91-E0AE-CCE6-8EAE475BB2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150" y="568325"/>
            <a:ext cx="2854325" cy="1368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2501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9000" b="1">
                <a:solidFill>
                  <a:srgbClr val="AF8B30"/>
                </a:solidFill>
                <a:latin typeface="CenturyGothic" charset="0"/>
                <a:cs typeface="CenturyGothic" charset="0"/>
              </a:rPr>
              <a:t>BFG</a:t>
            </a:r>
          </a:p>
        </p:txBody>
      </p:sp>
      <p:sp>
        <p:nvSpPr>
          <p:cNvPr id="3074" name="Text Box 2">
            <a:extLst>
              <a:ext uri="{FF2B5EF4-FFF2-40B4-BE49-F238E27FC236}">
                <a16:creationId xmlns:a16="http://schemas.microsoft.com/office/drawing/2014/main" id="{FBF7F6F1-8BEC-F719-EE04-893FEF3AA4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113" y="358775"/>
            <a:ext cx="2854325" cy="4302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6336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4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Playing style</a:t>
            </a:r>
          </a:p>
        </p:txBody>
      </p:sp>
      <p:sp>
        <p:nvSpPr>
          <p:cNvPr id="3075" name="Line 3">
            <a:extLst>
              <a:ext uri="{FF2B5EF4-FFF2-40B4-BE49-F238E27FC236}">
                <a16:creationId xmlns:a16="http://schemas.microsoft.com/office/drawing/2014/main" id="{9DF604A6-A265-4340-589D-4BE7BA3121E2}"/>
              </a:ext>
            </a:extLst>
          </p:cNvPr>
          <p:cNvSpPr>
            <a:spLocks noChangeShapeType="1"/>
          </p:cNvSpPr>
          <p:nvPr/>
        </p:nvSpPr>
        <p:spPr bwMode="auto">
          <a:xfrm>
            <a:off x="361950" y="1982788"/>
            <a:ext cx="2363788" cy="1587"/>
          </a:xfrm>
          <a:prstGeom prst="line">
            <a:avLst/>
          </a:prstGeom>
          <a:noFill/>
          <a:ln w="50760" cap="flat">
            <a:solidFill>
              <a:srgbClr val="AF8B3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82977F6D-85A5-1723-9266-2D6F2A71FA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025" y="2363788"/>
            <a:ext cx="1673225" cy="1673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D5DD257B-7C5C-8874-2E10-D680AE7F1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75263" y="12769850"/>
            <a:ext cx="6161087" cy="925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3078" name="Rectangle 6">
            <a:extLst>
              <a:ext uri="{FF2B5EF4-FFF2-40B4-BE49-F238E27FC236}">
                <a16:creationId xmlns:a16="http://schemas.microsoft.com/office/drawing/2014/main" id="{A908E0C9-BFBC-D204-462B-4ECA830232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ABD0195E-E0F2-A8A1-5B19-F858CF04257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Freeform 1">
            <a:extLst>
              <a:ext uri="{FF2B5EF4-FFF2-40B4-BE49-F238E27FC236}">
                <a16:creationId xmlns:a16="http://schemas.microsoft.com/office/drawing/2014/main" id="{406D8DB4-9502-8649-8794-2FAC3CE68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9285288"/>
            <a:ext cx="7297738" cy="4159250"/>
          </a:xfrm>
          <a:custGeom>
            <a:avLst/>
            <a:gdLst>
              <a:gd name="T0" fmla="*/ 0 w 20271"/>
              <a:gd name="T1" fmla="*/ 0 h 11555"/>
              <a:gd name="T2" fmla="*/ 20270 w 20271"/>
              <a:gd name="T3" fmla="*/ 0 h 11555"/>
              <a:gd name="T4" fmla="*/ 20270 w 20271"/>
              <a:gd name="T5" fmla="*/ 11554 h 11555"/>
              <a:gd name="T6" fmla="*/ 0 w 20271"/>
              <a:gd name="T7" fmla="*/ 11554 h 11555"/>
              <a:gd name="T8" fmla="*/ 0 w 20271"/>
              <a:gd name="T9" fmla="*/ 0 h 115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271" h="11555">
                <a:moveTo>
                  <a:pt x="0" y="0"/>
                </a:moveTo>
                <a:lnTo>
                  <a:pt x="20270" y="0"/>
                </a:lnTo>
                <a:lnTo>
                  <a:pt x="20270" y="11554"/>
                </a:lnTo>
                <a:lnTo>
                  <a:pt x="0" y="11554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098" name="Freeform 2">
            <a:extLst>
              <a:ext uri="{FF2B5EF4-FFF2-40B4-BE49-F238E27FC236}">
                <a16:creationId xmlns:a16="http://schemas.microsoft.com/office/drawing/2014/main" id="{62B875A6-F85E-2CF2-F11E-D614B6ADD0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2850" y="4483100"/>
            <a:ext cx="7807325" cy="3844925"/>
          </a:xfrm>
          <a:custGeom>
            <a:avLst/>
            <a:gdLst>
              <a:gd name="T0" fmla="*/ 0 w 21687"/>
              <a:gd name="T1" fmla="*/ 0 h 10679"/>
              <a:gd name="T2" fmla="*/ 21686 w 21687"/>
              <a:gd name="T3" fmla="*/ 0 h 10679"/>
              <a:gd name="T4" fmla="*/ 21686 w 21687"/>
              <a:gd name="T5" fmla="*/ 10678 h 10679"/>
              <a:gd name="T6" fmla="*/ 0 w 21687"/>
              <a:gd name="T7" fmla="*/ 10678 h 10679"/>
              <a:gd name="T8" fmla="*/ 0 w 21687"/>
              <a:gd name="T9" fmla="*/ 0 h 106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1687" h="10679">
                <a:moveTo>
                  <a:pt x="0" y="0"/>
                </a:moveTo>
                <a:lnTo>
                  <a:pt x="21686" y="0"/>
                </a:lnTo>
                <a:lnTo>
                  <a:pt x="21686" y="10678"/>
                </a:lnTo>
                <a:lnTo>
                  <a:pt x="0" y="10678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099" name="Freeform 3">
            <a:extLst>
              <a:ext uri="{FF2B5EF4-FFF2-40B4-BE49-F238E27FC236}">
                <a16:creationId xmlns:a16="http://schemas.microsoft.com/office/drawing/2014/main" id="{44BD76AA-C869-2596-D35A-707D7A8888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58125" y="8534400"/>
            <a:ext cx="8291513" cy="4921250"/>
          </a:xfrm>
          <a:custGeom>
            <a:avLst/>
            <a:gdLst>
              <a:gd name="T0" fmla="*/ 0 w 23031"/>
              <a:gd name="T1" fmla="*/ 0 h 13671"/>
              <a:gd name="T2" fmla="*/ 23030 w 23031"/>
              <a:gd name="T3" fmla="*/ 0 h 13671"/>
              <a:gd name="T4" fmla="*/ 23030 w 23031"/>
              <a:gd name="T5" fmla="*/ 13670 h 13671"/>
              <a:gd name="T6" fmla="*/ 0 w 23031"/>
              <a:gd name="T7" fmla="*/ 13670 h 13671"/>
              <a:gd name="T8" fmla="*/ 0 w 23031"/>
              <a:gd name="T9" fmla="*/ 0 h 13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031" h="13671">
                <a:moveTo>
                  <a:pt x="0" y="0"/>
                </a:moveTo>
                <a:lnTo>
                  <a:pt x="23030" y="0"/>
                </a:lnTo>
                <a:lnTo>
                  <a:pt x="23030" y="13670"/>
                </a:lnTo>
                <a:lnTo>
                  <a:pt x="0" y="13670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00" name="Freeform 4">
            <a:extLst>
              <a:ext uri="{FF2B5EF4-FFF2-40B4-BE49-F238E27FC236}">
                <a16:creationId xmlns:a16="http://schemas.microsoft.com/office/drawing/2014/main" id="{9A89FBA3-979C-62E7-9168-C73F46ADD3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2850" y="8534400"/>
            <a:ext cx="7807325" cy="4919663"/>
          </a:xfrm>
          <a:custGeom>
            <a:avLst/>
            <a:gdLst>
              <a:gd name="T0" fmla="*/ 0 w 21687"/>
              <a:gd name="T1" fmla="*/ 0 h 13667"/>
              <a:gd name="T2" fmla="*/ 21686 w 21687"/>
              <a:gd name="T3" fmla="*/ 0 h 13667"/>
              <a:gd name="T4" fmla="*/ 21686 w 21687"/>
              <a:gd name="T5" fmla="*/ 13666 h 13667"/>
              <a:gd name="T6" fmla="*/ 0 w 21687"/>
              <a:gd name="T7" fmla="*/ 13666 h 13667"/>
              <a:gd name="T8" fmla="*/ 0 w 21687"/>
              <a:gd name="T9" fmla="*/ 0 h 13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1687" h="13667">
                <a:moveTo>
                  <a:pt x="0" y="0"/>
                </a:moveTo>
                <a:lnTo>
                  <a:pt x="21686" y="0"/>
                </a:lnTo>
                <a:lnTo>
                  <a:pt x="21686" y="13666"/>
                </a:lnTo>
                <a:lnTo>
                  <a:pt x="0" y="13666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01" name="Freeform 5">
            <a:extLst>
              <a:ext uri="{FF2B5EF4-FFF2-40B4-BE49-F238E27FC236}">
                <a16:creationId xmlns:a16="http://schemas.microsoft.com/office/drawing/2014/main" id="{1C89F962-575F-5333-2AFC-7DA8724C69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2850" y="238125"/>
            <a:ext cx="7807325" cy="4037013"/>
          </a:xfrm>
          <a:custGeom>
            <a:avLst/>
            <a:gdLst>
              <a:gd name="T0" fmla="*/ 0 w 21687"/>
              <a:gd name="T1" fmla="*/ 0 h 11213"/>
              <a:gd name="T2" fmla="*/ 21686 w 21687"/>
              <a:gd name="T3" fmla="*/ 0 h 11213"/>
              <a:gd name="T4" fmla="*/ 21686 w 21687"/>
              <a:gd name="T5" fmla="*/ 11212 h 11213"/>
              <a:gd name="T6" fmla="*/ 0 w 21687"/>
              <a:gd name="T7" fmla="*/ 11212 h 11213"/>
              <a:gd name="T8" fmla="*/ 0 w 21687"/>
              <a:gd name="T9" fmla="*/ 0 h 1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1687" h="11213">
                <a:moveTo>
                  <a:pt x="0" y="0"/>
                </a:moveTo>
                <a:lnTo>
                  <a:pt x="21686" y="0"/>
                </a:lnTo>
                <a:lnTo>
                  <a:pt x="21686" y="11212"/>
                </a:lnTo>
                <a:lnTo>
                  <a:pt x="0" y="11212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02" name="Freeform 6">
            <a:extLst>
              <a:ext uri="{FF2B5EF4-FFF2-40B4-BE49-F238E27FC236}">
                <a16:creationId xmlns:a16="http://schemas.microsoft.com/office/drawing/2014/main" id="{BC079038-2DCA-B09B-7411-10CF11D45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15263" y="4484688"/>
            <a:ext cx="3971925" cy="3838575"/>
          </a:xfrm>
          <a:custGeom>
            <a:avLst/>
            <a:gdLst>
              <a:gd name="T0" fmla="*/ 0 w 11034"/>
              <a:gd name="T1" fmla="*/ 0 h 10662"/>
              <a:gd name="T2" fmla="*/ 11033 w 11034"/>
              <a:gd name="T3" fmla="*/ 0 h 10662"/>
              <a:gd name="T4" fmla="*/ 11033 w 11034"/>
              <a:gd name="T5" fmla="*/ 10661 h 10662"/>
              <a:gd name="T6" fmla="*/ 0 w 11034"/>
              <a:gd name="T7" fmla="*/ 10661 h 10662"/>
              <a:gd name="T8" fmla="*/ 0 w 11034"/>
              <a:gd name="T9" fmla="*/ 0 h 106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034" h="10662">
                <a:moveTo>
                  <a:pt x="0" y="0"/>
                </a:moveTo>
                <a:lnTo>
                  <a:pt x="11033" y="0"/>
                </a:lnTo>
                <a:lnTo>
                  <a:pt x="11033" y="10661"/>
                </a:lnTo>
                <a:lnTo>
                  <a:pt x="0" y="10661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03" name="Freeform 7">
            <a:extLst>
              <a:ext uri="{FF2B5EF4-FFF2-40B4-BE49-F238E27FC236}">
                <a16:creationId xmlns:a16="http://schemas.microsoft.com/office/drawing/2014/main" id="{097A203F-9A2F-D125-7096-35A93024C8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15263" y="238125"/>
            <a:ext cx="8291512" cy="4037013"/>
          </a:xfrm>
          <a:custGeom>
            <a:avLst/>
            <a:gdLst>
              <a:gd name="T0" fmla="*/ 0 w 23031"/>
              <a:gd name="T1" fmla="*/ 0 h 11213"/>
              <a:gd name="T2" fmla="*/ 23030 w 23031"/>
              <a:gd name="T3" fmla="*/ 0 h 11213"/>
              <a:gd name="T4" fmla="*/ 23030 w 23031"/>
              <a:gd name="T5" fmla="*/ 11212 h 11213"/>
              <a:gd name="T6" fmla="*/ 0 w 23031"/>
              <a:gd name="T7" fmla="*/ 11212 h 11213"/>
              <a:gd name="T8" fmla="*/ 0 w 23031"/>
              <a:gd name="T9" fmla="*/ 0 h 11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3031" h="11213">
                <a:moveTo>
                  <a:pt x="0" y="0"/>
                </a:moveTo>
                <a:lnTo>
                  <a:pt x="23030" y="0"/>
                </a:lnTo>
                <a:lnTo>
                  <a:pt x="23030" y="11212"/>
                </a:lnTo>
                <a:lnTo>
                  <a:pt x="0" y="11212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04" name="Freeform 8">
            <a:extLst>
              <a:ext uri="{FF2B5EF4-FFF2-40B4-BE49-F238E27FC236}">
                <a16:creationId xmlns:a16="http://schemas.microsoft.com/office/drawing/2014/main" id="{FEFAA959-EE96-1F9A-D247-ECD3BDFD9A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538" y="238125"/>
            <a:ext cx="7297737" cy="8631238"/>
          </a:xfrm>
          <a:custGeom>
            <a:avLst/>
            <a:gdLst>
              <a:gd name="T0" fmla="*/ 0 w 20271"/>
              <a:gd name="T1" fmla="*/ 0 h 23975"/>
              <a:gd name="T2" fmla="*/ 20270 w 20271"/>
              <a:gd name="T3" fmla="*/ 0 h 23975"/>
              <a:gd name="T4" fmla="*/ 20270 w 20271"/>
              <a:gd name="T5" fmla="*/ 23974 h 23975"/>
              <a:gd name="T6" fmla="*/ 0 w 20271"/>
              <a:gd name="T7" fmla="*/ 23974 h 23975"/>
              <a:gd name="T8" fmla="*/ 0 w 20271"/>
              <a:gd name="T9" fmla="*/ 0 h 2397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271" h="23975">
                <a:moveTo>
                  <a:pt x="0" y="0"/>
                </a:moveTo>
                <a:lnTo>
                  <a:pt x="20270" y="0"/>
                </a:lnTo>
                <a:lnTo>
                  <a:pt x="20270" y="23974"/>
                </a:lnTo>
                <a:lnTo>
                  <a:pt x="0" y="23974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05" name="Text Box 9">
            <a:extLst>
              <a:ext uri="{FF2B5EF4-FFF2-40B4-BE49-F238E27FC236}">
                <a16:creationId xmlns:a16="http://schemas.microsoft.com/office/drawing/2014/main" id="{F6904407-F9C9-6F4C-6F23-C48CCA473A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1795463"/>
            <a:ext cx="2233612" cy="954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r" rtl="1">
              <a:lnSpc>
                <a:spcPts val="6800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Date of birth</a:t>
            </a:r>
          </a:p>
        </p:txBody>
      </p:sp>
      <p:sp>
        <p:nvSpPr>
          <p:cNvPr id="4106" name="Text Box 10">
            <a:extLst>
              <a:ext uri="{FF2B5EF4-FFF2-40B4-BE49-F238E27FC236}">
                <a16:creationId xmlns:a16="http://schemas.microsoft.com/office/drawing/2014/main" id="{40607A14-F797-94BF-6E75-AE236DED88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2555875"/>
            <a:ext cx="2233612" cy="954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r" rtl="1">
              <a:lnSpc>
                <a:spcPts val="6800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City of Birth </a:t>
            </a:r>
          </a:p>
        </p:txBody>
      </p:sp>
      <p:sp>
        <p:nvSpPr>
          <p:cNvPr id="4107" name="Text Box 11">
            <a:extLst>
              <a:ext uri="{FF2B5EF4-FFF2-40B4-BE49-F238E27FC236}">
                <a16:creationId xmlns:a16="http://schemas.microsoft.com/office/drawing/2014/main" id="{361E23D9-78BA-8BD3-BC0E-9D5585EBA3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825" y="3289300"/>
            <a:ext cx="3000375" cy="1665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r">
              <a:lnSpc>
                <a:spcPts val="6800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Nationality</a:t>
            </a:r>
          </a:p>
        </p:txBody>
      </p:sp>
      <p:sp>
        <p:nvSpPr>
          <p:cNvPr id="4108" name="Text Box 12">
            <a:extLst>
              <a:ext uri="{FF2B5EF4-FFF2-40B4-BE49-F238E27FC236}">
                <a16:creationId xmlns:a16="http://schemas.microsoft.com/office/drawing/2014/main" id="{7C7CE460-8F8B-389E-EDBB-9B3689073E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4081463"/>
            <a:ext cx="2233612" cy="1665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r">
              <a:lnSpc>
                <a:spcPts val="6800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Height</a:t>
            </a:r>
          </a:p>
        </p:txBody>
      </p:sp>
      <p:sp>
        <p:nvSpPr>
          <p:cNvPr id="4109" name="Text Box 13">
            <a:extLst>
              <a:ext uri="{FF2B5EF4-FFF2-40B4-BE49-F238E27FC236}">
                <a16:creationId xmlns:a16="http://schemas.microsoft.com/office/drawing/2014/main" id="{D5AAACB2-8C42-C218-44A1-AEF1E5A20C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4806950"/>
            <a:ext cx="2233612" cy="1665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r">
              <a:lnSpc>
                <a:spcPts val="6800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Preferred foot</a:t>
            </a:r>
          </a:p>
        </p:txBody>
      </p:sp>
      <p:sp>
        <p:nvSpPr>
          <p:cNvPr id="4110" name="Text Box 14">
            <a:extLst>
              <a:ext uri="{FF2B5EF4-FFF2-40B4-BE49-F238E27FC236}">
                <a16:creationId xmlns:a16="http://schemas.microsoft.com/office/drawing/2014/main" id="{B68C0AFA-325B-8FAB-CDFB-444260D0C6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5570538"/>
            <a:ext cx="2233612" cy="1665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r">
              <a:lnSpc>
                <a:spcPts val="6800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Club</a:t>
            </a:r>
          </a:p>
        </p:txBody>
      </p:sp>
      <p:sp>
        <p:nvSpPr>
          <p:cNvPr id="4111" name="Text Box 15">
            <a:extLst>
              <a:ext uri="{FF2B5EF4-FFF2-40B4-BE49-F238E27FC236}">
                <a16:creationId xmlns:a16="http://schemas.microsoft.com/office/drawing/2014/main" id="{D1BE377D-C4D2-8462-7D14-2FE389B4D7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6264275"/>
            <a:ext cx="2233612" cy="1665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r">
              <a:lnSpc>
                <a:spcPts val="6800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League</a:t>
            </a:r>
          </a:p>
        </p:txBody>
      </p:sp>
      <p:sp>
        <p:nvSpPr>
          <p:cNvPr id="4112" name="Freeform 16">
            <a:extLst>
              <a:ext uri="{FF2B5EF4-FFF2-40B4-BE49-F238E27FC236}">
                <a16:creationId xmlns:a16="http://schemas.microsoft.com/office/drawing/2014/main" id="{1D64070F-5760-C43F-2EA4-8445E63DBC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0650" y="1782763"/>
            <a:ext cx="5348288" cy="26987"/>
          </a:xfrm>
          <a:custGeom>
            <a:avLst/>
            <a:gdLst>
              <a:gd name="T0" fmla="*/ 0 w 14857"/>
              <a:gd name="T1" fmla="*/ 0 h 73"/>
              <a:gd name="T2" fmla="*/ 14856 w 14857"/>
              <a:gd name="T3" fmla="*/ 0 h 73"/>
              <a:gd name="T4" fmla="*/ 14856 w 14857"/>
              <a:gd name="T5" fmla="*/ 72 h 73"/>
              <a:gd name="T6" fmla="*/ 0 w 14857"/>
              <a:gd name="T7" fmla="*/ 72 h 73"/>
              <a:gd name="T8" fmla="*/ 0 w 14857"/>
              <a:gd name="T9" fmla="*/ 0 h 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4857" h="73">
                <a:moveTo>
                  <a:pt x="0" y="0"/>
                </a:moveTo>
                <a:lnTo>
                  <a:pt x="14856" y="0"/>
                </a:lnTo>
                <a:lnTo>
                  <a:pt x="14856" y="72"/>
                </a:lnTo>
                <a:lnTo>
                  <a:pt x="0" y="72"/>
                </a:lnTo>
                <a:lnTo>
                  <a:pt x="0" y="0"/>
                </a:lnTo>
              </a:path>
            </a:pathLst>
          </a:custGeom>
          <a:blipFill dpi="0" rotWithShape="0">
            <a:blip r:embed="rId13"/>
            <a:srcRect/>
            <a:stretch>
              <a:fillRect/>
            </a:stretch>
          </a:blip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13" name="Freeform 17">
            <a:extLst>
              <a:ext uri="{FF2B5EF4-FFF2-40B4-BE49-F238E27FC236}">
                <a16:creationId xmlns:a16="http://schemas.microsoft.com/office/drawing/2014/main" id="{9AA1E776-AEE7-1672-B77B-F3655DE02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17275" y="979488"/>
            <a:ext cx="2114550" cy="588962"/>
          </a:xfrm>
          <a:custGeom>
            <a:avLst/>
            <a:gdLst>
              <a:gd name="T0" fmla="*/ 0 w 5873"/>
              <a:gd name="T1" fmla="*/ 0 h 1634"/>
              <a:gd name="T2" fmla="*/ 5872 w 5873"/>
              <a:gd name="T3" fmla="*/ 0 h 1634"/>
              <a:gd name="T4" fmla="*/ 5872 w 5873"/>
              <a:gd name="T5" fmla="*/ 1633 h 1634"/>
              <a:gd name="T6" fmla="*/ 0 w 5873"/>
              <a:gd name="T7" fmla="*/ 1633 h 1634"/>
              <a:gd name="T8" fmla="*/ 0 w 5873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873" h="1634">
                <a:moveTo>
                  <a:pt x="0" y="0"/>
                </a:moveTo>
                <a:lnTo>
                  <a:pt x="5872" y="0"/>
                </a:lnTo>
                <a:lnTo>
                  <a:pt x="5872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14" name="Freeform 18">
            <a:extLst>
              <a:ext uri="{FF2B5EF4-FFF2-40B4-BE49-F238E27FC236}">
                <a16:creationId xmlns:a16="http://schemas.microsoft.com/office/drawing/2014/main" id="{CB3837E6-1905-0B08-1B3A-7699BB0A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6463" y="979488"/>
            <a:ext cx="2114550" cy="588962"/>
          </a:xfrm>
          <a:custGeom>
            <a:avLst/>
            <a:gdLst>
              <a:gd name="T0" fmla="*/ 0 w 5873"/>
              <a:gd name="T1" fmla="*/ 0 h 1634"/>
              <a:gd name="T2" fmla="*/ 5872 w 5873"/>
              <a:gd name="T3" fmla="*/ 0 h 1634"/>
              <a:gd name="T4" fmla="*/ 5872 w 5873"/>
              <a:gd name="T5" fmla="*/ 1633 h 1634"/>
              <a:gd name="T6" fmla="*/ 0 w 5873"/>
              <a:gd name="T7" fmla="*/ 1633 h 1634"/>
              <a:gd name="T8" fmla="*/ 0 w 5873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873" h="1634">
                <a:moveTo>
                  <a:pt x="0" y="0"/>
                </a:moveTo>
                <a:lnTo>
                  <a:pt x="5872" y="0"/>
                </a:lnTo>
                <a:lnTo>
                  <a:pt x="5872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15" name="Freeform 19">
            <a:extLst>
              <a:ext uri="{FF2B5EF4-FFF2-40B4-BE49-F238E27FC236}">
                <a16:creationId xmlns:a16="http://schemas.microsoft.com/office/drawing/2014/main" id="{2DA71967-45B8-5291-3AF1-21DAF4115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17275" y="1711325"/>
            <a:ext cx="2114550" cy="588963"/>
          </a:xfrm>
          <a:custGeom>
            <a:avLst/>
            <a:gdLst>
              <a:gd name="T0" fmla="*/ 0 w 5873"/>
              <a:gd name="T1" fmla="*/ 0 h 1634"/>
              <a:gd name="T2" fmla="*/ 5872 w 5873"/>
              <a:gd name="T3" fmla="*/ 0 h 1634"/>
              <a:gd name="T4" fmla="*/ 5872 w 5873"/>
              <a:gd name="T5" fmla="*/ 1633 h 1634"/>
              <a:gd name="T6" fmla="*/ 0 w 5873"/>
              <a:gd name="T7" fmla="*/ 1633 h 1634"/>
              <a:gd name="T8" fmla="*/ 0 w 5873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873" h="1634">
                <a:moveTo>
                  <a:pt x="0" y="0"/>
                </a:moveTo>
                <a:lnTo>
                  <a:pt x="5872" y="0"/>
                </a:lnTo>
                <a:lnTo>
                  <a:pt x="5872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16" name="Freeform 20">
            <a:extLst>
              <a:ext uri="{FF2B5EF4-FFF2-40B4-BE49-F238E27FC236}">
                <a16:creationId xmlns:a16="http://schemas.microsoft.com/office/drawing/2014/main" id="{DFB54C39-0F10-BFA3-6620-9A5AAC64E0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6463" y="1711325"/>
            <a:ext cx="2114550" cy="588963"/>
          </a:xfrm>
          <a:custGeom>
            <a:avLst/>
            <a:gdLst>
              <a:gd name="T0" fmla="*/ 0 w 5873"/>
              <a:gd name="T1" fmla="*/ 0 h 1634"/>
              <a:gd name="T2" fmla="*/ 5872 w 5873"/>
              <a:gd name="T3" fmla="*/ 0 h 1634"/>
              <a:gd name="T4" fmla="*/ 5872 w 5873"/>
              <a:gd name="T5" fmla="*/ 1633 h 1634"/>
              <a:gd name="T6" fmla="*/ 0 w 5873"/>
              <a:gd name="T7" fmla="*/ 1633 h 1634"/>
              <a:gd name="T8" fmla="*/ 0 w 5873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873" h="1634">
                <a:moveTo>
                  <a:pt x="0" y="0"/>
                </a:moveTo>
                <a:lnTo>
                  <a:pt x="5872" y="0"/>
                </a:lnTo>
                <a:lnTo>
                  <a:pt x="5872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17" name="Freeform 21">
            <a:extLst>
              <a:ext uri="{FF2B5EF4-FFF2-40B4-BE49-F238E27FC236}">
                <a16:creationId xmlns:a16="http://schemas.microsoft.com/office/drawing/2014/main" id="{A520CC14-C757-0012-39A6-95F48739D2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17275" y="2500313"/>
            <a:ext cx="2114550" cy="588962"/>
          </a:xfrm>
          <a:custGeom>
            <a:avLst/>
            <a:gdLst>
              <a:gd name="T0" fmla="*/ 0 w 5873"/>
              <a:gd name="T1" fmla="*/ 0 h 1634"/>
              <a:gd name="T2" fmla="*/ 5872 w 5873"/>
              <a:gd name="T3" fmla="*/ 0 h 1634"/>
              <a:gd name="T4" fmla="*/ 5872 w 5873"/>
              <a:gd name="T5" fmla="*/ 1633 h 1634"/>
              <a:gd name="T6" fmla="*/ 0 w 5873"/>
              <a:gd name="T7" fmla="*/ 1633 h 1634"/>
              <a:gd name="T8" fmla="*/ 0 w 5873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873" h="1634">
                <a:moveTo>
                  <a:pt x="0" y="0"/>
                </a:moveTo>
                <a:lnTo>
                  <a:pt x="5872" y="0"/>
                </a:lnTo>
                <a:lnTo>
                  <a:pt x="5872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18" name="Freeform 22">
            <a:extLst>
              <a:ext uri="{FF2B5EF4-FFF2-40B4-BE49-F238E27FC236}">
                <a16:creationId xmlns:a16="http://schemas.microsoft.com/office/drawing/2014/main" id="{A500A08E-350D-35AE-DEC7-B0F21FE6F8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6463" y="2500313"/>
            <a:ext cx="2114550" cy="588962"/>
          </a:xfrm>
          <a:custGeom>
            <a:avLst/>
            <a:gdLst>
              <a:gd name="T0" fmla="*/ 0 w 5873"/>
              <a:gd name="T1" fmla="*/ 0 h 1634"/>
              <a:gd name="T2" fmla="*/ 5872 w 5873"/>
              <a:gd name="T3" fmla="*/ 0 h 1634"/>
              <a:gd name="T4" fmla="*/ 5872 w 5873"/>
              <a:gd name="T5" fmla="*/ 1633 h 1634"/>
              <a:gd name="T6" fmla="*/ 0 w 5873"/>
              <a:gd name="T7" fmla="*/ 1633 h 1634"/>
              <a:gd name="T8" fmla="*/ 0 w 5873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873" h="1634">
                <a:moveTo>
                  <a:pt x="0" y="0"/>
                </a:moveTo>
                <a:lnTo>
                  <a:pt x="5872" y="0"/>
                </a:lnTo>
                <a:lnTo>
                  <a:pt x="5872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19" name="Freeform 23">
            <a:extLst>
              <a:ext uri="{FF2B5EF4-FFF2-40B4-BE49-F238E27FC236}">
                <a16:creationId xmlns:a16="http://schemas.microsoft.com/office/drawing/2014/main" id="{62DF3B31-2FCF-6164-C182-C84547CE22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17275" y="3276600"/>
            <a:ext cx="2114550" cy="588963"/>
          </a:xfrm>
          <a:custGeom>
            <a:avLst/>
            <a:gdLst>
              <a:gd name="T0" fmla="*/ 0 w 5873"/>
              <a:gd name="T1" fmla="*/ 0 h 1634"/>
              <a:gd name="T2" fmla="*/ 5872 w 5873"/>
              <a:gd name="T3" fmla="*/ 0 h 1634"/>
              <a:gd name="T4" fmla="*/ 5872 w 5873"/>
              <a:gd name="T5" fmla="*/ 1633 h 1634"/>
              <a:gd name="T6" fmla="*/ 0 w 5873"/>
              <a:gd name="T7" fmla="*/ 1633 h 1634"/>
              <a:gd name="T8" fmla="*/ 0 w 5873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873" h="1634">
                <a:moveTo>
                  <a:pt x="0" y="0"/>
                </a:moveTo>
                <a:lnTo>
                  <a:pt x="5872" y="0"/>
                </a:lnTo>
                <a:lnTo>
                  <a:pt x="5872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20" name="Freeform 24">
            <a:extLst>
              <a:ext uri="{FF2B5EF4-FFF2-40B4-BE49-F238E27FC236}">
                <a16:creationId xmlns:a16="http://schemas.microsoft.com/office/drawing/2014/main" id="{5DAD361A-12EE-3F06-E382-C1E6D5722A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6463" y="3276600"/>
            <a:ext cx="2114550" cy="588963"/>
          </a:xfrm>
          <a:custGeom>
            <a:avLst/>
            <a:gdLst>
              <a:gd name="T0" fmla="*/ 0 w 5873"/>
              <a:gd name="T1" fmla="*/ 0 h 1634"/>
              <a:gd name="T2" fmla="*/ 5872 w 5873"/>
              <a:gd name="T3" fmla="*/ 0 h 1634"/>
              <a:gd name="T4" fmla="*/ 5872 w 5873"/>
              <a:gd name="T5" fmla="*/ 1633 h 1634"/>
              <a:gd name="T6" fmla="*/ 0 w 5873"/>
              <a:gd name="T7" fmla="*/ 1633 h 1634"/>
              <a:gd name="T8" fmla="*/ 0 w 5873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873" h="1634">
                <a:moveTo>
                  <a:pt x="0" y="0"/>
                </a:moveTo>
                <a:lnTo>
                  <a:pt x="5872" y="0"/>
                </a:lnTo>
                <a:lnTo>
                  <a:pt x="5872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21" name="Text Box 25">
            <a:extLst>
              <a:ext uri="{FF2B5EF4-FFF2-40B4-BE49-F238E27FC236}">
                <a16:creationId xmlns:a16="http://schemas.microsoft.com/office/drawing/2014/main" id="{749ACAB8-F45D-F6FA-3DB2-E29BFE2CA6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7825" y="131763"/>
            <a:ext cx="1806575" cy="3714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>
              <a:lnSpc>
                <a:spcPts val="5600"/>
              </a:lnSpc>
            </a:pPr>
            <a:r>
              <a:rPr lang="en-US" altLang="LID4096" sz="2400" b="1">
                <a:latin typeface="AvenirNextCondensed-Bold" charset="0"/>
                <a:cs typeface="AvenirNextCondensed-Bold" charset="0"/>
              </a:rPr>
              <a:t>STATS</a:t>
            </a:r>
          </a:p>
          <a:p>
            <a:pPr rtl="1">
              <a:lnSpc>
                <a:spcPts val="5600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Matches</a:t>
            </a:r>
          </a:p>
          <a:p>
            <a:pPr rtl="1">
              <a:lnSpc>
                <a:spcPts val="6138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Minutes</a:t>
            </a:r>
          </a:p>
          <a:p>
            <a:pPr rtl="1">
              <a:lnSpc>
                <a:spcPts val="5063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Goals</a:t>
            </a:r>
          </a:p>
          <a:p>
            <a:pPr rtl="1">
              <a:lnSpc>
                <a:spcPts val="6138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Assists</a:t>
            </a:r>
          </a:p>
        </p:txBody>
      </p:sp>
      <p:sp>
        <p:nvSpPr>
          <p:cNvPr id="4122" name="Text Box 26">
            <a:extLst>
              <a:ext uri="{FF2B5EF4-FFF2-40B4-BE49-F238E27FC236}">
                <a16:creationId xmlns:a16="http://schemas.microsoft.com/office/drawing/2014/main" id="{11FDFC0A-E00D-EBC9-B8F6-DE2074AF09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7825" y="4521200"/>
            <a:ext cx="2754313" cy="530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>
              <a:lnSpc>
                <a:spcPts val="3463"/>
              </a:lnSpc>
            </a:pPr>
            <a:r>
              <a:rPr lang="en-US" altLang="LID4096" sz="2400" b="1">
                <a:latin typeface="AvenirNextCondensed-Bold" charset="0"/>
                <a:cs typeface="AvenirNextCondensed-Bold" charset="0"/>
              </a:rPr>
              <a:t>PLAYER RATING</a:t>
            </a:r>
          </a:p>
        </p:txBody>
      </p:sp>
      <p:sp>
        <p:nvSpPr>
          <p:cNvPr id="4123" name="Text Box 27">
            <a:extLst>
              <a:ext uri="{FF2B5EF4-FFF2-40B4-BE49-F238E27FC236}">
                <a16:creationId xmlns:a16="http://schemas.microsoft.com/office/drawing/2014/main" id="{B2E865A8-CC58-57B7-3BFB-FA715D6F57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0361613"/>
            <a:ext cx="2913062" cy="906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Transfer value</a:t>
            </a:r>
          </a:p>
        </p:txBody>
      </p:sp>
      <p:sp>
        <p:nvSpPr>
          <p:cNvPr id="4124" name="Freeform 28">
            <a:extLst>
              <a:ext uri="{FF2B5EF4-FFF2-40B4-BE49-F238E27FC236}">
                <a16:creationId xmlns:a16="http://schemas.microsoft.com/office/drawing/2014/main" id="{232E5551-8C73-8B09-6D81-9FF4ABC5C5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5638" y="11071225"/>
            <a:ext cx="3649662" cy="606425"/>
          </a:xfrm>
          <a:custGeom>
            <a:avLst/>
            <a:gdLst>
              <a:gd name="T0" fmla="*/ 0 w 10138"/>
              <a:gd name="T1" fmla="*/ 0 h 1685"/>
              <a:gd name="T2" fmla="*/ 10137 w 10138"/>
              <a:gd name="T3" fmla="*/ 0 h 1685"/>
              <a:gd name="T4" fmla="*/ 10137 w 10138"/>
              <a:gd name="T5" fmla="*/ 1684 h 1685"/>
              <a:gd name="T6" fmla="*/ 0 w 10138"/>
              <a:gd name="T7" fmla="*/ 1684 h 1685"/>
              <a:gd name="T8" fmla="*/ 0 w 10138"/>
              <a:gd name="T9" fmla="*/ 0 h 16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138" h="1685">
                <a:moveTo>
                  <a:pt x="0" y="0"/>
                </a:moveTo>
                <a:lnTo>
                  <a:pt x="10137" y="0"/>
                </a:lnTo>
                <a:lnTo>
                  <a:pt x="10137" y="1684"/>
                </a:lnTo>
                <a:lnTo>
                  <a:pt x="0" y="1684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25" name="Freeform 29">
            <a:extLst>
              <a:ext uri="{FF2B5EF4-FFF2-40B4-BE49-F238E27FC236}">
                <a16:creationId xmlns:a16="http://schemas.microsoft.com/office/drawing/2014/main" id="{79A481A1-54FA-551D-F431-2F4EE50A54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5638" y="11818938"/>
            <a:ext cx="3649662" cy="606425"/>
          </a:xfrm>
          <a:custGeom>
            <a:avLst/>
            <a:gdLst>
              <a:gd name="T0" fmla="*/ 0 w 10138"/>
              <a:gd name="T1" fmla="*/ 0 h 1685"/>
              <a:gd name="T2" fmla="*/ 10137 w 10138"/>
              <a:gd name="T3" fmla="*/ 0 h 1685"/>
              <a:gd name="T4" fmla="*/ 10137 w 10138"/>
              <a:gd name="T5" fmla="*/ 1684 h 1685"/>
              <a:gd name="T6" fmla="*/ 0 w 10138"/>
              <a:gd name="T7" fmla="*/ 1684 h 1685"/>
              <a:gd name="T8" fmla="*/ 0 w 10138"/>
              <a:gd name="T9" fmla="*/ 0 h 16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138" h="1685">
                <a:moveTo>
                  <a:pt x="0" y="0"/>
                </a:moveTo>
                <a:lnTo>
                  <a:pt x="10137" y="0"/>
                </a:lnTo>
                <a:lnTo>
                  <a:pt x="10137" y="1684"/>
                </a:lnTo>
                <a:lnTo>
                  <a:pt x="0" y="1684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26" name="Freeform 30">
            <a:extLst>
              <a:ext uri="{FF2B5EF4-FFF2-40B4-BE49-F238E27FC236}">
                <a16:creationId xmlns:a16="http://schemas.microsoft.com/office/drawing/2014/main" id="{B21CCE18-8C59-54B3-3009-093DBE859F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5638" y="12547600"/>
            <a:ext cx="3649662" cy="606425"/>
          </a:xfrm>
          <a:custGeom>
            <a:avLst/>
            <a:gdLst>
              <a:gd name="T0" fmla="*/ 0 w 10138"/>
              <a:gd name="T1" fmla="*/ 0 h 1685"/>
              <a:gd name="T2" fmla="*/ 10137 w 10138"/>
              <a:gd name="T3" fmla="*/ 0 h 1685"/>
              <a:gd name="T4" fmla="*/ 10137 w 10138"/>
              <a:gd name="T5" fmla="*/ 1684 h 1685"/>
              <a:gd name="T6" fmla="*/ 0 w 10138"/>
              <a:gd name="T7" fmla="*/ 1684 h 1685"/>
              <a:gd name="T8" fmla="*/ 0 w 10138"/>
              <a:gd name="T9" fmla="*/ 0 h 16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138" h="1685">
                <a:moveTo>
                  <a:pt x="0" y="0"/>
                </a:moveTo>
                <a:lnTo>
                  <a:pt x="10137" y="0"/>
                </a:lnTo>
                <a:lnTo>
                  <a:pt x="10137" y="1684"/>
                </a:lnTo>
                <a:lnTo>
                  <a:pt x="0" y="1684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27" name="Freeform 31">
            <a:extLst>
              <a:ext uri="{FF2B5EF4-FFF2-40B4-BE49-F238E27FC236}">
                <a16:creationId xmlns:a16="http://schemas.microsoft.com/office/drawing/2014/main" id="{F10B848F-1CC1-34F4-6516-42D0D2515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197513" y="398463"/>
            <a:ext cx="5800725" cy="3717925"/>
          </a:xfrm>
          <a:custGeom>
            <a:avLst/>
            <a:gdLst>
              <a:gd name="T0" fmla="*/ 0 w 16112"/>
              <a:gd name="T1" fmla="*/ 0 h 10327"/>
              <a:gd name="T2" fmla="*/ 16111 w 16112"/>
              <a:gd name="T3" fmla="*/ 0 h 10327"/>
              <a:gd name="T4" fmla="*/ 16111 w 16112"/>
              <a:gd name="T5" fmla="*/ 10326 h 10327"/>
              <a:gd name="T6" fmla="*/ 0 w 16112"/>
              <a:gd name="T7" fmla="*/ 10326 h 10327"/>
              <a:gd name="T8" fmla="*/ 0 w 16112"/>
              <a:gd name="T9" fmla="*/ 0 h 1032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2" h="10327">
                <a:moveTo>
                  <a:pt x="0" y="0"/>
                </a:moveTo>
                <a:lnTo>
                  <a:pt x="16111" y="0"/>
                </a:lnTo>
                <a:lnTo>
                  <a:pt x="16111" y="10326"/>
                </a:lnTo>
                <a:lnTo>
                  <a:pt x="0" y="10326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28" name="Text Box 32">
            <a:extLst>
              <a:ext uri="{FF2B5EF4-FFF2-40B4-BE49-F238E27FC236}">
                <a16:creationId xmlns:a16="http://schemas.microsoft.com/office/drawing/2014/main" id="{FC5FCA63-6A2D-EC10-3E75-5412C8030F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4575" y="334963"/>
            <a:ext cx="2138363" cy="971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>
              <a:lnSpc>
                <a:spcPts val="3463"/>
              </a:lnSpc>
            </a:pPr>
            <a:r>
              <a:rPr lang="en-US" altLang="LID4096" sz="2400" b="1">
                <a:latin typeface="AvenirNextCondensed-Regular" charset="0"/>
                <a:cs typeface="AvenirNextCondensed-Regular" charset="0"/>
              </a:rPr>
              <a:t>CURRENT SEASON</a:t>
            </a:r>
          </a:p>
        </p:txBody>
      </p:sp>
      <p:sp>
        <p:nvSpPr>
          <p:cNvPr id="4129" name="Text Box 33">
            <a:extLst>
              <a:ext uri="{FF2B5EF4-FFF2-40B4-BE49-F238E27FC236}">
                <a16:creationId xmlns:a16="http://schemas.microsoft.com/office/drawing/2014/main" id="{CFF39959-E190-41FB-0440-646C35F458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89063" y="334963"/>
            <a:ext cx="1150937" cy="971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>
              <a:lnSpc>
                <a:spcPts val="3463"/>
              </a:lnSpc>
            </a:pPr>
            <a:r>
              <a:rPr lang="en-US" altLang="LID4096" sz="2400" b="1">
                <a:latin typeface="AvenirNextCondensed-Regular" charset="0"/>
                <a:cs typeface="AvenirNextCondensed-Regular" charset="0"/>
              </a:rPr>
              <a:t>CAREER</a:t>
            </a:r>
          </a:p>
        </p:txBody>
      </p:sp>
      <p:sp>
        <p:nvSpPr>
          <p:cNvPr id="4130" name="Text Box 34">
            <a:extLst>
              <a:ext uri="{FF2B5EF4-FFF2-40B4-BE49-F238E27FC236}">
                <a16:creationId xmlns:a16="http://schemas.microsoft.com/office/drawing/2014/main" id="{B0408E33-A02C-1830-CC59-2D28C14F95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765588" y="8728075"/>
            <a:ext cx="2913062" cy="178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400" b="1">
                <a:latin typeface="AvenirNextCondensed-Regular" charset="0"/>
                <a:cs typeface="AvenirNextCondensed-Regular" charset="0"/>
              </a:rPr>
              <a:t>Transfer details</a:t>
            </a:r>
          </a:p>
        </p:txBody>
      </p:sp>
      <p:sp>
        <p:nvSpPr>
          <p:cNvPr id="4131" name="Text Box 35">
            <a:extLst>
              <a:ext uri="{FF2B5EF4-FFF2-40B4-BE49-F238E27FC236}">
                <a16:creationId xmlns:a16="http://schemas.microsoft.com/office/drawing/2014/main" id="{8EB4A16E-CCB8-1831-CF32-87C61482336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681450" y="387350"/>
            <a:ext cx="1743075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6336" rIns="90000" bIns="45000"/>
          <a:lstStyle>
            <a:lvl1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400" b="1">
                <a:latin typeface="AvenirNextCondensed-Regular" charset="0"/>
                <a:cs typeface="AvenirNextCondensed-Regular" charset="0"/>
              </a:rPr>
              <a:t>Scouting</a:t>
            </a:r>
          </a:p>
        </p:txBody>
      </p:sp>
      <p:sp>
        <p:nvSpPr>
          <p:cNvPr id="4132" name="Text Box 36">
            <a:extLst>
              <a:ext uri="{FF2B5EF4-FFF2-40B4-BE49-F238E27FC236}">
                <a16:creationId xmlns:a16="http://schemas.microsoft.com/office/drawing/2014/main" id="{41B29F65-48F9-1379-4780-CD91668090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43863" y="8651875"/>
            <a:ext cx="3000375" cy="971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>
              <a:lnSpc>
                <a:spcPts val="3463"/>
              </a:lnSpc>
            </a:pPr>
            <a:r>
              <a:rPr lang="en-US" altLang="LID4096" sz="2400" b="1">
                <a:latin typeface="AvenirNextCondensed-Regular" charset="0"/>
                <a:cs typeface="AvenirNextCondensed-Regular" charset="0"/>
              </a:rPr>
              <a:t>Summary scouting:</a:t>
            </a:r>
          </a:p>
        </p:txBody>
      </p:sp>
      <p:sp>
        <p:nvSpPr>
          <p:cNvPr id="4133" name="Freeform 37">
            <a:extLst>
              <a:ext uri="{FF2B5EF4-FFF2-40B4-BE49-F238E27FC236}">
                <a16:creationId xmlns:a16="http://schemas.microsoft.com/office/drawing/2014/main" id="{5D83E69F-4510-A10C-53D1-10F7784350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2038" y="2095500"/>
            <a:ext cx="3624262" cy="588963"/>
          </a:xfrm>
          <a:custGeom>
            <a:avLst/>
            <a:gdLst>
              <a:gd name="T0" fmla="*/ 0 w 10069"/>
              <a:gd name="T1" fmla="*/ 0 h 1634"/>
              <a:gd name="T2" fmla="*/ 10068 w 10069"/>
              <a:gd name="T3" fmla="*/ 0 h 1634"/>
              <a:gd name="T4" fmla="*/ 10068 w 10069"/>
              <a:gd name="T5" fmla="*/ 1633 h 1634"/>
              <a:gd name="T6" fmla="*/ 0 w 10069"/>
              <a:gd name="T7" fmla="*/ 1633 h 1634"/>
              <a:gd name="T8" fmla="*/ 0 w 10069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69" h="1634">
                <a:moveTo>
                  <a:pt x="0" y="0"/>
                </a:moveTo>
                <a:lnTo>
                  <a:pt x="10068" y="0"/>
                </a:lnTo>
                <a:lnTo>
                  <a:pt x="10068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34" name="Freeform 38">
            <a:extLst>
              <a:ext uri="{FF2B5EF4-FFF2-40B4-BE49-F238E27FC236}">
                <a16:creationId xmlns:a16="http://schemas.microsoft.com/office/drawing/2014/main" id="{D4F364CC-5069-DBC8-5072-100263DFC1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2038" y="2849563"/>
            <a:ext cx="3624262" cy="588962"/>
          </a:xfrm>
          <a:custGeom>
            <a:avLst/>
            <a:gdLst>
              <a:gd name="T0" fmla="*/ 0 w 10069"/>
              <a:gd name="T1" fmla="*/ 0 h 1634"/>
              <a:gd name="T2" fmla="*/ 10068 w 10069"/>
              <a:gd name="T3" fmla="*/ 0 h 1634"/>
              <a:gd name="T4" fmla="*/ 10068 w 10069"/>
              <a:gd name="T5" fmla="*/ 1633 h 1634"/>
              <a:gd name="T6" fmla="*/ 0 w 10069"/>
              <a:gd name="T7" fmla="*/ 1633 h 1634"/>
              <a:gd name="T8" fmla="*/ 0 w 10069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69" h="1634">
                <a:moveTo>
                  <a:pt x="0" y="0"/>
                </a:moveTo>
                <a:lnTo>
                  <a:pt x="10068" y="0"/>
                </a:lnTo>
                <a:lnTo>
                  <a:pt x="10068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35" name="Freeform 39">
            <a:extLst>
              <a:ext uri="{FF2B5EF4-FFF2-40B4-BE49-F238E27FC236}">
                <a16:creationId xmlns:a16="http://schemas.microsoft.com/office/drawing/2014/main" id="{81FCD4F5-1FAF-767C-B362-EDDAB90C55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2038" y="3606800"/>
            <a:ext cx="3624262" cy="588963"/>
          </a:xfrm>
          <a:custGeom>
            <a:avLst/>
            <a:gdLst>
              <a:gd name="T0" fmla="*/ 0 w 10069"/>
              <a:gd name="T1" fmla="*/ 0 h 1634"/>
              <a:gd name="T2" fmla="*/ 10068 w 10069"/>
              <a:gd name="T3" fmla="*/ 0 h 1634"/>
              <a:gd name="T4" fmla="*/ 10068 w 10069"/>
              <a:gd name="T5" fmla="*/ 1633 h 1634"/>
              <a:gd name="T6" fmla="*/ 0 w 10069"/>
              <a:gd name="T7" fmla="*/ 1633 h 1634"/>
              <a:gd name="T8" fmla="*/ 0 w 10069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69" h="1634">
                <a:moveTo>
                  <a:pt x="0" y="0"/>
                </a:moveTo>
                <a:lnTo>
                  <a:pt x="10068" y="0"/>
                </a:lnTo>
                <a:lnTo>
                  <a:pt x="10068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36" name="Freeform 40">
            <a:extLst>
              <a:ext uri="{FF2B5EF4-FFF2-40B4-BE49-F238E27FC236}">
                <a16:creationId xmlns:a16="http://schemas.microsoft.com/office/drawing/2014/main" id="{C0801407-D7B5-3B8D-E8E9-65C997940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2038" y="4364038"/>
            <a:ext cx="3624262" cy="588962"/>
          </a:xfrm>
          <a:custGeom>
            <a:avLst/>
            <a:gdLst>
              <a:gd name="T0" fmla="*/ 0 w 10069"/>
              <a:gd name="T1" fmla="*/ 0 h 1634"/>
              <a:gd name="T2" fmla="*/ 10068 w 10069"/>
              <a:gd name="T3" fmla="*/ 0 h 1634"/>
              <a:gd name="T4" fmla="*/ 10068 w 10069"/>
              <a:gd name="T5" fmla="*/ 1633 h 1634"/>
              <a:gd name="T6" fmla="*/ 0 w 10069"/>
              <a:gd name="T7" fmla="*/ 1633 h 1634"/>
              <a:gd name="T8" fmla="*/ 0 w 10069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69" h="1634">
                <a:moveTo>
                  <a:pt x="0" y="0"/>
                </a:moveTo>
                <a:lnTo>
                  <a:pt x="10068" y="0"/>
                </a:lnTo>
                <a:lnTo>
                  <a:pt x="10068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37" name="Freeform 41">
            <a:extLst>
              <a:ext uri="{FF2B5EF4-FFF2-40B4-BE49-F238E27FC236}">
                <a16:creationId xmlns:a16="http://schemas.microsoft.com/office/drawing/2014/main" id="{807E464E-FF9F-C9D1-A855-DDDB3954A3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2038" y="5118100"/>
            <a:ext cx="3624262" cy="588963"/>
          </a:xfrm>
          <a:custGeom>
            <a:avLst/>
            <a:gdLst>
              <a:gd name="T0" fmla="*/ 0 w 10069"/>
              <a:gd name="T1" fmla="*/ 0 h 1634"/>
              <a:gd name="T2" fmla="*/ 10068 w 10069"/>
              <a:gd name="T3" fmla="*/ 0 h 1634"/>
              <a:gd name="T4" fmla="*/ 10068 w 10069"/>
              <a:gd name="T5" fmla="*/ 1633 h 1634"/>
              <a:gd name="T6" fmla="*/ 0 w 10069"/>
              <a:gd name="T7" fmla="*/ 1633 h 1634"/>
              <a:gd name="T8" fmla="*/ 0 w 10069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69" h="1634">
                <a:moveTo>
                  <a:pt x="0" y="0"/>
                </a:moveTo>
                <a:lnTo>
                  <a:pt x="10068" y="0"/>
                </a:lnTo>
                <a:lnTo>
                  <a:pt x="10068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38" name="Freeform 42">
            <a:extLst>
              <a:ext uri="{FF2B5EF4-FFF2-40B4-BE49-F238E27FC236}">
                <a16:creationId xmlns:a16="http://schemas.microsoft.com/office/drawing/2014/main" id="{878FF51D-EE3F-C6F6-2EDB-9FDD7D0D0D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2038" y="5862638"/>
            <a:ext cx="3624262" cy="588962"/>
          </a:xfrm>
          <a:custGeom>
            <a:avLst/>
            <a:gdLst>
              <a:gd name="T0" fmla="*/ 0 w 10069"/>
              <a:gd name="T1" fmla="*/ 0 h 1634"/>
              <a:gd name="T2" fmla="*/ 10068 w 10069"/>
              <a:gd name="T3" fmla="*/ 0 h 1634"/>
              <a:gd name="T4" fmla="*/ 10068 w 10069"/>
              <a:gd name="T5" fmla="*/ 1633 h 1634"/>
              <a:gd name="T6" fmla="*/ 0 w 10069"/>
              <a:gd name="T7" fmla="*/ 1633 h 1634"/>
              <a:gd name="T8" fmla="*/ 0 w 10069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69" h="1634">
                <a:moveTo>
                  <a:pt x="0" y="0"/>
                </a:moveTo>
                <a:lnTo>
                  <a:pt x="10068" y="0"/>
                </a:lnTo>
                <a:lnTo>
                  <a:pt x="10068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39" name="Freeform 43">
            <a:extLst>
              <a:ext uri="{FF2B5EF4-FFF2-40B4-BE49-F238E27FC236}">
                <a16:creationId xmlns:a16="http://schemas.microsoft.com/office/drawing/2014/main" id="{93B67906-977D-527A-9DFE-53F82919C7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2038" y="6610350"/>
            <a:ext cx="3624262" cy="588963"/>
          </a:xfrm>
          <a:custGeom>
            <a:avLst/>
            <a:gdLst>
              <a:gd name="T0" fmla="*/ 0 w 10069"/>
              <a:gd name="T1" fmla="*/ 0 h 1634"/>
              <a:gd name="T2" fmla="*/ 10068 w 10069"/>
              <a:gd name="T3" fmla="*/ 0 h 1634"/>
              <a:gd name="T4" fmla="*/ 10068 w 10069"/>
              <a:gd name="T5" fmla="*/ 1633 h 1634"/>
              <a:gd name="T6" fmla="*/ 0 w 10069"/>
              <a:gd name="T7" fmla="*/ 1633 h 1634"/>
              <a:gd name="T8" fmla="*/ 0 w 10069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69" h="1634">
                <a:moveTo>
                  <a:pt x="0" y="0"/>
                </a:moveTo>
                <a:lnTo>
                  <a:pt x="10068" y="0"/>
                </a:lnTo>
                <a:lnTo>
                  <a:pt x="10068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40" name="Text Box 44">
            <a:extLst>
              <a:ext uri="{FF2B5EF4-FFF2-40B4-BE49-F238E27FC236}">
                <a16:creationId xmlns:a16="http://schemas.microsoft.com/office/drawing/2014/main" id="{A433EA6E-21CC-05F7-974A-CE5CBD2521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6999288"/>
            <a:ext cx="2233612" cy="1665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r">
              <a:lnSpc>
                <a:spcPts val="6800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Agency</a:t>
            </a:r>
          </a:p>
        </p:txBody>
      </p:sp>
      <p:sp>
        <p:nvSpPr>
          <p:cNvPr id="4141" name="Freeform 45">
            <a:extLst>
              <a:ext uri="{FF2B5EF4-FFF2-40B4-BE49-F238E27FC236}">
                <a16:creationId xmlns:a16="http://schemas.microsoft.com/office/drawing/2014/main" id="{25A9741B-10BE-7D7F-552A-1793B8E64C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2038" y="7345363"/>
            <a:ext cx="3624262" cy="588962"/>
          </a:xfrm>
          <a:custGeom>
            <a:avLst/>
            <a:gdLst>
              <a:gd name="T0" fmla="*/ 0 w 10069"/>
              <a:gd name="T1" fmla="*/ 0 h 1634"/>
              <a:gd name="T2" fmla="*/ 10068 w 10069"/>
              <a:gd name="T3" fmla="*/ 0 h 1634"/>
              <a:gd name="T4" fmla="*/ 10068 w 10069"/>
              <a:gd name="T5" fmla="*/ 1633 h 1634"/>
              <a:gd name="T6" fmla="*/ 0 w 10069"/>
              <a:gd name="T7" fmla="*/ 1633 h 1634"/>
              <a:gd name="T8" fmla="*/ 0 w 10069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69" h="1634">
                <a:moveTo>
                  <a:pt x="0" y="0"/>
                </a:moveTo>
                <a:lnTo>
                  <a:pt x="10068" y="0"/>
                </a:lnTo>
                <a:lnTo>
                  <a:pt x="10068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42" name="Text Box 46">
            <a:extLst>
              <a:ext uri="{FF2B5EF4-FFF2-40B4-BE49-F238E27FC236}">
                <a16:creationId xmlns:a16="http://schemas.microsoft.com/office/drawing/2014/main" id="{ECA3192F-950F-C29D-6FAE-A55226403B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0588" y="7734300"/>
            <a:ext cx="2233612" cy="1665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r">
              <a:lnSpc>
                <a:spcPts val="6800"/>
              </a:lnSpc>
            </a:pPr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Agent</a:t>
            </a:r>
          </a:p>
        </p:txBody>
      </p:sp>
      <p:sp>
        <p:nvSpPr>
          <p:cNvPr id="4143" name="Freeform 47">
            <a:extLst>
              <a:ext uri="{FF2B5EF4-FFF2-40B4-BE49-F238E27FC236}">
                <a16:creationId xmlns:a16="http://schemas.microsoft.com/office/drawing/2014/main" id="{A9313916-6A8A-6F93-8DF7-5B3DAD8DD1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2038" y="8078788"/>
            <a:ext cx="3624262" cy="588962"/>
          </a:xfrm>
          <a:custGeom>
            <a:avLst/>
            <a:gdLst>
              <a:gd name="T0" fmla="*/ 0 w 10069"/>
              <a:gd name="T1" fmla="*/ 0 h 1634"/>
              <a:gd name="T2" fmla="*/ 10068 w 10069"/>
              <a:gd name="T3" fmla="*/ 0 h 1634"/>
              <a:gd name="T4" fmla="*/ 10068 w 10069"/>
              <a:gd name="T5" fmla="*/ 1633 h 1634"/>
              <a:gd name="T6" fmla="*/ 0 w 10069"/>
              <a:gd name="T7" fmla="*/ 1633 h 1634"/>
              <a:gd name="T8" fmla="*/ 0 w 10069"/>
              <a:gd name="T9" fmla="*/ 0 h 163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69" h="1634">
                <a:moveTo>
                  <a:pt x="0" y="0"/>
                </a:moveTo>
                <a:lnTo>
                  <a:pt x="10068" y="0"/>
                </a:lnTo>
                <a:lnTo>
                  <a:pt x="10068" y="1633"/>
                </a:lnTo>
                <a:lnTo>
                  <a:pt x="0" y="1633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44" name="Freeform 48">
            <a:extLst>
              <a:ext uri="{FF2B5EF4-FFF2-40B4-BE49-F238E27FC236}">
                <a16:creationId xmlns:a16="http://schemas.microsoft.com/office/drawing/2014/main" id="{25ED6AF1-BA74-5C4B-46FA-956381AED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05638" y="10315575"/>
            <a:ext cx="3649662" cy="606425"/>
          </a:xfrm>
          <a:custGeom>
            <a:avLst/>
            <a:gdLst>
              <a:gd name="T0" fmla="*/ 0 w 10138"/>
              <a:gd name="T1" fmla="*/ 0 h 1685"/>
              <a:gd name="T2" fmla="*/ 10137 w 10138"/>
              <a:gd name="T3" fmla="*/ 0 h 1685"/>
              <a:gd name="T4" fmla="*/ 10137 w 10138"/>
              <a:gd name="T5" fmla="*/ 1684 h 1685"/>
              <a:gd name="T6" fmla="*/ 0 w 10138"/>
              <a:gd name="T7" fmla="*/ 1684 h 1685"/>
              <a:gd name="T8" fmla="*/ 0 w 10138"/>
              <a:gd name="T9" fmla="*/ 0 h 16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138" h="1685">
                <a:moveTo>
                  <a:pt x="0" y="0"/>
                </a:moveTo>
                <a:lnTo>
                  <a:pt x="10137" y="0"/>
                </a:lnTo>
                <a:lnTo>
                  <a:pt x="10137" y="1684"/>
                </a:lnTo>
                <a:lnTo>
                  <a:pt x="0" y="1684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45" name="Freeform 49">
            <a:extLst>
              <a:ext uri="{FF2B5EF4-FFF2-40B4-BE49-F238E27FC236}">
                <a16:creationId xmlns:a16="http://schemas.microsoft.com/office/drawing/2014/main" id="{B20838BD-A42E-19A9-E500-E0FBE3CE87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718338" y="9559925"/>
            <a:ext cx="3649662" cy="606425"/>
          </a:xfrm>
          <a:custGeom>
            <a:avLst/>
            <a:gdLst>
              <a:gd name="T0" fmla="*/ 0 w 10138"/>
              <a:gd name="T1" fmla="*/ 0 h 1685"/>
              <a:gd name="T2" fmla="*/ 10137 w 10138"/>
              <a:gd name="T3" fmla="*/ 0 h 1685"/>
              <a:gd name="T4" fmla="*/ 10137 w 10138"/>
              <a:gd name="T5" fmla="*/ 1684 h 1685"/>
              <a:gd name="T6" fmla="*/ 0 w 10138"/>
              <a:gd name="T7" fmla="*/ 1684 h 1685"/>
              <a:gd name="T8" fmla="*/ 0 w 10138"/>
              <a:gd name="T9" fmla="*/ 0 h 16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138" h="1685">
                <a:moveTo>
                  <a:pt x="0" y="0"/>
                </a:moveTo>
                <a:lnTo>
                  <a:pt x="10137" y="0"/>
                </a:lnTo>
                <a:lnTo>
                  <a:pt x="10137" y="1684"/>
                </a:lnTo>
                <a:lnTo>
                  <a:pt x="0" y="1684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50000"/>
            </a:srgbClr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46" name="Text Box 50">
            <a:extLst>
              <a:ext uri="{FF2B5EF4-FFF2-40B4-BE49-F238E27FC236}">
                <a16:creationId xmlns:a16="http://schemas.microsoft.com/office/drawing/2014/main" id="{1C6D4D09-6E2B-7DF5-EF4F-C589423BD6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2641263"/>
            <a:ext cx="2913062" cy="906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Next step</a:t>
            </a:r>
          </a:p>
        </p:txBody>
      </p:sp>
      <p:sp>
        <p:nvSpPr>
          <p:cNvPr id="4147" name="Text Box 51">
            <a:extLst>
              <a:ext uri="{FF2B5EF4-FFF2-40B4-BE49-F238E27FC236}">
                <a16:creationId xmlns:a16="http://schemas.microsoft.com/office/drawing/2014/main" id="{1E0F9BC1-F431-F345-5026-98F2D9D035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1884025"/>
            <a:ext cx="2913062" cy="906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Prediction year 2</a:t>
            </a:r>
          </a:p>
        </p:txBody>
      </p:sp>
      <p:sp>
        <p:nvSpPr>
          <p:cNvPr id="4148" name="Text Box 52">
            <a:extLst>
              <a:ext uri="{FF2B5EF4-FFF2-40B4-BE49-F238E27FC236}">
                <a16:creationId xmlns:a16="http://schemas.microsoft.com/office/drawing/2014/main" id="{4ED174A9-049F-F7DF-7925-DC47BE625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11101388"/>
            <a:ext cx="2913062" cy="906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Prediction year 1</a:t>
            </a:r>
          </a:p>
        </p:txBody>
      </p:sp>
      <p:sp>
        <p:nvSpPr>
          <p:cNvPr id="4149" name="Text Box 53">
            <a:extLst>
              <a:ext uri="{FF2B5EF4-FFF2-40B4-BE49-F238E27FC236}">
                <a16:creationId xmlns:a16="http://schemas.microsoft.com/office/drawing/2014/main" id="{6B430F35-95EF-C684-1BE9-9E5F077683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1313" y="9615488"/>
            <a:ext cx="2913062" cy="906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4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End of contract</a:t>
            </a:r>
          </a:p>
        </p:txBody>
      </p:sp>
      <p:sp>
        <p:nvSpPr>
          <p:cNvPr id="4150" name="Freeform 54">
            <a:extLst>
              <a:ext uri="{FF2B5EF4-FFF2-40B4-BE49-F238E27FC236}">
                <a16:creationId xmlns:a16="http://schemas.microsoft.com/office/drawing/2014/main" id="{6E65AA1D-2E93-34C1-557D-BD680694F8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33263" y="4484688"/>
            <a:ext cx="3981450" cy="3838575"/>
          </a:xfrm>
          <a:custGeom>
            <a:avLst/>
            <a:gdLst>
              <a:gd name="T0" fmla="*/ 0 w 11058"/>
              <a:gd name="T1" fmla="*/ 0 h 10662"/>
              <a:gd name="T2" fmla="*/ 11057 w 11058"/>
              <a:gd name="T3" fmla="*/ 0 h 10662"/>
              <a:gd name="T4" fmla="*/ 11057 w 11058"/>
              <a:gd name="T5" fmla="*/ 10661 h 10662"/>
              <a:gd name="T6" fmla="*/ 0 w 11058"/>
              <a:gd name="T7" fmla="*/ 10661 h 10662"/>
              <a:gd name="T8" fmla="*/ 0 w 11058"/>
              <a:gd name="T9" fmla="*/ 0 h 106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1058" h="10662">
                <a:moveTo>
                  <a:pt x="0" y="0"/>
                </a:moveTo>
                <a:lnTo>
                  <a:pt x="11057" y="0"/>
                </a:lnTo>
                <a:lnTo>
                  <a:pt x="11057" y="10661"/>
                </a:lnTo>
                <a:lnTo>
                  <a:pt x="0" y="10661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25560" cap="flat">
            <a:solidFill>
              <a:srgbClr val="AF8B30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51" name="Text Box 55">
            <a:extLst>
              <a:ext uri="{FF2B5EF4-FFF2-40B4-BE49-F238E27FC236}">
                <a16:creationId xmlns:a16="http://schemas.microsoft.com/office/drawing/2014/main" id="{65BC29A6-E4D2-A414-C9D4-92F2F6BAB4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15825" y="4521200"/>
            <a:ext cx="2754313" cy="971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>
              <a:lnSpc>
                <a:spcPts val="3463"/>
              </a:lnSpc>
            </a:pPr>
            <a:r>
              <a:rPr lang="en-US" altLang="LID4096" sz="2400" b="1">
                <a:latin typeface="AvenirNextCondensed-Bold" charset="0"/>
                <a:cs typeface="AvenirNextCondensed-Bold" charset="0"/>
              </a:rPr>
              <a:t>PLAYER AVAILABILITY</a:t>
            </a:r>
          </a:p>
        </p:txBody>
      </p:sp>
      <p:pic>
        <p:nvPicPr>
          <p:cNvPr id="4152" name="Picture 56">
            <a:extLst>
              <a:ext uri="{FF2B5EF4-FFF2-40B4-BE49-F238E27FC236}">
                <a16:creationId xmlns:a16="http://schemas.microsoft.com/office/drawing/2014/main" id="{A57EFB3E-92FC-9927-2682-4A5F27BDB4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4552950" y="9494838"/>
            <a:ext cx="2509838" cy="3792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153" name="Freeform 57">
            <a:extLst>
              <a:ext uri="{FF2B5EF4-FFF2-40B4-BE49-F238E27FC236}">
                <a16:creationId xmlns:a16="http://schemas.microsoft.com/office/drawing/2014/main" id="{F6071272-08BD-B8B9-CE0D-E0DBE19113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6900" y="9340850"/>
            <a:ext cx="2809875" cy="4048125"/>
          </a:xfrm>
          <a:custGeom>
            <a:avLst/>
            <a:gdLst>
              <a:gd name="T0" fmla="*/ 0 w 7804"/>
              <a:gd name="T1" fmla="*/ 0 h 11246"/>
              <a:gd name="T2" fmla="*/ 7803 w 7804"/>
              <a:gd name="T3" fmla="*/ 0 h 11246"/>
              <a:gd name="T4" fmla="*/ 7803 w 7804"/>
              <a:gd name="T5" fmla="*/ 11245 h 11246"/>
              <a:gd name="T6" fmla="*/ 0 w 7804"/>
              <a:gd name="T7" fmla="*/ 11245 h 11246"/>
              <a:gd name="T8" fmla="*/ 0 w 7804"/>
              <a:gd name="T9" fmla="*/ 0 h 112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7804" h="11246">
                <a:moveTo>
                  <a:pt x="0" y="0"/>
                </a:moveTo>
                <a:lnTo>
                  <a:pt x="7803" y="0"/>
                </a:lnTo>
                <a:lnTo>
                  <a:pt x="7803" y="11245"/>
                </a:lnTo>
                <a:lnTo>
                  <a:pt x="0" y="11245"/>
                </a:lnTo>
                <a:lnTo>
                  <a:pt x="0" y="0"/>
                </a:lnTo>
              </a:path>
            </a:pathLst>
          </a:custGeom>
          <a:noFill/>
          <a:ln w="19080" cap="flat">
            <a:solidFill>
              <a:srgbClr val="FFFF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4154" name="Text Box 58">
            <a:extLst>
              <a:ext uri="{FF2B5EF4-FFF2-40B4-BE49-F238E27FC236}">
                <a16:creationId xmlns:a16="http://schemas.microsoft.com/office/drawing/2014/main" id="{6E763A62-B55D-1369-1023-A1633562EA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400" y="9496425"/>
            <a:ext cx="2754313" cy="971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>
              <a:lnSpc>
                <a:spcPts val="3463"/>
              </a:lnSpc>
            </a:pPr>
            <a:r>
              <a:rPr lang="en-US" altLang="LID4096" sz="2400" b="1">
                <a:latin typeface="AvenirNextCondensed-Bold" charset="0"/>
                <a:cs typeface="AvenirNextCondensed-Bold" charset="0"/>
              </a:rPr>
              <a:t>PLAYERS PROFILE</a:t>
            </a:r>
          </a:p>
        </p:txBody>
      </p:sp>
      <p:sp>
        <p:nvSpPr>
          <p:cNvPr id="4155" name="Text Box 59">
            <a:extLst>
              <a:ext uri="{FF2B5EF4-FFF2-40B4-BE49-F238E27FC236}">
                <a16:creationId xmlns:a16="http://schemas.microsoft.com/office/drawing/2014/main" id="{7A4E52F9-D397-AC49-AD5E-FEECDCC51D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525" y="11553825"/>
            <a:ext cx="2152650" cy="209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6336" rIns="90000" bIns="45000"/>
          <a:lstStyle>
            <a:lvl1pPr marL="315913" indent="-315913"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400">
                <a:solidFill>
                  <a:srgbClr val="FFFFFF"/>
                </a:solidFill>
                <a:latin typeface="AvenirNextCondensed-Regular" charset="0"/>
                <a:cs typeface="AvenirNextCondensed-Regular" charset="0"/>
              </a:rPr>
              <a:t>Total Distance: </a:t>
            </a:r>
          </a:p>
          <a:p>
            <a:pPr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400">
                <a:solidFill>
                  <a:srgbClr val="FFFFFF"/>
                </a:solidFill>
                <a:latin typeface="AvenirNextCondensed-Regular" charset="0"/>
                <a:cs typeface="AvenirNextCondensed-Regular" charset="0"/>
              </a:rPr>
              <a:t>HI-runs:</a:t>
            </a:r>
          </a:p>
          <a:p>
            <a:pPr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400">
                <a:solidFill>
                  <a:srgbClr val="FFFFFF"/>
                </a:solidFill>
                <a:latin typeface="AvenirNextCondensed-Regular" charset="0"/>
                <a:cs typeface="AvenirNextCondensed-Regular" charset="0"/>
              </a:rPr>
              <a:t>Sprints:</a:t>
            </a:r>
          </a:p>
          <a:p>
            <a:pPr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400">
                <a:solidFill>
                  <a:srgbClr val="FFFFFF"/>
                </a:solidFill>
                <a:latin typeface="AvenirNextCondensed-Regular" charset="0"/>
                <a:cs typeface="AvenirNextCondensed-Regular" charset="0"/>
              </a:rPr>
              <a:t>Top speed:</a:t>
            </a:r>
          </a:p>
        </p:txBody>
      </p:sp>
      <p:sp>
        <p:nvSpPr>
          <p:cNvPr id="4156" name="Rectangle 60">
            <a:extLst>
              <a:ext uri="{FF2B5EF4-FFF2-40B4-BE49-F238E27FC236}">
                <a16:creationId xmlns:a16="http://schemas.microsoft.com/office/drawing/2014/main" id="{152E9F67-0546-97D3-C2CD-B00482EC741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4157" name="Rectangle 61">
            <a:extLst>
              <a:ext uri="{FF2B5EF4-FFF2-40B4-BE49-F238E27FC236}">
                <a16:creationId xmlns:a16="http://schemas.microsoft.com/office/drawing/2014/main" id="{37C1A242-5F9E-113B-B86F-865EA6BF490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1" name="Picture 1">
            <a:extLst>
              <a:ext uri="{FF2B5EF4-FFF2-40B4-BE49-F238E27FC236}">
                <a16:creationId xmlns:a16="http://schemas.microsoft.com/office/drawing/2014/main" id="{CBCBE061-6224-EC8D-4E0E-2A41759E1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925" y="215900"/>
            <a:ext cx="13520738" cy="13620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5122" name="Rectangle 2">
            <a:extLst>
              <a:ext uri="{FF2B5EF4-FFF2-40B4-BE49-F238E27FC236}">
                <a16:creationId xmlns:a16="http://schemas.microsoft.com/office/drawing/2014/main" id="{DF3B7874-3C50-92B9-366E-6D043D1C74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B34229FB-82C4-0B74-7DD5-6A1177EA342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5" name="Picture 1">
            <a:extLst>
              <a:ext uri="{FF2B5EF4-FFF2-40B4-BE49-F238E27FC236}">
                <a16:creationId xmlns:a16="http://schemas.microsoft.com/office/drawing/2014/main" id="{E366E3B7-9DBF-87F0-FBE8-9F9FF24394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6146" name="Freeform 2">
            <a:extLst>
              <a:ext uri="{FF2B5EF4-FFF2-40B4-BE49-F238E27FC236}">
                <a16:creationId xmlns:a16="http://schemas.microsoft.com/office/drawing/2014/main" id="{081BF696-186C-78ED-E60B-2866CFCC7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76200" y="-134938"/>
            <a:ext cx="24537988" cy="1284288"/>
          </a:xfrm>
          <a:custGeom>
            <a:avLst/>
            <a:gdLst>
              <a:gd name="T0" fmla="*/ 0 w 68159"/>
              <a:gd name="T1" fmla="*/ 0 h 3566"/>
              <a:gd name="T2" fmla="*/ 2622 w 68159"/>
              <a:gd name="T3" fmla="*/ 0 h 3566"/>
              <a:gd name="T4" fmla="*/ 2622 w 68159"/>
              <a:gd name="T5" fmla="*/ 3565 h 3566"/>
              <a:gd name="T6" fmla="*/ 0 w 68159"/>
              <a:gd name="T7" fmla="*/ 3565 h 3566"/>
              <a:gd name="T8" fmla="*/ 0 w 68159"/>
              <a:gd name="T9" fmla="*/ 0 h 35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8159" h="3566">
                <a:moveTo>
                  <a:pt x="0" y="0"/>
                </a:moveTo>
                <a:lnTo>
                  <a:pt x="2622" y="0"/>
                </a:lnTo>
                <a:lnTo>
                  <a:pt x="2622" y="3565"/>
                </a:lnTo>
                <a:lnTo>
                  <a:pt x="0" y="3565"/>
                </a:lnTo>
                <a:lnTo>
                  <a:pt x="0" y="0"/>
                </a:lnTo>
              </a:path>
            </a:pathLst>
          </a:custGeom>
          <a:solidFill>
            <a:srgbClr val="163783">
              <a:alpha val="48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47" name="Line 3">
            <a:extLst>
              <a:ext uri="{FF2B5EF4-FFF2-40B4-BE49-F238E27FC236}">
                <a16:creationId xmlns:a16="http://schemas.microsoft.com/office/drawing/2014/main" id="{11AAA7E1-CCBD-DDE0-AAE6-4CA865EDE77C}"/>
              </a:ext>
            </a:extLst>
          </p:cNvPr>
          <p:cNvSpPr>
            <a:spLocks noChangeShapeType="1"/>
          </p:cNvSpPr>
          <p:nvPr/>
        </p:nvSpPr>
        <p:spPr bwMode="auto">
          <a:xfrm>
            <a:off x="-257175" y="1168400"/>
            <a:ext cx="24899938" cy="1588"/>
          </a:xfrm>
          <a:prstGeom prst="line">
            <a:avLst/>
          </a:prstGeom>
          <a:noFill/>
          <a:ln w="10152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6148" name="Line 4">
            <a:extLst>
              <a:ext uri="{FF2B5EF4-FFF2-40B4-BE49-F238E27FC236}">
                <a16:creationId xmlns:a16="http://schemas.microsoft.com/office/drawing/2014/main" id="{DCEBC915-C75E-0C05-CC2E-03989122A8E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09675" y="5089525"/>
            <a:ext cx="15568613" cy="1588"/>
          </a:xfrm>
          <a:prstGeom prst="line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pic>
        <p:nvPicPr>
          <p:cNvPr id="6149" name="Picture 5">
            <a:extLst>
              <a:ext uri="{FF2B5EF4-FFF2-40B4-BE49-F238E27FC236}">
                <a16:creationId xmlns:a16="http://schemas.microsoft.com/office/drawing/2014/main" id="{0DA14DDE-057C-CB33-C5C7-303679A9C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330200"/>
            <a:ext cx="1673225" cy="1673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6150" name="Freeform 6">
            <a:extLst>
              <a:ext uri="{FF2B5EF4-FFF2-40B4-BE49-F238E27FC236}">
                <a16:creationId xmlns:a16="http://schemas.microsoft.com/office/drawing/2014/main" id="{362D7C40-DB68-E6FC-48FB-2013B1EA6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00" y="3340100"/>
            <a:ext cx="4425950" cy="1058863"/>
          </a:xfrm>
          <a:custGeom>
            <a:avLst/>
            <a:gdLst>
              <a:gd name="T0" fmla="*/ 0 w 12295"/>
              <a:gd name="T1" fmla="*/ 0 h 2942"/>
              <a:gd name="T2" fmla="*/ 12294 w 12295"/>
              <a:gd name="T3" fmla="*/ 0 h 2942"/>
              <a:gd name="T4" fmla="*/ 12294 w 12295"/>
              <a:gd name="T5" fmla="*/ 2941 h 2942"/>
              <a:gd name="T6" fmla="*/ 0 w 12295"/>
              <a:gd name="T7" fmla="*/ 2941 h 2942"/>
              <a:gd name="T8" fmla="*/ 0 w 12295"/>
              <a:gd name="T9" fmla="*/ 0 h 29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295" h="2942">
                <a:moveTo>
                  <a:pt x="0" y="0"/>
                </a:moveTo>
                <a:lnTo>
                  <a:pt x="12294" y="0"/>
                </a:lnTo>
                <a:lnTo>
                  <a:pt x="12294" y="2941"/>
                </a:lnTo>
                <a:lnTo>
                  <a:pt x="0" y="2941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25560" cap="flat">
            <a:solidFill>
              <a:srgbClr val="FFFFFF"/>
            </a:solidFill>
            <a:miter lim="800000"/>
            <a:headEnd/>
            <a:tailEnd/>
          </a:ln>
          <a:effectLst>
            <a:outerShdw dist="54153" dir="2148201" algn="ctr" rotWithShape="0">
              <a:srgbClr val="000000">
                <a:alpha val="80011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51" name="Text Box 7">
            <a:extLst>
              <a:ext uri="{FF2B5EF4-FFF2-40B4-BE49-F238E27FC236}">
                <a16:creationId xmlns:a16="http://schemas.microsoft.com/office/drawing/2014/main" id="{A15FEB0F-DD66-FB5C-DB24-5EA74BF03A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82863" y="3613150"/>
            <a:ext cx="4481512" cy="512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76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3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VOETBAL</a:t>
            </a:r>
          </a:p>
        </p:txBody>
      </p:sp>
      <p:sp>
        <p:nvSpPr>
          <p:cNvPr id="6152" name="Freeform 8">
            <a:extLst>
              <a:ext uri="{FF2B5EF4-FFF2-40B4-BE49-F238E27FC236}">
                <a16:creationId xmlns:a16="http://schemas.microsoft.com/office/drawing/2014/main" id="{2EF3D926-8B26-8376-1DAD-C349DD25A6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1888" y="3340100"/>
            <a:ext cx="4425950" cy="1058863"/>
          </a:xfrm>
          <a:custGeom>
            <a:avLst/>
            <a:gdLst>
              <a:gd name="T0" fmla="*/ 0 w 12295"/>
              <a:gd name="T1" fmla="*/ 0 h 2942"/>
              <a:gd name="T2" fmla="*/ 12294 w 12295"/>
              <a:gd name="T3" fmla="*/ 0 h 2942"/>
              <a:gd name="T4" fmla="*/ 12294 w 12295"/>
              <a:gd name="T5" fmla="*/ 2941 h 2942"/>
              <a:gd name="T6" fmla="*/ 0 w 12295"/>
              <a:gd name="T7" fmla="*/ 2941 h 2942"/>
              <a:gd name="T8" fmla="*/ 0 w 12295"/>
              <a:gd name="T9" fmla="*/ 0 h 29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295" h="2942">
                <a:moveTo>
                  <a:pt x="0" y="0"/>
                </a:moveTo>
                <a:lnTo>
                  <a:pt x="12294" y="0"/>
                </a:lnTo>
                <a:lnTo>
                  <a:pt x="12294" y="2941"/>
                </a:lnTo>
                <a:lnTo>
                  <a:pt x="0" y="2941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25560" cap="flat">
            <a:solidFill>
              <a:srgbClr val="FFFFFF"/>
            </a:solidFill>
            <a:miter lim="800000"/>
            <a:headEnd/>
            <a:tailEnd/>
          </a:ln>
          <a:effectLst>
            <a:outerShdw dist="54153" dir="2148201" algn="ctr" rotWithShape="0">
              <a:srgbClr val="000000">
                <a:alpha val="80011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53" name="Freeform 9">
            <a:extLst>
              <a:ext uri="{FF2B5EF4-FFF2-40B4-BE49-F238E27FC236}">
                <a16:creationId xmlns:a16="http://schemas.microsoft.com/office/drawing/2014/main" id="{DB95FD67-E40D-6597-1119-8AED11A463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93613" y="3340100"/>
            <a:ext cx="4425950" cy="1058863"/>
          </a:xfrm>
          <a:custGeom>
            <a:avLst/>
            <a:gdLst>
              <a:gd name="T0" fmla="*/ 0 w 12295"/>
              <a:gd name="T1" fmla="*/ 0 h 2942"/>
              <a:gd name="T2" fmla="*/ 12294 w 12295"/>
              <a:gd name="T3" fmla="*/ 0 h 2942"/>
              <a:gd name="T4" fmla="*/ 12294 w 12295"/>
              <a:gd name="T5" fmla="*/ 2941 h 2942"/>
              <a:gd name="T6" fmla="*/ 0 w 12295"/>
              <a:gd name="T7" fmla="*/ 2941 h 2942"/>
              <a:gd name="T8" fmla="*/ 0 w 12295"/>
              <a:gd name="T9" fmla="*/ 0 h 29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295" h="2942">
                <a:moveTo>
                  <a:pt x="0" y="0"/>
                </a:moveTo>
                <a:lnTo>
                  <a:pt x="12294" y="0"/>
                </a:lnTo>
                <a:lnTo>
                  <a:pt x="12294" y="2941"/>
                </a:lnTo>
                <a:lnTo>
                  <a:pt x="0" y="2941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25560" cap="flat">
            <a:solidFill>
              <a:srgbClr val="FFFFFF"/>
            </a:solidFill>
            <a:miter lim="800000"/>
            <a:headEnd/>
            <a:tailEnd/>
          </a:ln>
          <a:effectLst>
            <a:outerShdw dist="54153" dir="2148201" algn="ctr" rotWithShape="0">
              <a:srgbClr val="000000">
                <a:alpha val="80011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grpSp>
        <p:nvGrpSpPr>
          <p:cNvPr id="6154" name="Group 10">
            <a:extLst>
              <a:ext uri="{FF2B5EF4-FFF2-40B4-BE49-F238E27FC236}">
                <a16:creationId xmlns:a16="http://schemas.microsoft.com/office/drawing/2014/main" id="{C02E8E34-EEBB-D3FD-2FA3-74855B2C64A1}"/>
              </a:ext>
            </a:extLst>
          </p:cNvPr>
          <p:cNvGrpSpPr>
            <a:grpSpLocks/>
          </p:cNvGrpSpPr>
          <p:nvPr/>
        </p:nvGrpSpPr>
        <p:grpSpPr bwMode="auto">
          <a:xfrm>
            <a:off x="18383250" y="3832225"/>
            <a:ext cx="4745038" cy="7151688"/>
            <a:chOff x="11580" y="2414"/>
            <a:chExt cx="2989" cy="4505"/>
          </a:xfrm>
        </p:grpSpPr>
        <p:sp>
          <p:nvSpPr>
            <p:cNvPr id="6155" name="Freeform 11">
              <a:extLst>
                <a:ext uri="{FF2B5EF4-FFF2-40B4-BE49-F238E27FC236}">
                  <a16:creationId xmlns:a16="http://schemas.microsoft.com/office/drawing/2014/main" id="{116014FF-5889-9EB2-8624-430061AE29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80" y="2414"/>
              <a:ext cx="2989" cy="4506"/>
            </a:xfrm>
            <a:custGeom>
              <a:avLst/>
              <a:gdLst>
                <a:gd name="T0" fmla="*/ 11828 w 13187"/>
                <a:gd name="T1" fmla="*/ 0 h 19873"/>
                <a:gd name="T2" fmla="*/ 13186 w 13187"/>
                <a:gd name="T3" fmla="*/ 1358 h 19873"/>
                <a:gd name="T4" fmla="*/ 13186 w 13187"/>
                <a:gd name="T5" fmla="*/ 18514 h 19873"/>
                <a:gd name="T6" fmla="*/ 11828 w 13187"/>
                <a:gd name="T7" fmla="*/ 19872 h 19873"/>
                <a:gd name="T8" fmla="*/ 1358 w 13187"/>
                <a:gd name="T9" fmla="*/ 19872 h 19873"/>
                <a:gd name="T10" fmla="*/ 0 w 13187"/>
                <a:gd name="T11" fmla="*/ 18514 h 19873"/>
                <a:gd name="T12" fmla="*/ 0 w 13187"/>
                <a:gd name="T13" fmla="*/ 1358 h 19873"/>
                <a:gd name="T14" fmla="*/ 1358 w 13187"/>
                <a:gd name="T15" fmla="*/ 0 h 19873"/>
                <a:gd name="T16" fmla="*/ 11828 w 13187"/>
                <a:gd name="T17" fmla="*/ 0 h 198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3187" h="19873">
                  <a:moveTo>
                    <a:pt x="11828" y="0"/>
                  </a:moveTo>
                  <a:cubicBezTo>
                    <a:pt x="12733" y="0"/>
                    <a:pt x="13186" y="453"/>
                    <a:pt x="13186" y="1358"/>
                  </a:cubicBezTo>
                  <a:lnTo>
                    <a:pt x="13186" y="18514"/>
                  </a:lnTo>
                  <a:cubicBezTo>
                    <a:pt x="13186" y="19419"/>
                    <a:pt x="12733" y="19872"/>
                    <a:pt x="11828" y="19872"/>
                  </a:cubicBezTo>
                  <a:lnTo>
                    <a:pt x="1358" y="19872"/>
                  </a:lnTo>
                  <a:cubicBezTo>
                    <a:pt x="453" y="19872"/>
                    <a:pt x="0" y="19419"/>
                    <a:pt x="0" y="18514"/>
                  </a:cubicBezTo>
                  <a:lnTo>
                    <a:pt x="0" y="1358"/>
                  </a:lnTo>
                  <a:cubicBezTo>
                    <a:pt x="0" y="453"/>
                    <a:pt x="453" y="0"/>
                    <a:pt x="1358" y="0"/>
                  </a:cubicBezTo>
                  <a:lnTo>
                    <a:pt x="11828" y="0"/>
                  </a:lnTo>
                </a:path>
              </a:pathLst>
            </a:custGeom>
            <a:solidFill>
              <a:srgbClr val="FFFFFE"/>
            </a:solidFill>
            <a:ln w="50760" cap="flat">
              <a:solidFill>
                <a:srgbClr val="163783"/>
              </a:solidFill>
              <a:miter lim="800000"/>
              <a:headEnd/>
              <a:tailEnd/>
            </a:ln>
            <a:effectLst>
              <a:outerShdw dist="147960" dir="5400000" algn="ctr" rotWithShape="0">
                <a:srgbClr val="000000">
                  <a:alpha val="50027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pic>
          <p:nvPicPr>
            <p:cNvPr id="6156" name="Picture 12">
              <a:extLst>
                <a:ext uri="{FF2B5EF4-FFF2-40B4-BE49-F238E27FC236}">
                  <a16:creationId xmlns:a16="http://schemas.microsoft.com/office/drawing/2014/main" id="{0C4485C5-6068-25F5-6D6C-68ECC9ECC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0800000">
              <a:off x="11669" y="2588"/>
              <a:ext cx="2811" cy="4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blipFill dpi="0" rotWithShape="0">
                    <a:blip/>
                    <a:srcRect/>
                    <a:stretch>
                      <a:fillRect/>
                    </a:stretch>
                  </a:blip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</p:pic>
      </p:grpSp>
      <p:sp>
        <p:nvSpPr>
          <p:cNvPr id="6157" name="Freeform 13">
            <a:extLst>
              <a:ext uri="{FF2B5EF4-FFF2-40B4-BE49-F238E27FC236}">
                <a16:creationId xmlns:a16="http://schemas.microsoft.com/office/drawing/2014/main" id="{234D01ED-7474-A3DF-B86D-2CCABDC8E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5413" y="5924550"/>
            <a:ext cx="4443412" cy="881063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58" name="Freeform 14">
            <a:extLst>
              <a:ext uri="{FF2B5EF4-FFF2-40B4-BE49-F238E27FC236}">
                <a16:creationId xmlns:a16="http://schemas.microsoft.com/office/drawing/2014/main" id="{4D466FB1-A938-4804-CC5C-2ED9B0267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5413" y="6988175"/>
            <a:ext cx="4443412" cy="881063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59" name="Freeform 15">
            <a:extLst>
              <a:ext uri="{FF2B5EF4-FFF2-40B4-BE49-F238E27FC236}">
                <a16:creationId xmlns:a16="http://schemas.microsoft.com/office/drawing/2014/main" id="{FB926C73-F3EE-D877-975B-08DE7E15D3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5413" y="9725025"/>
            <a:ext cx="4443412" cy="881063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60" name="Freeform 16">
            <a:extLst>
              <a:ext uri="{FF2B5EF4-FFF2-40B4-BE49-F238E27FC236}">
                <a16:creationId xmlns:a16="http://schemas.microsoft.com/office/drawing/2014/main" id="{CF21334E-8876-0E3C-45B4-3A70C2723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5413" y="10787063"/>
            <a:ext cx="4443412" cy="881062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61" name="Line 17">
            <a:extLst>
              <a:ext uri="{FF2B5EF4-FFF2-40B4-BE49-F238E27FC236}">
                <a16:creationId xmlns:a16="http://schemas.microsoft.com/office/drawing/2014/main" id="{222B2CFB-EB82-C090-0357-CBC65159D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8809038"/>
            <a:ext cx="15568613" cy="1587"/>
          </a:xfrm>
          <a:prstGeom prst="line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6162" name="Freeform 18">
            <a:extLst>
              <a:ext uri="{FF2B5EF4-FFF2-40B4-BE49-F238E27FC236}">
                <a16:creationId xmlns:a16="http://schemas.microsoft.com/office/drawing/2014/main" id="{B2253D8B-02C8-5061-F497-3712BF5B83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3325" y="5924550"/>
            <a:ext cx="4443413" cy="881063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63" name="Freeform 19">
            <a:extLst>
              <a:ext uri="{FF2B5EF4-FFF2-40B4-BE49-F238E27FC236}">
                <a16:creationId xmlns:a16="http://schemas.microsoft.com/office/drawing/2014/main" id="{5C90338A-E011-F102-B7A3-E2134FCC5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3325" y="6988175"/>
            <a:ext cx="4443413" cy="881063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64" name="Freeform 20">
            <a:extLst>
              <a:ext uri="{FF2B5EF4-FFF2-40B4-BE49-F238E27FC236}">
                <a16:creationId xmlns:a16="http://schemas.microsoft.com/office/drawing/2014/main" id="{22C9D79B-13C7-3C00-4FC0-BD965911E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3325" y="9725025"/>
            <a:ext cx="4443413" cy="881063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65" name="Freeform 21">
            <a:extLst>
              <a:ext uri="{FF2B5EF4-FFF2-40B4-BE49-F238E27FC236}">
                <a16:creationId xmlns:a16="http://schemas.microsoft.com/office/drawing/2014/main" id="{9E2F3B6D-1C96-8380-565B-672F86601B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3325" y="10787063"/>
            <a:ext cx="4443413" cy="881062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66" name="Freeform 22">
            <a:extLst>
              <a:ext uri="{FF2B5EF4-FFF2-40B4-BE49-F238E27FC236}">
                <a16:creationId xmlns:a16="http://schemas.microsoft.com/office/drawing/2014/main" id="{C173CFC6-409C-85B9-7A88-00BD267E6A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5675" y="5924550"/>
            <a:ext cx="4443413" cy="881063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67" name="Freeform 23">
            <a:extLst>
              <a:ext uri="{FF2B5EF4-FFF2-40B4-BE49-F238E27FC236}">
                <a16:creationId xmlns:a16="http://schemas.microsoft.com/office/drawing/2014/main" id="{60EBC423-9BDB-934D-66D3-B1E601C68E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5675" y="6988175"/>
            <a:ext cx="4443413" cy="881063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68" name="Freeform 24">
            <a:extLst>
              <a:ext uri="{FF2B5EF4-FFF2-40B4-BE49-F238E27FC236}">
                <a16:creationId xmlns:a16="http://schemas.microsoft.com/office/drawing/2014/main" id="{70F8A548-0438-96B3-F7DA-D0923F89CA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5675" y="9725025"/>
            <a:ext cx="4443413" cy="881063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69" name="Freeform 25">
            <a:extLst>
              <a:ext uri="{FF2B5EF4-FFF2-40B4-BE49-F238E27FC236}">
                <a16:creationId xmlns:a16="http://schemas.microsoft.com/office/drawing/2014/main" id="{4B4E299D-8A49-CA44-7771-7838B1AFB9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5675" y="10787063"/>
            <a:ext cx="4443413" cy="881062"/>
          </a:xfrm>
          <a:custGeom>
            <a:avLst/>
            <a:gdLst>
              <a:gd name="T0" fmla="*/ 0 w 12344"/>
              <a:gd name="T1" fmla="*/ 0 h 2447"/>
              <a:gd name="T2" fmla="*/ 12343 w 12344"/>
              <a:gd name="T3" fmla="*/ 0 h 2447"/>
              <a:gd name="T4" fmla="*/ 12343 w 12344"/>
              <a:gd name="T5" fmla="*/ 2446 h 2447"/>
              <a:gd name="T6" fmla="*/ 0 w 12344"/>
              <a:gd name="T7" fmla="*/ 2446 h 2447"/>
              <a:gd name="T8" fmla="*/ 0 w 12344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344" h="2447">
                <a:moveTo>
                  <a:pt x="0" y="0"/>
                </a:moveTo>
                <a:lnTo>
                  <a:pt x="12343" y="0"/>
                </a:lnTo>
                <a:lnTo>
                  <a:pt x="12343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971BA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dist="25560" dir="5400000" algn="ctr" rotWithShape="0">
              <a:srgbClr val="000000">
                <a:alpha val="50027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70" name="Freeform 26">
            <a:extLst>
              <a:ext uri="{FF2B5EF4-FFF2-40B4-BE49-F238E27FC236}">
                <a16:creationId xmlns:a16="http://schemas.microsoft.com/office/drawing/2014/main" id="{BA009E29-5BD6-73D7-A452-B2AE88D12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4763" y="5048250"/>
            <a:ext cx="754062" cy="3771900"/>
          </a:xfrm>
          <a:custGeom>
            <a:avLst/>
            <a:gdLst>
              <a:gd name="T0" fmla="*/ 0 w 2093"/>
              <a:gd name="T1" fmla="*/ 10478 h 10479"/>
              <a:gd name="T2" fmla="*/ 0 w 2093"/>
              <a:gd name="T3" fmla="*/ 0 h 10479"/>
              <a:gd name="T4" fmla="*/ 2092 w 2093"/>
              <a:gd name="T5" fmla="*/ 0 h 10479"/>
              <a:gd name="T6" fmla="*/ 2092 w 2093"/>
              <a:gd name="T7" fmla="*/ 10478 h 10479"/>
              <a:gd name="T8" fmla="*/ 0 w 2093"/>
              <a:gd name="T9" fmla="*/ 10478 h 104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3" h="10479">
                <a:moveTo>
                  <a:pt x="0" y="10478"/>
                </a:moveTo>
                <a:lnTo>
                  <a:pt x="0" y="0"/>
                </a:lnTo>
                <a:lnTo>
                  <a:pt x="2092" y="0"/>
                </a:lnTo>
                <a:lnTo>
                  <a:pt x="2092" y="10478"/>
                </a:lnTo>
                <a:lnTo>
                  <a:pt x="0" y="10478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71" name="Text Box 27">
            <a:extLst>
              <a:ext uri="{FF2B5EF4-FFF2-40B4-BE49-F238E27FC236}">
                <a16:creationId xmlns:a16="http://schemas.microsoft.com/office/drawing/2014/main" id="{C2CF6AD5-F377-810D-62CC-9A4D8D6925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763" y="8820150"/>
            <a:ext cx="752475" cy="1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5894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4600" b="1">
                <a:solidFill>
                  <a:srgbClr val="163783"/>
                </a:solidFill>
                <a:latin typeface="AvenirNextCondensed-Bold" charset="0"/>
                <a:cs typeface="AvenirNextCondensed-Bold" charset="0"/>
              </a:rPr>
              <a:t>BEHOEFTEN</a:t>
            </a:r>
          </a:p>
        </p:txBody>
      </p:sp>
      <p:sp>
        <p:nvSpPr>
          <p:cNvPr id="6172" name="Freeform 28">
            <a:extLst>
              <a:ext uri="{FF2B5EF4-FFF2-40B4-BE49-F238E27FC236}">
                <a16:creationId xmlns:a16="http://schemas.microsoft.com/office/drawing/2014/main" id="{1D4A954E-5C2F-C901-EDC9-8F6EEC370D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74763" y="8797925"/>
            <a:ext cx="754062" cy="3778250"/>
          </a:xfrm>
          <a:custGeom>
            <a:avLst/>
            <a:gdLst>
              <a:gd name="T0" fmla="*/ 0 w 2093"/>
              <a:gd name="T1" fmla="*/ 10493 h 10494"/>
              <a:gd name="T2" fmla="*/ 0 w 2093"/>
              <a:gd name="T3" fmla="*/ 0 h 10494"/>
              <a:gd name="T4" fmla="*/ 2092 w 2093"/>
              <a:gd name="T5" fmla="*/ 0 h 10494"/>
              <a:gd name="T6" fmla="*/ 2092 w 2093"/>
              <a:gd name="T7" fmla="*/ 10493 h 10494"/>
              <a:gd name="T8" fmla="*/ 0 w 2093"/>
              <a:gd name="T9" fmla="*/ 10493 h 1049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3" h="10494">
                <a:moveTo>
                  <a:pt x="0" y="10493"/>
                </a:moveTo>
                <a:lnTo>
                  <a:pt x="0" y="0"/>
                </a:lnTo>
                <a:lnTo>
                  <a:pt x="2092" y="0"/>
                </a:lnTo>
                <a:lnTo>
                  <a:pt x="2092" y="10493"/>
                </a:lnTo>
                <a:lnTo>
                  <a:pt x="0" y="10493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6173" name="Text Box 29">
            <a:extLst>
              <a:ext uri="{FF2B5EF4-FFF2-40B4-BE49-F238E27FC236}">
                <a16:creationId xmlns:a16="http://schemas.microsoft.com/office/drawing/2014/main" id="{2ABB5267-E658-49C7-3A15-987C67BF07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763" y="12574588"/>
            <a:ext cx="752475" cy="1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5894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4600" b="1">
                <a:solidFill>
                  <a:srgbClr val="163783"/>
                </a:solidFill>
                <a:latin typeface="AvenirNextCondensed-Bold" charset="0"/>
                <a:cs typeface="AvenirNextCondensed-Bold" charset="0"/>
              </a:rPr>
              <a:t>VOORKEUR</a:t>
            </a:r>
          </a:p>
        </p:txBody>
      </p:sp>
      <p:sp>
        <p:nvSpPr>
          <p:cNvPr id="6174" name="Text Box 30">
            <a:extLst>
              <a:ext uri="{FF2B5EF4-FFF2-40B4-BE49-F238E27FC236}">
                <a16:creationId xmlns:a16="http://schemas.microsoft.com/office/drawing/2014/main" id="{4C644297-3D90-B4F8-E6D9-7E09885DA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88238" y="3613150"/>
            <a:ext cx="4481512" cy="512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76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3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FYSIEK</a:t>
            </a:r>
          </a:p>
        </p:txBody>
      </p:sp>
      <p:sp>
        <p:nvSpPr>
          <p:cNvPr id="6175" name="Text Box 31">
            <a:extLst>
              <a:ext uri="{FF2B5EF4-FFF2-40B4-BE49-F238E27FC236}">
                <a16:creationId xmlns:a16="http://schemas.microsoft.com/office/drawing/2014/main" id="{B8BF27F9-5FA1-3367-AD59-4F03038A3E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92025" y="3613150"/>
            <a:ext cx="4481513" cy="512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76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3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PERSOONLIJKHEID</a:t>
            </a:r>
          </a:p>
        </p:txBody>
      </p:sp>
      <p:sp>
        <p:nvSpPr>
          <p:cNvPr id="6176" name="Line 32">
            <a:extLst>
              <a:ext uri="{FF2B5EF4-FFF2-40B4-BE49-F238E27FC236}">
                <a16:creationId xmlns:a16="http://schemas.microsoft.com/office/drawing/2014/main" id="{9F435757-DF19-A9C9-1E5D-60A59315E64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54125" y="12561888"/>
            <a:ext cx="15568613" cy="1587"/>
          </a:xfrm>
          <a:prstGeom prst="line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6177" name="Rectangle 33">
            <a:extLst>
              <a:ext uri="{FF2B5EF4-FFF2-40B4-BE49-F238E27FC236}">
                <a16:creationId xmlns:a16="http://schemas.microsoft.com/office/drawing/2014/main" id="{2DD2874D-7EDC-FD63-BCE8-95449B2233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6178" name="Rectangle 34">
            <a:extLst>
              <a:ext uri="{FF2B5EF4-FFF2-40B4-BE49-F238E27FC236}">
                <a16:creationId xmlns:a16="http://schemas.microsoft.com/office/drawing/2014/main" id="{2FA753B8-6E21-32E7-153C-7D3E8F7CB84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Freeform 1">
            <a:extLst>
              <a:ext uri="{FF2B5EF4-FFF2-40B4-BE49-F238E27FC236}">
                <a16:creationId xmlns:a16="http://schemas.microsoft.com/office/drawing/2014/main" id="{9BE5745D-415E-CCF1-D043-03A0755767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3917950"/>
            <a:ext cx="5840412" cy="3238500"/>
          </a:xfrm>
          <a:custGeom>
            <a:avLst/>
            <a:gdLst>
              <a:gd name="T0" fmla="*/ 0 w 16225"/>
              <a:gd name="T1" fmla="*/ 0 h 8998"/>
              <a:gd name="T2" fmla="*/ 16224 w 16225"/>
              <a:gd name="T3" fmla="*/ 0 h 8998"/>
              <a:gd name="T4" fmla="*/ 16224 w 16225"/>
              <a:gd name="T5" fmla="*/ 8997 h 8998"/>
              <a:gd name="T6" fmla="*/ 0 w 16225"/>
              <a:gd name="T7" fmla="*/ 8997 h 8998"/>
              <a:gd name="T8" fmla="*/ 0 w 16225"/>
              <a:gd name="T9" fmla="*/ 0 h 89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8998">
                <a:moveTo>
                  <a:pt x="0" y="0"/>
                </a:moveTo>
                <a:lnTo>
                  <a:pt x="16224" y="0"/>
                </a:lnTo>
                <a:lnTo>
                  <a:pt x="16224" y="8997"/>
                </a:lnTo>
                <a:lnTo>
                  <a:pt x="0" y="8997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70" name="Freeform 2">
            <a:extLst>
              <a:ext uri="{FF2B5EF4-FFF2-40B4-BE49-F238E27FC236}">
                <a16:creationId xmlns:a16="http://schemas.microsoft.com/office/drawing/2014/main" id="{EB8B1D29-E623-97DC-EE91-1DCD61B637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3917950"/>
            <a:ext cx="5840412" cy="588963"/>
          </a:xfrm>
          <a:custGeom>
            <a:avLst/>
            <a:gdLst>
              <a:gd name="T0" fmla="*/ 0 w 16225"/>
              <a:gd name="T1" fmla="*/ 0 h 1636"/>
              <a:gd name="T2" fmla="*/ 16224 w 16225"/>
              <a:gd name="T3" fmla="*/ 0 h 1636"/>
              <a:gd name="T4" fmla="*/ 16224 w 16225"/>
              <a:gd name="T5" fmla="*/ 1635 h 1636"/>
              <a:gd name="T6" fmla="*/ 0 w 16225"/>
              <a:gd name="T7" fmla="*/ 1635 h 1636"/>
              <a:gd name="T8" fmla="*/ 0 w 16225"/>
              <a:gd name="T9" fmla="*/ 0 h 1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1636">
                <a:moveTo>
                  <a:pt x="0" y="0"/>
                </a:moveTo>
                <a:lnTo>
                  <a:pt x="16224" y="0"/>
                </a:lnTo>
                <a:lnTo>
                  <a:pt x="16224" y="1635"/>
                </a:lnTo>
                <a:lnTo>
                  <a:pt x="0" y="1635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71" name="Freeform 3">
            <a:extLst>
              <a:ext uri="{FF2B5EF4-FFF2-40B4-BE49-F238E27FC236}">
                <a16:creationId xmlns:a16="http://schemas.microsoft.com/office/drawing/2014/main" id="{B1851F2D-7D87-4E04-1C3E-8DA8EE6D8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2092325"/>
            <a:ext cx="5840412" cy="1631950"/>
          </a:xfrm>
          <a:custGeom>
            <a:avLst/>
            <a:gdLst>
              <a:gd name="T0" fmla="*/ 0 w 16225"/>
              <a:gd name="T1" fmla="*/ 0 h 4535"/>
              <a:gd name="T2" fmla="*/ 16224 w 16225"/>
              <a:gd name="T3" fmla="*/ 0 h 4535"/>
              <a:gd name="T4" fmla="*/ 16224 w 16225"/>
              <a:gd name="T5" fmla="*/ 4534 h 4535"/>
              <a:gd name="T6" fmla="*/ 0 w 16225"/>
              <a:gd name="T7" fmla="*/ 4534 h 4535"/>
              <a:gd name="T8" fmla="*/ 0 w 16225"/>
              <a:gd name="T9" fmla="*/ 0 h 45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4535">
                <a:moveTo>
                  <a:pt x="0" y="0"/>
                </a:moveTo>
                <a:lnTo>
                  <a:pt x="16224" y="0"/>
                </a:lnTo>
                <a:lnTo>
                  <a:pt x="16224" y="4534"/>
                </a:lnTo>
                <a:lnTo>
                  <a:pt x="0" y="4534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72" name="Freeform 4">
            <a:extLst>
              <a:ext uri="{FF2B5EF4-FFF2-40B4-BE49-F238E27FC236}">
                <a16:creationId xmlns:a16="http://schemas.microsoft.com/office/drawing/2014/main" id="{E0991BC3-B5C6-2B9C-508A-48A458EE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1057275"/>
            <a:ext cx="5840412" cy="881063"/>
          </a:xfrm>
          <a:custGeom>
            <a:avLst/>
            <a:gdLst>
              <a:gd name="T0" fmla="*/ 0 w 16225"/>
              <a:gd name="T1" fmla="*/ 0 h 2447"/>
              <a:gd name="T2" fmla="*/ 16224 w 16225"/>
              <a:gd name="T3" fmla="*/ 0 h 2447"/>
              <a:gd name="T4" fmla="*/ 16224 w 16225"/>
              <a:gd name="T5" fmla="*/ 2446 h 2447"/>
              <a:gd name="T6" fmla="*/ 0 w 16225"/>
              <a:gd name="T7" fmla="*/ 2446 h 2447"/>
              <a:gd name="T8" fmla="*/ 0 w 16225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2447">
                <a:moveTo>
                  <a:pt x="0" y="0"/>
                </a:moveTo>
                <a:lnTo>
                  <a:pt x="16224" y="0"/>
                </a:lnTo>
                <a:lnTo>
                  <a:pt x="16224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73" name="Text Box 5">
            <a:extLst>
              <a:ext uri="{FF2B5EF4-FFF2-40B4-BE49-F238E27FC236}">
                <a16:creationId xmlns:a16="http://schemas.microsoft.com/office/drawing/2014/main" id="{5644C07C-346C-CAC7-EBD2-71876A0024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213" y="3997325"/>
            <a:ext cx="4368800" cy="54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600" b="1">
                <a:solidFill>
                  <a:srgbClr val="16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7174" name="Text Box 6">
            <a:extLst>
              <a:ext uri="{FF2B5EF4-FFF2-40B4-BE49-F238E27FC236}">
                <a16:creationId xmlns:a16="http://schemas.microsoft.com/office/drawing/2014/main" id="{12584924-7E1F-B226-3186-2D7111F20F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0513" y="384175"/>
            <a:ext cx="5638800" cy="4587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Definities</a:t>
            </a:r>
          </a:p>
        </p:txBody>
      </p:sp>
      <p:sp>
        <p:nvSpPr>
          <p:cNvPr id="7175" name="Freeform 7">
            <a:extLst>
              <a:ext uri="{FF2B5EF4-FFF2-40B4-BE49-F238E27FC236}">
                <a16:creationId xmlns:a16="http://schemas.microsoft.com/office/drawing/2014/main" id="{F40BB1AB-CAFD-E92C-FC95-C67707586C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3163" y="3917950"/>
            <a:ext cx="5840412" cy="3243263"/>
          </a:xfrm>
          <a:custGeom>
            <a:avLst/>
            <a:gdLst>
              <a:gd name="T0" fmla="*/ 0 w 16225"/>
              <a:gd name="T1" fmla="*/ 0 h 9010"/>
              <a:gd name="T2" fmla="*/ 16224 w 16225"/>
              <a:gd name="T3" fmla="*/ 0 h 9010"/>
              <a:gd name="T4" fmla="*/ 16224 w 16225"/>
              <a:gd name="T5" fmla="*/ 9009 h 9010"/>
              <a:gd name="T6" fmla="*/ 0 w 16225"/>
              <a:gd name="T7" fmla="*/ 9009 h 9010"/>
              <a:gd name="T8" fmla="*/ 0 w 16225"/>
              <a:gd name="T9" fmla="*/ 0 h 90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9010">
                <a:moveTo>
                  <a:pt x="0" y="0"/>
                </a:moveTo>
                <a:lnTo>
                  <a:pt x="16224" y="0"/>
                </a:lnTo>
                <a:lnTo>
                  <a:pt x="16224" y="9009"/>
                </a:lnTo>
                <a:lnTo>
                  <a:pt x="0" y="9009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76" name="Freeform 8">
            <a:extLst>
              <a:ext uri="{FF2B5EF4-FFF2-40B4-BE49-F238E27FC236}">
                <a16:creationId xmlns:a16="http://schemas.microsoft.com/office/drawing/2014/main" id="{7314B117-C0A9-790C-0627-B5ADEB081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3163" y="3917950"/>
            <a:ext cx="5840412" cy="588963"/>
          </a:xfrm>
          <a:custGeom>
            <a:avLst/>
            <a:gdLst>
              <a:gd name="T0" fmla="*/ 0 w 16225"/>
              <a:gd name="T1" fmla="*/ 0 h 1636"/>
              <a:gd name="T2" fmla="*/ 16224 w 16225"/>
              <a:gd name="T3" fmla="*/ 0 h 1636"/>
              <a:gd name="T4" fmla="*/ 16224 w 16225"/>
              <a:gd name="T5" fmla="*/ 1635 h 1636"/>
              <a:gd name="T6" fmla="*/ 0 w 16225"/>
              <a:gd name="T7" fmla="*/ 1635 h 1636"/>
              <a:gd name="T8" fmla="*/ 0 w 16225"/>
              <a:gd name="T9" fmla="*/ 0 h 1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1636">
                <a:moveTo>
                  <a:pt x="0" y="0"/>
                </a:moveTo>
                <a:lnTo>
                  <a:pt x="16224" y="0"/>
                </a:lnTo>
                <a:lnTo>
                  <a:pt x="16224" y="1635"/>
                </a:lnTo>
                <a:lnTo>
                  <a:pt x="0" y="1635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77" name="Freeform 9">
            <a:extLst>
              <a:ext uri="{FF2B5EF4-FFF2-40B4-BE49-F238E27FC236}">
                <a16:creationId xmlns:a16="http://schemas.microsoft.com/office/drawing/2014/main" id="{A29B2128-56D3-332E-3E65-E34AC96A9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3163" y="2092325"/>
            <a:ext cx="5840412" cy="1631950"/>
          </a:xfrm>
          <a:custGeom>
            <a:avLst/>
            <a:gdLst>
              <a:gd name="T0" fmla="*/ 0 w 16225"/>
              <a:gd name="T1" fmla="*/ 0 h 4535"/>
              <a:gd name="T2" fmla="*/ 16224 w 16225"/>
              <a:gd name="T3" fmla="*/ 0 h 4535"/>
              <a:gd name="T4" fmla="*/ 16224 w 16225"/>
              <a:gd name="T5" fmla="*/ 4534 h 4535"/>
              <a:gd name="T6" fmla="*/ 0 w 16225"/>
              <a:gd name="T7" fmla="*/ 4534 h 4535"/>
              <a:gd name="T8" fmla="*/ 0 w 16225"/>
              <a:gd name="T9" fmla="*/ 0 h 45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4535">
                <a:moveTo>
                  <a:pt x="0" y="0"/>
                </a:moveTo>
                <a:lnTo>
                  <a:pt x="16224" y="0"/>
                </a:lnTo>
                <a:lnTo>
                  <a:pt x="16224" y="4534"/>
                </a:lnTo>
                <a:lnTo>
                  <a:pt x="0" y="4534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78" name="Freeform 10">
            <a:extLst>
              <a:ext uri="{FF2B5EF4-FFF2-40B4-BE49-F238E27FC236}">
                <a16:creationId xmlns:a16="http://schemas.microsoft.com/office/drawing/2014/main" id="{333DB436-07A9-827B-22D5-AB430ADFD4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3163" y="1057275"/>
            <a:ext cx="5840412" cy="881063"/>
          </a:xfrm>
          <a:custGeom>
            <a:avLst/>
            <a:gdLst>
              <a:gd name="T0" fmla="*/ 0 w 16225"/>
              <a:gd name="T1" fmla="*/ 0 h 2447"/>
              <a:gd name="T2" fmla="*/ 16224 w 16225"/>
              <a:gd name="T3" fmla="*/ 0 h 2447"/>
              <a:gd name="T4" fmla="*/ 16224 w 16225"/>
              <a:gd name="T5" fmla="*/ 2446 h 2447"/>
              <a:gd name="T6" fmla="*/ 0 w 16225"/>
              <a:gd name="T7" fmla="*/ 2446 h 2447"/>
              <a:gd name="T8" fmla="*/ 0 w 16225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2447">
                <a:moveTo>
                  <a:pt x="0" y="0"/>
                </a:moveTo>
                <a:lnTo>
                  <a:pt x="16224" y="0"/>
                </a:lnTo>
                <a:lnTo>
                  <a:pt x="16224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79" name="Freeform 11">
            <a:extLst>
              <a:ext uri="{FF2B5EF4-FFF2-40B4-BE49-F238E27FC236}">
                <a16:creationId xmlns:a16="http://schemas.microsoft.com/office/drawing/2014/main" id="{20EA772A-18D6-F32E-7C0C-C5C01898DF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10163175"/>
            <a:ext cx="5840412" cy="3243263"/>
          </a:xfrm>
          <a:custGeom>
            <a:avLst/>
            <a:gdLst>
              <a:gd name="T0" fmla="*/ 0 w 16225"/>
              <a:gd name="T1" fmla="*/ 0 h 9010"/>
              <a:gd name="T2" fmla="*/ 16224 w 16225"/>
              <a:gd name="T3" fmla="*/ 0 h 9010"/>
              <a:gd name="T4" fmla="*/ 16224 w 16225"/>
              <a:gd name="T5" fmla="*/ 9009 h 9010"/>
              <a:gd name="T6" fmla="*/ 0 w 16225"/>
              <a:gd name="T7" fmla="*/ 9009 h 9010"/>
              <a:gd name="T8" fmla="*/ 0 w 16225"/>
              <a:gd name="T9" fmla="*/ 0 h 90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9010">
                <a:moveTo>
                  <a:pt x="0" y="0"/>
                </a:moveTo>
                <a:lnTo>
                  <a:pt x="16224" y="0"/>
                </a:lnTo>
                <a:lnTo>
                  <a:pt x="16224" y="9009"/>
                </a:lnTo>
                <a:lnTo>
                  <a:pt x="0" y="9009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80" name="Freeform 12">
            <a:extLst>
              <a:ext uri="{FF2B5EF4-FFF2-40B4-BE49-F238E27FC236}">
                <a16:creationId xmlns:a16="http://schemas.microsoft.com/office/drawing/2014/main" id="{CE36D9F8-4E12-771D-FC41-3B5CCA8D7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10163175"/>
            <a:ext cx="5840412" cy="588963"/>
          </a:xfrm>
          <a:custGeom>
            <a:avLst/>
            <a:gdLst>
              <a:gd name="T0" fmla="*/ 0 w 16225"/>
              <a:gd name="T1" fmla="*/ 0 h 1636"/>
              <a:gd name="T2" fmla="*/ 16224 w 16225"/>
              <a:gd name="T3" fmla="*/ 0 h 1636"/>
              <a:gd name="T4" fmla="*/ 16224 w 16225"/>
              <a:gd name="T5" fmla="*/ 1635 h 1636"/>
              <a:gd name="T6" fmla="*/ 0 w 16225"/>
              <a:gd name="T7" fmla="*/ 1635 h 1636"/>
              <a:gd name="T8" fmla="*/ 0 w 16225"/>
              <a:gd name="T9" fmla="*/ 0 h 1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1636">
                <a:moveTo>
                  <a:pt x="0" y="0"/>
                </a:moveTo>
                <a:lnTo>
                  <a:pt x="16224" y="0"/>
                </a:lnTo>
                <a:lnTo>
                  <a:pt x="16224" y="1635"/>
                </a:lnTo>
                <a:lnTo>
                  <a:pt x="0" y="1635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81" name="Freeform 13">
            <a:extLst>
              <a:ext uri="{FF2B5EF4-FFF2-40B4-BE49-F238E27FC236}">
                <a16:creationId xmlns:a16="http://schemas.microsoft.com/office/drawing/2014/main" id="{341C62EE-02D2-2D17-5C4E-D03590226F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8337550"/>
            <a:ext cx="5840412" cy="1631950"/>
          </a:xfrm>
          <a:custGeom>
            <a:avLst/>
            <a:gdLst>
              <a:gd name="T0" fmla="*/ 0 w 16225"/>
              <a:gd name="T1" fmla="*/ 0 h 4535"/>
              <a:gd name="T2" fmla="*/ 16224 w 16225"/>
              <a:gd name="T3" fmla="*/ 0 h 4535"/>
              <a:gd name="T4" fmla="*/ 16224 w 16225"/>
              <a:gd name="T5" fmla="*/ 4534 h 4535"/>
              <a:gd name="T6" fmla="*/ 0 w 16225"/>
              <a:gd name="T7" fmla="*/ 4534 h 4535"/>
              <a:gd name="T8" fmla="*/ 0 w 16225"/>
              <a:gd name="T9" fmla="*/ 0 h 45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4535">
                <a:moveTo>
                  <a:pt x="0" y="0"/>
                </a:moveTo>
                <a:lnTo>
                  <a:pt x="16224" y="0"/>
                </a:lnTo>
                <a:lnTo>
                  <a:pt x="16224" y="4534"/>
                </a:lnTo>
                <a:lnTo>
                  <a:pt x="0" y="4534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82" name="Freeform 14">
            <a:extLst>
              <a:ext uri="{FF2B5EF4-FFF2-40B4-BE49-F238E27FC236}">
                <a16:creationId xmlns:a16="http://schemas.microsoft.com/office/drawing/2014/main" id="{86A80385-489B-9B93-0640-5D5B0DEA88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513" y="7304088"/>
            <a:ext cx="5840412" cy="881062"/>
          </a:xfrm>
          <a:custGeom>
            <a:avLst/>
            <a:gdLst>
              <a:gd name="T0" fmla="*/ 0 w 16225"/>
              <a:gd name="T1" fmla="*/ 0 h 2447"/>
              <a:gd name="T2" fmla="*/ 16224 w 16225"/>
              <a:gd name="T3" fmla="*/ 0 h 2447"/>
              <a:gd name="T4" fmla="*/ 16224 w 16225"/>
              <a:gd name="T5" fmla="*/ 2446 h 2447"/>
              <a:gd name="T6" fmla="*/ 0 w 16225"/>
              <a:gd name="T7" fmla="*/ 2446 h 2447"/>
              <a:gd name="T8" fmla="*/ 0 w 16225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2447">
                <a:moveTo>
                  <a:pt x="0" y="0"/>
                </a:moveTo>
                <a:lnTo>
                  <a:pt x="16224" y="0"/>
                </a:lnTo>
                <a:lnTo>
                  <a:pt x="16224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83" name="Freeform 15">
            <a:extLst>
              <a:ext uri="{FF2B5EF4-FFF2-40B4-BE49-F238E27FC236}">
                <a16:creationId xmlns:a16="http://schemas.microsoft.com/office/drawing/2014/main" id="{442106C5-C30B-7E2F-3DEB-093185E3B9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10161588"/>
            <a:ext cx="5840412" cy="3238500"/>
          </a:xfrm>
          <a:custGeom>
            <a:avLst/>
            <a:gdLst>
              <a:gd name="T0" fmla="*/ 0 w 16225"/>
              <a:gd name="T1" fmla="*/ 0 h 8998"/>
              <a:gd name="T2" fmla="*/ 16224 w 16225"/>
              <a:gd name="T3" fmla="*/ 0 h 8998"/>
              <a:gd name="T4" fmla="*/ 16224 w 16225"/>
              <a:gd name="T5" fmla="*/ 8997 h 8998"/>
              <a:gd name="T6" fmla="*/ 0 w 16225"/>
              <a:gd name="T7" fmla="*/ 8997 h 8998"/>
              <a:gd name="T8" fmla="*/ 0 w 16225"/>
              <a:gd name="T9" fmla="*/ 0 h 89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8998">
                <a:moveTo>
                  <a:pt x="0" y="0"/>
                </a:moveTo>
                <a:lnTo>
                  <a:pt x="16224" y="0"/>
                </a:lnTo>
                <a:lnTo>
                  <a:pt x="16224" y="8997"/>
                </a:lnTo>
                <a:lnTo>
                  <a:pt x="0" y="8997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84" name="Freeform 16">
            <a:extLst>
              <a:ext uri="{FF2B5EF4-FFF2-40B4-BE49-F238E27FC236}">
                <a16:creationId xmlns:a16="http://schemas.microsoft.com/office/drawing/2014/main" id="{3A102D07-C72E-A2BB-57F1-35A4C7E90B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10161588"/>
            <a:ext cx="5840412" cy="588962"/>
          </a:xfrm>
          <a:custGeom>
            <a:avLst/>
            <a:gdLst>
              <a:gd name="T0" fmla="*/ 0 w 16225"/>
              <a:gd name="T1" fmla="*/ 0 h 1636"/>
              <a:gd name="T2" fmla="*/ 16224 w 16225"/>
              <a:gd name="T3" fmla="*/ 0 h 1636"/>
              <a:gd name="T4" fmla="*/ 16224 w 16225"/>
              <a:gd name="T5" fmla="*/ 1635 h 1636"/>
              <a:gd name="T6" fmla="*/ 0 w 16225"/>
              <a:gd name="T7" fmla="*/ 1635 h 1636"/>
              <a:gd name="T8" fmla="*/ 0 w 16225"/>
              <a:gd name="T9" fmla="*/ 0 h 1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1636">
                <a:moveTo>
                  <a:pt x="0" y="0"/>
                </a:moveTo>
                <a:lnTo>
                  <a:pt x="16224" y="0"/>
                </a:lnTo>
                <a:lnTo>
                  <a:pt x="16224" y="1635"/>
                </a:lnTo>
                <a:lnTo>
                  <a:pt x="0" y="1635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85" name="Freeform 17">
            <a:extLst>
              <a:ext uri="{FF2B5EF4-FFF2-40B4-BE49-F238E27FC236}">
                <a16:creationId xmlns:a16="http://schemas.microsoft.com/office/drawing/2014/main" id="{DF83EA59-0FCE-A9E8-5C24-71783082D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8337550"/>
            <a:ext cx="5840412" cy="1631950"/>
          </a:xfrm>
          <a:custGeom>
            <a:avLst/>
            <a:gdLst>
              <a:gd name="T0" fmla="*/ 0 w 16225"/>
              <a:gd name="T1" fmla="*/ 0 h 4535"/>
              <a:gd name="T2" fmla="*/ 16224 w 16225"/>
              <a:gd name="T3" fmla="*/ 0 h 4535"/>
              <a:gd name="T4" fmla="*/ 16224 w 16225"/>
              <a:gd name="T5" fmla="*/ 4534 h 4535"/>
              <a:gd name="T6" fmla="*/ 0 w 16225"/>
              <a:gd name="T7" fmla="*/ 4534 h 4535"/>
              <a:gd name="T8" fmla="*/ 0 w 16225"/>
              <a:gd name="T9" fmla="*/ 0 h 45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4535">
                <a:moveTo>
                  <a:pt x="0" y="0"/>
                </a:moveTo>
                <a:lnTo>
                  <a:pt x="16224" y="0"/>
                </a:lnTo>
                <a:lnTo>
                  <a:pt x="16224" y="4534"/>
                </a:lnTo>
                <a:lnTo>
                  <a:pt x="0" y="4534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86" name="Freeform 18">
            <a:extLst>
              <a:ext uri="{FF2B5EF4-FFF2-40B4-BE49-F238E27FC236}">
                <a16:creationId xmlns:a16="http://schemas.microsoft.com/office/drawing/2014/main" id="{8C50175D-2C30-8EF6-7BA1-7C98EB0AFC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3" y="7302500"/>
            <a:ext cx="5840412" cy="881063"/>
          </a:xfrm>
          <a:custGeom>
            <a:avLst/>
            <a:gdLst>
              <a:gd name="T0" fmla="*/ 0 w 16225"/>
              <a:gd name="T1" fmla="*/ 0 h 2447"/>
              <a:gd name="T2" fmla="*/ 16224 w 16225"/>
              <a:gd name="T3" fmla="*/ 0 h 2447"/>
              <a:gd name="T4" fmla="*/ 16224 w 16225"/>
              <a:gd name="T5" fmla="*/ 2446 h 2447"/>
              <a:gd name="T6" fmla="*/ 0 w 16225"/>
              <a:gd name="T7" fmla="*/ 2446 h 2447"/>
              <a:gd name="T8" fmla="*/ 0 w 16225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2447">
                <a:moveTo>
                  <a:pt x="0" y="0"/>
                </a:moveTo>
                <a:lnTo>
                  <a:pt x="16224" y="0"/>
                </a:lnTo>
                <a:lnTo>
                  <a:pt x="16224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87" name="Text Box 19">
            <a:extLst>
              <a:ext uri="{FF2B5EF4-FFF2-40B4-BE49-F238E27FC236}">
                <a16:creationId xmlns:a16="http://schemas.microsoft.com/office/drawing/2014/main" id="{1F271B5E-BC36-4200-7ED9-5527321E50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213" y="10242550"/>
            <a:ext cx="4368800" cy="54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600" b="1">
                <a:solidFill>
                  <a:srgbClr val="16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7188" name="Text Box 20">
            <a:extLst>
              <a:ext uri="{FF2B5EF4-FFF2-40B4-BE49-F238E27FC236}">
                <a16:creationId xmlns:a16="http://schemas.microsoft.com/office/drawing/2014/main" id="{45CF134A-811E-F353-0970-EBD6EDD557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413" y="10242550"/>
            <a:ext cx="4368800" cy="54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600" b="1">
                <a:solidFill>
                  <a:srgbClr val="16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7189" name="Text Box 21">
            <a:extLst>
              <a:ext uri="{FF2B5EF4-FFF2-40B4-BE49-F238E27FC236}">
                <a16:creationId xmlns:a16="http://schemas.microsoft.com/office/drawing/2014/main" id="{C1B01E46-B097-79AA-5694-247BE13A05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413" y="3989388"/>
            <a:ext cx="4368800" cy="541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600" b="1">
                <a:solidFill>
                  <a:srgbClr val="16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7190" name="Freeform 22">
            <a:extLst>
              <a:ext uri="{FF2B5EF4-FFF2-40B4-BE49-F238E27FC236}">
                <a16:creationId xmlns:a16="http://schemas.microsoft.com/office/drawing/2014/main" id="{4FDF879B-2217-D6C1-A0B9-F0345B41A1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3917950"/>
            <a:ext cx="5840412" cy="3238500"/>
          </a:xfrm>
          <a:custGeom>
            <a:avLst/>
            <a:gdLst>
              <a:gd name="T0" fmla="*/ 0 w 16225"/>
              <a:gd name="T1" fmla="*/ 0 h 8998"/>
              <a:gd name="T2" fmla="*/ 16224 w 16225"/>
              <a:gd name="T3" fmla="*/ 0 h 8998"/>
              <a:gd name="T4" fmla="*/ 16224 w 16225"/>
              <a:gd name="T5" fmla="*/ 8997 h 8998"/>
              <a:gd name="T6" fmla="*/ 0 w 16225"/>
              <a:gd name="T7" fmla="*/ 8997 h 8998"/>
              <a:gd name="T8" fmla="*/ 0 w 16225"/>
              <a:gd name="T9" fmla="*/ 0 h 89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8998">
                <a:moveTo>
                  <a:pt x="0" y="0"/>
                </a:moveTo>
                <a:lnTo>
                  <a:pt x="16224" y="0"/>
                </a:lnTo>
                <a:lnTo>
                  <a:pt x="16224" y="8997"/>
                </a:lnTo>
                <a:lnTo>
                  <a:pt x="0" y="8997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91" name="Freeform 23">
            <a:extLst>
              <a:ext uri="{FF2B5EF4-FFF2-40B4-BE49-F238E27FC236}">
                <a16:creationId xmlns:a16="http://schemas.microsoft.com/office/drawing/2014/main" id="{E4476B36-2B59-6511-5F92-DCC0F20E78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3917950"/>
            <a:ext cx="5840412" cy="588963"/>
          </a:xfrm>
          <a:custGeom>
            <a:avLst/>
            <a:gdLst>
              <a:gd name="T0" fmla="*/ 0 w 16225"/>
              <a:gd name="T1" fmla="*/ 0 h 1636"/>
              <a:gd name="T2" fmla="*/ 16224 w 16225"/>
              <a:gd name="T3" fmla="*/ 0 h 1636"/>
              <a:gd name="T4" fmla="*/ 16224 w 16225"/>
              <a:gd name="T5" fmla="*/ 1635 h 1636"/>
              <a:gd name="T6" fmla="*/ 0 w 16225"/>
              <a:gd name="T7" fmla="*/ 1635 h 1636"/>
              <a:gd name="T8" fmla="*/ 0 w 16225"/>
              <a:gd name="T9" fmla="*/ 0 h 1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1636">
                <a:moveTo>
                  <a:pt x="0" y="0"/>
                </a:moveTo>
                <a:lnTo>
                  <a:pt x="16224" y="0"/>
                </a:lnTo>
                <a:lnTo>
                  <a:pt x="16224" y="1635"/>
                </a:lnTo>
                <a:lnTo>
                  <a:pt x="0" y="1635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92" name="Freeform 24">
            <a:extLst>
              <a:ext uri="{FF2B5EF4-FFF2-40B4-BE49-F238E27FC236}">
                <a16:creationId xmlns:a16="http://schemas.microsoft.com/office/drawing/2014/main" id="{FA7303F1-6742-5EB2-A7D4-12147BE11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2092325"/>
            <a:ext cx="5840412" cy="1631950"/>
          </a:xfrm>
          <a:custGeom>
            <a:avLst/>
            <a:gdLst>
              <a:gd name="T0" fmla="*/ 0 w 16225"/>
              <a:gd name="T1" fmla="*/ 0 h 4535"/>
              <a:gd name="T2" fmla="*/ 16224 w 16225"/>
              <a:gd name="T3" fmla="*/ 0 h 4535"/>
              <a:gd name="T4" fmla="*/ 16224 w 16225"/>
              <a:gd name="T5" fmla="*/ 4534 h 4535"/>
              <a:gd name="T6" fmla="*/ 0 w 16225"/>
              <a:gd name="T7" fmla="*/ 4534 h 4535"/>
              <a:gd name="T8" fmla="*/ 0 w 16225"/>
              <a:gd name="T9" fmla="*/ 0 h 45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4535">
                <a:moveTo>
                  <a:pt x="0" y="0"/>
                </a:moveTo>
                <a:lnTo>
                  <a:pt x="16224" y="0"/>
                </a:lnTo>
                <a:lnTo>
                  <a:pt x="16224" y="4534"/>
                </a:lnTo>
                <a:lnTo>
                  <a:pt x="0" y="4534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93" name="Freeform 25">
            <a:extLst>
              <a:ext uri="{FF2B5EF4-FFF2-40B4-BE49-F238E27FC236}">
                <a16:creationId xmlns:a16="http://schemas.microsoft.com/office/drawing/2014/main" id="{D3BF72B9-F69C-8A8B-31DE-F98B4ADA3E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57275"/>
            <a:ext cx="5840412" cy="881063"/>
          </a:xfrm>
          <a:custGeom>
            <a:avLst/>
            <a:gdLst>
              <a:gd name="T0" fmla="*/ 0 w 16225"/>
              <a:gd name="T1" fmla="*/ 0 h 2447"/>
              <a:gd name="T2" fmla="*/ 16224 w 16225"/>
              <a:gd name="T3" fmla="*/ 0 h 2447"/>
              <a:gd name="T4" fmla="*/ 16224 w 16225"/>
              <a:gd name="T5" fmla="*/ 2446 h 2447"/>
              <a:gd name="T6" fmla="*/ 0 w 16225"/>
              <a:gd name="T7" fmla="*/ 2446 h 2447"/>
              <a:gd name="T8" fmla="*/ 0 w 16225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2447">
                <a:moveTo>
                  <a:pt x="0" y="0"/>
                </a:moveTo>
                <a:lnTo>
                  <a:pt x="16224" y="0"/>
                </a:lnTo>
                <a:lnTo>
                  <a:pt x="16224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94" name="Text Box 26">
            <a:extLst>
              <a:ext uri="{FF2B5EF4-FFF2-40B4-BE49-F238E27FC236}">
                <a16:creationId xmlns:a16="http://schemas.microsoft.com/office/drawing/2014/main" id="{7DBAEB80-39B9-5E64-9445-631D361F18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6313" y="3997325"/>
            <a:ext cx="4368800" cy="54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600" b="1">
                <a:solidFill>
                  <a:srgbClr val="16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7195" name="Freeform 27">
            <a:extLst>
              <a:ext uri="{FF2B5EF4-FFF2-40B4-BE49-F238E27FC236}">
                <a16:creationId xmlns:a16="http://schemas.microsoft.com/office/drawing/2014/main" id="{F0CA4D1D-D788-37BA-65E2-D3C509366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3917950"/>
            <a:ext cx="5840412" cy="3243263"/>
          </a:xfrm>
          <a:custGeom>
            <a:avLst/>
            <a:gdLst>
              <a:gd name="T0" fmla="*/ 0 w 16225"/>
              <a:gd name="T1" fmla="*/ 0 h 9010"/>
              <a:gd name="T2" fmla="*/ 16224 w 16225"/>
              <a:gd name="T3" fmla="*/ 0 h 9010"/>
              <a:gd name="T4" fmla="*/ 16224 w 16225"/>
              <a:gd name="T5" fmla="*/ 9009 h 9010"/>
              <a:gd name="T6" fmla="*/ 0 w 16225"/>
              <a:gd name="T7" fmla="*/ 9009 h 9010"/>
              <a:gd name="T8" fmla="*/ 0 w 16225"/>
              <a:gd name="T9" fmla="*/ 0 h 90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9010">
                <a:moveTo>
                  <a:pt x="0" y="0"/>
                </a:moveTo>
                <a:lnTo>
                  <a:pt x="16224" y="0"/>
                </a:lnTo>
                <a:lnTo>
                  <a:pt x="16224" y="9009"/>
                </a:lnTo>
                <a:lnTo>
                  <a:pt x="0" y="9009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96" name="Freeform 28">
            <a:extLst>
              <a:ext uri="{FF2B5EF4-FFF2-40B4-BE49-F238E27FC236}">
                <a16:creationId xmlns:a16="http://schemas.microsoft.com/office/drawing/2014/main" id="{04DC91B3-9CA8-0272-954C-322446DF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3917950"/>
            <a:ext cx="5840412" cy="588963"/>
          </a:xfrm>
          <a:custGeom>
            <a:avLst/>
            <a:gdLst>
              <a:gd name="T0" fmla="*/ 0 w 16225"/>
              <a:gd name="T1" fmla="*/ 0 h 1636"/>
              <a:gd name="T2" fmla="*/ 16224 w 16225"/>
              <a:gd name="T3" fmla="*/ 0 h 1636"/>
              <a:gd name="T4" fmla="*/ 16224 w 16225"/>
              <a:gd name="T5" fmla="*/ 1635 h 1636"/>
              <a:gd name="T6" fmla="*/ 0 w 16225"/>
              <a:gd name="T7" fmla="*/ 1635 h 1636"/>
              <a:gd name="T8" fmla="*/ 0 w 16225"/>
              <a:gd name="T9" fmla="*/ 0 h 1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1636">
                <a:moveTo>
                  <a:pt x="0" y="0"/>
                </a:moveTo>
                <a:lnTo>
                  <a:pt x="16224" y="0"/>
                </a:lnTo>
                <a:lnTo>
                  <a:pt x="16224" y="1635"/>
                </a:lnTo>
                <a:lnTo>
                  <a:pt x="0" y="1635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97" name="Freeform 29">
            <a:extLst>
              <a:ext uri="{FF2B5EF4-FFF2-40B4-BE49-F238E27FC236}">
                <a16:creationId xmlns:a16="http://schemas.microsoft.com/office/drawing/2014/main" id="{30A1FF4A-C057-D065-FBB5-C6DA4ABE6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2092325"/>
            <a:ext cx="5840412" cy="1631950"/>
          </a:xfrm>
          <a:custGeom>
            <a:avLst/>
            <a:gdLst>
              <a:gd name="T0" fmla="*/ 0 w 16225"/>
              <a:gd name="T1" fmla="*/ 0 h 4535"/>
              <a:gd name="T2" fmla="*/ 16224 w 16225"/>
              <a:gd name="T3" fmla="*/ 0 h 4535"/>
              <a:gd name="T4" fmla="*/ 16224 w 16225"/>
              <a:gd name="T5" fmla="*/ 4534 h 4535"/>
              <a:gd name="T6" fmla="*/ 0 w 16225"/>
              <a:gd name="T7" fmla="*/ 4534 h 4535"/>
              <a:gd name="T8" fmla="*/ 0 w 16225"/>
              <a:gd name="T9" fmla="*/ 0 h 45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4535">
                <a:moveTo>
                  <a:pt x="0" y="0"/>
                </a:moveTo>
                <a:lnTo>
                  <a:pt x="16224" y="0"/>
                </a:lnTo>
                <a:lnTo>
                  <a:pt x="16224" y="4534"/>
                </a:lnTo>
                <a:lnTo>
                  <a:pt x="0" y="4534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98" name="Freeform 30">
            <a:extLst>
              <a:ext uri="{FF2B5EF4-FFF2-40B4-BE49-F238E27FC236}">
                <a16:creationId xmlns:a16="http://schemas.microsoft.com/office/drawing/2014/main" id="{00E5D3A8-BD88-3CB5-EA1B-5AAF81882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9263" y="1057275"/>
            <a:ext cx="5840412" cy="881063"/>
          </a:xfrm>
          <a:custGeom>
            <a:avLst/>
            <a:gdLst>
              <a:gd name="T0" fmla="*/ 0 w 16225"/>
              <a:gd name="T1" fmla="*/ 0 h 2447"/>
              <a:gd name="T2" fmla="*/ 16224 w 16225"/>
              <a:gd name="T3" fmla="*/ 0 h 2447"/>
              <a:gd name="T4" fmla="*/ 16224 w 16225"/>
              <a:gd name="T5" fmla="*/ 2446 h 2447"/>
              <a:gd name="T6" fmla="*/ 0 w 16225"/>
              <a:gd name="T7" fmla="*/ 2446 h 2447"/>
              <a:gd name="T8" fmla="*/ 0 w 16225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2447">
                <a:moveTo>
                  <a:pt x="0" y="0"/>
                </a:moveTo>
                <a:lnTo>
                  <a:pt x="16224" y="0"/>
                </a:lnTo>
                <a:lnTo>
                  <a:pt x="16224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199" name="Freeform 31">
            <a:extLst>
              <a:ext uri="{FF2B5EF4-FFF2-40B4-BE49-F238E27FC236}">
                <a16:creationId xmlns:a16="http://schemas.microsoft.com/office/drawing/2014/main" id="{6921369C-874B-2093-BA75-9C2E4E6F9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5613" y="10163175"/>
            <a:ext cx="5840412" cy="3243263"/>
          </a:xfrm>
          <a:custGeom>
            <a:avLst/>
            <a:gdLst>
              <a:gd name="T0" fmla="*/ 0 w 16225"/>
              <a:gd name="T1" fmla="*/ 0 h 9010"/>
              <a:gd name="T2" fmla="*/ 16224 w 16225"/>
              <a:gd name="T3" fmla="*/ 0 h 9010"/>
              <a:gd name="T4" fmla="*/ 16224 w 16225"/>
              <a:gd name="T5" fmla="*/ 9009 h 9010"/>
              <a:gd name="T6" fmla="*/ 0 w 16225"/>
              <a:gd name="T7" fmla="*/ 9009 h 9010"/>
              <a:gd name="T8" fmla="*/ 0 w 16225"/>
              <a:gd name="T9" fmla="*/ 0 h 901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9010">
                <a:moveTo>
                  <a:pt x="0" y="0"/>
                </a:moveTo>
                <a:lnTo>
                  <a:pt x="16224" y="0"/>
                </a:lnTo>
                <a:lnTo>
                  <a:pt x="16224" y="9009"/>
                </a:lnTo>
                <a:lnTo>
                  <a:pt x="0" y="9009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200" name="Freeform 32">
            <a:extLst>
              <a:ext uri="{FF2B5EF4-FFF2-40B4-BE49-F238E27FC236}">
                <a16:creationId xmlns:a16="http://schemas.microsoft.com/office/drawing/2014/main" id="{A588AD87-ED64-825E-F3A0-BFBA5426A2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4025" y="10163175"/>
            <a:ext cx="5840413" cy="588963"/>
          </a:xfrm>
          <a:custGeom>
            <a:avLst/>
            <a:gdLst>
              <a:gd name="T0" fmla="*/ 0 w 16225"/>
              <a:gd name="T1" fmla="*/ 0 h 1636"/>
              <a:gd name="T2" fmla="*/ 16224 w 16225"/>
              <a:gd name="T3" fmla="*/ 0 h 1636"/>
              <a:gd name="T4" fmla="*/ 16224 w 16225"/>
              <a:gd name="T5" fmla="*/ 1635 h 1636"/>
              <a:gd name="T6" fmla="*/ 0 w 16225"/>
              <a:gd name="T7" fmla="*/ 1635 h 1636"/>
              <a:gd name="T8" fmla="*/ 0 w 16225"/>
              <a:gd name="T9" fmla="*/ 0 h 1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1636">
                <a:moveTo>
                  <a:pt x="0" y="0"/>
                </a:moveTo>
                <a:lnTo>
                  <a:pt x="16224" y="0"/>
                </a:lnTo>
                <a:lnTo>
                  <a:pt x="16224" y="1635"/>
                </a:lnTo>
                <a:lnTo>
                  <a:pt x="0" y="1635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201" name="Freeform 33">
            <a:extLst>
              <a:ext uri="{FF2B5EF4-FFF2-40B4-BE49-F238E27FC236}">
                <a16:creationId xmlns:a16="http://schemas.microsoft.com/office/drawing/2014/main" id="{2F2BD59C-5748-C342-D130-64E3599B3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5613" y="8337550"/>
            <a:ext cx="5840412" cy="1631950"/>
          </a:xfrm>
          <a:custGeom>
            <a:avLst/>
            <a:gdLst>
              <a:gd name="T0" fmla="*/ 0 w 16225"/>
              <a:gd name="T1" fmla="*/ 0 h 4535"/>
              <a:gd name="T2" fmla="*/ 16224 w 16225"/>
              <a:gd name="T3" fmla="*/ 0 h 4535"/>
              <a:gd name="T4" fmla="*/ 16224 w 16225"/>
              <a:gd name="T5" fmla="*/ 4534 h 4535"/>
              <a:gd name="T6" fmla="*/ 0 w 16225"/>
              <a:gd name="T7" fmla="*/ 4534 h 4535"/>
              <a:gd name="T8" fmla="*/ 0 w 16225"/>
              <a:gd name="T9" fmla="*/ 0 h 45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4535">
                <a:moveTo>
                  <a:pt x="0" y="0"/>
                </a:moveTo>
                <a:lnTo>
                  <a:pt x="16224" y="0"/>
                </a:lnTo>
                <a:lnTo>
                  <a:pt x="16224" y="4534"/>
                </a:lnTo>
                <a:lnTo>
                  <a:pt x="0" y="4534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202" name="Freeform 34">
            <a:extLst>
              <a:ext uri="{FF2B5EF4-FFF2-40B4-BE49-F238E27FC236}">
                <a16:creationId xmlns:a16="http://schemas.microsoft.com/office/drawing/2014/main" id="{2A330423-3EE8-87D6-356C-525F1152C9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35613" y="7304088"/>
            <a:ext cx="5840412" cy="881062"/>
          </a:xfrm>
          <a:custGeom>
            <a:avLst/>
            <a:gdLst>
              <a:gd name="T0" fmla="*/ 0 w 16225"/>
              <a:gd name="T1" fmla="*/ 0 h 2447"/>
              <a:gd name="T2" fmla="*/ 16224 w 16225"/>
              <a:gd name="T3" fmla="*/ 0 h 2447"/>
              <a:gd name="T4" fmla="*/ 16224 w 16225"/>
              <a:gd name="T5" fmla="*/ 2446 h 2447"/>
              <a:gd name="T6" fmla="*/ 0 w 16225"/>
              <a:gd name="T7" fmla="*/ 2446 h 2447"/>
              <a:gd name="T8" fmla="*/ 0 w 16225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2447">
                <a:moveTo>
                  <a:pt x="0" y="0"/>
                </a:moveTo>
                <a:lnTo>
                  <a:pt x="16224" y="0"/>
                </a:lnTo>
                <a:lnTo>
                  <a:pt x="16224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203" name="Freeform 35">
            <a:extLst>
              <a:ext uri="{FF2B5EF4-FFF2-40B4-BE49-F238E27FC236}">
                <a16:creationId xmlns:a16="http://schemas.microsoft.com/office/drawing/2014/main" id="{CE4C4C55-D8F3-9D34-C59B-252D9F62AC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161588"/>
            <a:ext cx="5840412" cy="3238500"/>
          </a:xfrm>
          <a:custGeom>
            <a:avLst/>
            <a:gdLst>
              <a:gd name="T0" fmla="*/ 0 w 16225"/>
              <a:gd name="T1" fmla="*/ 0 h 8998"/>
              <a:gd name="T2" fmla="*/ 16224 w 16225"/>
              <a:gd name="T3" fmla="*/ 0 h 8998"/>
              <a:gd name="T4" fmla="*/ 16224 w 16225"/>
              <a:gd name="T5" fmla="*/ 8997 h 8998"/>
              <a:gd name="T6" fmla="*/ 0 w 16225"/>
              <a:gd name="T7" fmla="*/ 8997 h 8998"/>
              <a:gd name="T8" fmla="*/ 0 w 16225"/>
              <a:gd name="T9" fmla="*/ 0 h 89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8998">
                <a:moveTo>
                  <a:pt x="0" y="0"/>
                </a:moveTo>
                <a:lnTo>
                  <a:pt x="16224" y="0"/>
                </a:lnTo>
                <a:lnTo>
                  <a:pt x="16224" y="8997"/>
                </a:lnTo>
                <a:lnTo>
                  <a:pt x="0" y="8997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204" name="Freeform 36">
            <a:extLst>
              <a:ext uri="{FF2B5EF4-FFF2-40B4-BE49-F238E27FC236}">
                <a16:creationId xmlns:a16="http://schemas.microsoft.com/office/drawing/2014/main" id="{C26888E4-07A0-8758-3AFB-A734E9707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10161588"/>
            <a:ext cx="5840412" cy="588962"/>
          </a:xfrm>
          <a:custGeom>
            <a:avLst/>
            <a:gdLst>
              <a:gd name="T0" fmla="*/ 0 w 16225"/>
              <a:gd name="T1" fmla="*/ 0 h 1636"/>
              <a:gd name="T2" fmla="*/ 16224 w 16225"/>
              <a:gd name="T3" fmla="*/ 0 h 1636"/>
              <a:gd name="T4" fmla="*/ 16224 w 16225"/>
              <a:gd name="T5" fmla="*/ 1635 h 1636"/>
              <a:gd name="T6" fmla="*/ 0 w 16225"/>
              <a:gd name="T7" fmla="*/ 1635 h 1636"/>
              <a:gd name="T8" fmla="*/ 0 w 16225"/>
              <a:gd name="T9" fmla="*/ 0 h 16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1636">
                <a:moveTo>
                  <a:pt x="0" y="0"/>
                </a:moveTo>
                <a:lnTo>
                  <a:pt x="16224" y="0"/>
                </a:lnTo>
                <a:lnTo>
                  <a:pt x="16224" y="1635"/>
                </a:lnTo>
                <a:lnTo>
                  <a:pt x="0" y="1635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205" name="Freeform 37">
            <a:extLst>
              <a:ext uri="{FF2B5EF4-FFF2-40B4-BE49-F238E27FC236}">
                <a16:creationId xmlns:a16="http://schemas.microsoft.com/office/drawing/2014/main" id="{5313AE87-1106-A0F6-D372-5983496EC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8337550"/>
            <a:ext cx="5840412" cy="1631950"/>
          </a:xfrm>
          <a:custGeom>
            <a:avLst/>
            <a:gdLst>
              <a:gd name="T0" fmla="*/ 0 w 16225"/>
              <a:gd name="T1" fmla="*/ 0 h 4535"/>
              <a:gd name="T2" fmla="*/ 16224 w 16225"/>
              <a:gd name="T3" fmla="*/ 0 h 4535"/>
              <a:gd name="T4" fmla="*/ 16224 w 16225"/>
              <a:gd name="T5" fmla="*/ 4534 h 4535"/>
              <a:gd name="T6" fmla="*/ 0 w 16225"/>
              <a:gd name="T7" fmla="*/ 4534 h 4535"/>
              <a:gd name="T8" fmla="*/ 0 w 16225"/>
              <a:gd name="T9" fmla="*/ 0 h 45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4535">
                <a:moveTo>
                  <a:pt x="0" y="0"/>
                </a:moveTo>
                <a:lnTo>
                  <a:pt x="16224" y="0"/>
                </a:lnTo>
                <a:lnTo>
                  <a:pt x="16224" y="4534"/>
                </a:lnTo>
                <a:lnTo>
                  <a:pt x="0" y="4534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206" name="Freeform 38">
            <a:extLst>
              <a:ext uri="{FF2B5EF4-FFF2-40B4-BE49-F238E27FC236}">
                <a16:creationId xmlns:a16="http://schemas.microsoft.com/office/drawing/2014/main" id="{ED058D3D-57EF-79BE-A9D2-70232BCA9D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47563" y="7302500"/>
            <a:ext cx="5840412" cy="881063"/>
          </a:xfrm>
          <a:custGeom>
            <a:avLst/>
            <a:gdLst>
              <a:gd name="T0" fmla="*/ 0 w 16225"/>
              <a:gd name="T1" fmla="*/ 0 h 2447"/>
              <a:gd name="T2" fmla="*/ 16224 w 16225"/>
              <a:gd name="T3" fmla="*/ 0 h 2447"/>
              <a:gd name="T4" fmla="*/ 16224 w 16225"/>
              <a:gd name="T5" fmla="*/ 2446 h 2447"/>
              <a:gd name="T6" fmla="*/ 0 w 16225"/>
              <a:gd name="T7" fmla="*/ 2446 h 2447"/>
              <a:gd name="T8" fmla="*/ 0 w 16225"/>
              <a:gd name="T9" fmla="*/ 0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225" h="2447">
                <a:moveTo>
                  <a:pt x="0" y="0"/>
                </a:moveTo>
                <a:lnTo>
                  <a:pt x="16224" y="0"/>
                </a:lnTo>
                <a:lnTo>
                  <a:pt x="16224" y="2446"/>
                </a:lnTo>
                <a:lnTo>
                  <a:pt x="0" y="2446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7207" name="Text Box 39">
            <a:extLst>
              <a:ext uri="{FF2B5EF4-FFF2-40B4-BE49-F238E27FC236}">
                <a16:creationId xmlns:a16="http://schemas.microsoft.com/office/drawing/2014/main" id="{F3DB9B2B-E541-A035-28DA-DE32367823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06313" y="10242550"/>
            <a:ext cx="4368800" cy="54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600" b="1">
                <a:solidFill>
                  <a:srgbClr val="16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7208" name="Text Box 40">
            <a:extLst>
              <a:ext uri="{FF2B5EF4-FFF2-40B4-BE49-F238E27FC236}">
                <a16:creationId xmlns:a16="http://schemas.microsoft.com/office/drawing/2014/main" id="{870CC061-BCAB-4740-770B-3481520ED4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1513" y="10242550"/>
            <a:ext cx="4368800" cy="541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600" b="1">
                <a:solidFill>
                  <a:srgbClr val="16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7209" name="Text Box 41">
            <a:extLst>
              <a:ext uri="{FF2B5EF4-FFF2-40B4-BE49-F238E27FC236}">
                <a16:creationId xmlns:a16="http://schemas.microsoft.com/office/drawing/2014/main" id="{E7C314E1-3C64-0788-011D-D7DAADB04D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51513" y="3989388"/>
            <a:ext cx="4368800" cy="5413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600" b="1">
                <a:solidFill>
                  <a:srgbClr val="16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7210" name="Rectangle 42">
            <a:extLst>
              <a:ext uri="{FF2B5EF4-FFF2-40B4-BE49-F238E27FC236}">
                <a16:creationId xmlns:a16="http://schemas.microsoft.com/office/drawing/2014/main" id="{8947C0AC-D2EB-E926-3BEC-59F48C9684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7211" name="Rectangle 43">
            <a:extLst>
              <a:ext uri="{FF2B5EF4-FFF2-40B4-BE49-F238E27FC236}">
                <a16:creationId xmlns:a16="http://schemas.microsoft.com/office/drawing/2014/main" id="{D6E4FC09-7929-2F91-EB26-A17F41178D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3" name="Picture 1">
            <a:extLst>
              <a:ext uri="{FF2B5EF4-FFF2-40B4-BE49-F238E27FC236}">
                <a16:creationId xmlns:a16="http://schemas.microsoft.com/office/drawing/2014/main" id="{1BFF3536-D584-647A-853E-85A3885C24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8194" name="Freeform 2">
            <a:extLst>
              <a:ext uri="{FF2B5EF4-FFF2-40B4-BE49-F238E27FC236}">
                <a16:creationId xmlns:a16="http://schemas.microsoft.com/office/drawing/2014/main" id="{A0BAB3CC-92ED-9A1C-A33A-8EFF738B37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custGeom>
            <a:avLst/>
            <a:gdLst>
              <a:gd name="T0" fmla="*/ 0 w 66421"/>
              <a:gd name="T1" fmla="*/ 0 h 6716"/>
              <a:gd name="T2" fmla="*/ 884 w 66421"/>
              <a:gd name="T3" fmla="*/ 0 h 6716"/>
              <a:gd name="T4" fmla="*/ 884 w 66421"/>
              <a:gd name="T5" fmla="*/ 6715 h 6716"/>
              <a:gd name="T6" fmla="*/ 0 w 66421"/>
              <a:gd name="T7" fmla="*/ 6715 h 6716"/>
              <a:gd name="T8" fmla="*/ 0 w 66421"/>
              <a:gd name="T9" fmla="*/ 0 h 67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6421" h="6716">
                <a:moveTo>
                  <a:pt x="0" y="0"/>
                </a:moveTo>
                <a:lnTo>
                  <a:pt x="884" y="0"/>
                </a:lnTo>
                <a:lnTo>
                  <a:pt x="884" y="6715"/>
                </a:lnTo>
                <a:lnTo>
                  <a:pt x="0" y="6715"/>
                </a:lnTo>
                <a:lnTo>
                  <a:pt x="0" y="0"/>
                </a:lnTo>
              </a:path>
            </a:pathLst>
          </a:custGeom>
          <a:solidFill>
            <a:srgbClr val="929292">
              <a:alpha val="89999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8195" name="Freeform 3">
            <a:extLst>
              <a:ext uri="{FF2B5EF4-FFF2-40B4-BE49-F238E27FC236}">
                <a16:creationId xmlns:a16="http://schemas.microsoft.com/office/drawing/2014/main" id="{8CDD2F8D-3680-C1C0-788F-CA32CC0FBA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custGeom>
            <a:avLst/>
            <a:gdLst>
              <a:gd name="T0" fmla="*/ 0 w 65793"/>
              <a:gd name="T1" fmla="*/ 0 h 5536"/>
              <a:gd name="T2" fmla="*/ 256 w 65793"/>
              <a:gd name="T3" fmla="*/ 0 h 5536"/>
              <a:gd name="T4" fmla="*/ 256 w 65793"/>
              <a:gd name="T5" fmla="*/ 5535 h 5536"/>
              <a:gd name="T6" fmla="*/ 0 w 65793"/>
              <a:gd name="T7" fmla="*/ 5535 h 5536"/>
              <a:gd name="T8" fmla="*/ 0 w 65793"/>
              <a:gd name="T9" fmla="*/ 0 h 5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793" h="5536">
                <a:moveTo>
                  <a:pt x="0" y="0"/>
                </a:moveTo>
                <a:lnTo>
                  <a:pt x="256" y="0"/>
                </a:lnTo>
                <a:lnTo>
                  <a:pt x="256" y="5535"/>
                </a:lnTo>
                <a:lnTo>
                  <a:pt x="0" y="5535"/>
                </a:lnTo>
                <a:lnTo>
                  <a:pt x="0" y="0"/>
                </a:lnTo>
              </a:path>
            </a:pathLst>
          </a:custGeom>
          <a:solidFill>
            <a:srgbClr val="D5D5D5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8196" name="Freeform 4">
            <a:extLst>
              <a:ext uri="{FF2B5EF4-FFF2-40B4-BE49-F238E27FC236}">
                <a16:creationId xmlns:a16="http://schemas.microsoft.com/office/drawing/2014/main" id="{7921FA0C-B8E6-AA2B-4F37-7FE6D37AD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custGeom>
            <a:avLst/>
            <a:gdLst>
              <a:gd name="T0" fmla="*/ 0 w 13463"/>
              <a:gd name="T1" fmla="*/ 0 h 9023"/>
              <a:gd name="T2" fmla="*/ 13462 w 13463"/>
              <a:gd name="T3" fmla="*/ 0 h 9023"/>
              <a:gd name="T4" fmla="*/ 13462 w 13463"/>
              <a:gd name="T5" fmla="*/ 9022 h 9023"/>
              <a:gd name="T6" fmla="*/ 0 w 13463"/>
              <a:gd name="T7" fmla="*/ 9022 h 9023"/>
              <a:gd name="T8" fmla="*/ 0 w 13463"/>
              <a:gd name="T9" fmla="*/ 0 h 90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3463" h="9023">
                <a:moveTo>
                  <a:pt x="0" y="0"/>
                </a:moveTo>
                <a:lnTo>
                  <a:pt x="13462" y="0"/>
                </a:lnTo>
                <a:lnTo>
                  <a:pt x="13462" y="9022"/>
                </a:lnTo>
                <a:lnTo>
                  <a:pt x="0" y="9022"/>
                </a:lnTo>
                <a:lnTo>
                  <a:pt x="0" y="0"/>
                </a:lnTo>
              </a:path>
            </a:pathLst>
          </a:custGeom>
          <a:solidFill>
            <a:srgbClr val="163783">
              <a:alpha val="48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8197" name="Line 5">
            <a:extLst>
              <a:ext uri="{FF2B5EF4-FFF2-40B4-BE49-F238E27FC236}">
                <a16:creationId xmlns:a16="http://schemas.microsoft.com/office/drawing/2014/main" id="{5EB4923A-7240-8A77-1280-EA174057322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1587"/>
          </a:xfrm>
          <a:prstGeom prst="line">
            <a:avLst/>
          </a:prstGeom>
          <a:noFill/>
          <a:ln w="10152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8198" name="Freeform 6">
            <a:extLst>
              <a:ext uri="{FF2B5EF4-FFF2-40B4-BE49-F238E27FC236}">
                <a16:creationId xmlns:a16="http://schemas.microsoft.com/office/drawing/2014/main" id="{7163C37E-A41A-A9D7-6C3F-DC9485241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4688" cy="1371600"/>
          </a:xfrm>
          <a:custGeom>
            <a:avLst/>
            <a:gdLst>
              <a:gd name="T0" fmla="*/ 0 w 12458"/>
              <a:gd name="T1" fmla="*/ 0 h 3808"/>
              <a:gd name="T2" fmla="*/ 12457 w 12458"/>
              <a:gd name="T3" fmla="*/ 0 h 3808"/>
              <a:gd name="T4" fmla="*/ 12457 w 12458"/>
              <a:gd name="T5" fmla="*/ 3807 h 3808"/>
              <a:gd name="T6" fmla="*/ 0 w 12458"/>
              <a:gd name="T7" fmla="*/ 3807 h 3808"/>
              <a:gd name="T8" fmla="*/ 0 w 12458"/>
              <a:gd name="T9" fmla="*/ 0 h 38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458" h="3808">
                <a:moveTo>
                  <a:pt x="0" y="0"/>
                </a:moveTo>
                <a:lnTo>
                  <a:pt x="12457" y="0"/>
                </a:lnTo>
                <a:lnTo>
                  <a:pt x="12457" y="3807"/>
                </a:lnTo>
                <a:lnTo>
                  <a:pt x="0" y="3807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8199" name="Line 7">
            <a:extLst>
              <a:ext uri="{FF2B5EF4-FFF2-40B4-BE49-F238E27FC236}">
                <a16:creationId xmlns:a16="http://schemas.microsoft.com/office/drawing/2014/main" id="{53E81186-3ACB-7320-0FD0-2CD62477545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1588"/>
          </a:xfrm>
          <a:prstGeom prst="line">
            <a:avLst/>
          </a:prstGeom>
          <a:noFill/>
          <a:ln w="25560" cap="flat">
            <a:solidFill>
              <a:srgbClr val="17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8200" name="Text Box 8">
            <a:extLst>
              <a:ext uri="{FF2B5EF4-FFF2-40B4-BE49-F238E27FC236}">
                <a16:creationId xmlns:a16="http://schemas.microsoft.com/office/drawing/2014/main" id="{800C643F-C6A8-C875-6BB6-0064F734E8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38950" y="3562350"/>
            <a:ext cx="6237288" cy="438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000" b="1">
                <a:solidFill>
                  <a:srgbClr val="17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8201" name="Text Box 9">
            <a:extLst>
              <a:ext uri="{FF2B5EF4-FFF2-40B4-BE49-F238E27FC236}">
                <a16:creationId xmlns:a16="http://schemas.microsoft.com/office/drawing/2014/main" id="{924B951F-22EF-9BDA-53AC-F8339B0675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3075" y="215900"/>
            <a:ext cx="22098000" cy="154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20375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Passing</a:t>
            </a:r>
          </a:p>
        </p:txBody>
      </p:sp>
      <p:sp>
        <p:nvSpPr>
          <p:cNvPr id="8202" name="Text Box 10">
            <a:extLst>
              <a:ext uri="{FF2B5EF4-FFF2-40B4-BE49-F238E27FC236}">
                <a16:creationId xmlns:a16="http://schemas.microsoft.com/office/drawing/2014/main" id="{2648BE99-3853-7A14-9F31-FF25C33E60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91363" y="2397125"/>
            <a:ext cx="4159250" cy="912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“Passing korter dan 10-15m </a:t>
            </a:r>
          </a:p>
          <a:p>
            <a:pPr algn="ctr" rtl="1"/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(onder druk of door de linies) </a:t>
            </a:r>
          </a:p>
          <a:p>
            <a:pPr algn="ctr"/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of passing langer dan 30m</a:t>
            </a:r>
          </a:p>
        </p:txBody>
      </p:sp>
      <p:sp>
        <p:nvSpPr>
          <p:cNvPr id="8203" name="Text Box 11">
            <a:extLst>
              <a:ext uri="{FF2B5EF4-FFF2-40B4-BE49-F238E27FC236}">
                <a16:creationId xmlns:a16="http://schemas.microsoft.com/office/drawing/2014/main" id="{A58D6F9E-AC3D-A3CB-446D-8180362027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895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54000" indent="-2540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63525" indent="-26352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SzPct val="45000"/>
              <a:buFont typeface="Times New Roman" panose="02020603050405020304" pitchFamily="18" charset="0"/>
              <a:buChar char="•"/>
            </a:pPr>
            <a:endParaRPr lang="en-US" altLang="LID4096"/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Snelheid van acties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Type passes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Beide benen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Richting &amp; timing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Snelheid &amp; hoogte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Voorbereiding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Hoe vaak?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Eindresultaat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8204" name="Rectangle 12">
            <a:extLst>
              <a:ext uri="{FF2B5EF4-FFF2-40B4-BE49-F238E27FC236}">
                <a16:creationId xmlns:a16="http://schemas.microsoft.com/office/drawing/2014/main" id="{9E1FC25B-E264-D956-B244-90EE8806AD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8205" name="Rectangle 13">
            <a:extLst>
              <a:ext uri="{FF2B5EF4-FFF2-40B4-BE49-F238E27FC236}">
                <a16:creationId xmlns:a16="http://schemas.microsoft.com/office/drawing/2014/main" id="{DDEC3E88-348D-999F-2925-A9AB2D01BF5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7" name="Picture 1">
            <a:extLst>
              <a:ext uri="{FF2B5EF4-FFF2-40B4-BE49-F238E27FC236}">
                <a16:creationId xmlns:a16="http://schemas.microsoft.com/office/drawing/2014/main" id="{2B5F55DD-F3A9-E93A-2800-EC0B79F38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9218" name="Freeform 2">
            <a:extLst>
              <a:ext uri="{FF2B5EF4-FFF2-40B4-BE49-F238E27FC236}">
                <a16:creationId xmlns:a16="http://schemas.microsoft.com/office/drawing/2014/main" id="{75C0AC8E-BA2E-3565-9BA8-6A83FA44F7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custGeom>
            <a:avLst/>
            <a:gdLst>
              <a:gd name="T0" fmla="*/ 0 w 66421"/>
              <a:gd name="T1" fmla="*/ 0 h 6716"/>
              <a:gd name="T2" fmla="*/ 884 w 66421"/>
              <a:gd name="T3" fmla="*/ 0 h 6716"/>
              <a:gd name="T4" fmla="*/ 884 w 66421"/>
              <a:gd name="T5" fmla="*/ 6715 h 6716"/>
              <a:gd name="T6" fmla="*/ 0 w 66421"/>
              <a:gd name="T7" fmla="*/ 6715 h 6716"/>
              <a:gd name="T8" fmla="*/ 0 w 66421"/>
              <a:gd name="T9" fmla="*/ 0 h 67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6421" h="6716">
                <a:moveTo>
                  <a:pt x="0" y="0"/>
                </a:moveTo>
                <a:lnTo>
                  <a:pt x="884" y="0"/>
                </a:lnTo>
                <a:lnTo>
                  <a:pt x="884" y="6715"/>
                </a:lnTo>
                <a:lnTo>
                  <a:pt x="0" y="6715"/>
                </a:lnTo>
                <a:lnTo>
                  <a:pt x="0" y="0"/>
                </a:lnTo>
              </a:path>
            </a:pathLst>
          </a:custGeom>
          <a:solidFill>
            <a:srgbClr val="929292">
              <a:alpha val="89999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9219" name="Freeform 3">
            <a:extLst>
              <a:ext uri="{FF2B5EF4-FFF2-40B4-BE49-F238E27FC236}">
                <a16:creationId xmlns:a16="http://schemas.microsoft.com/office/drawing/2014/main" id="{EFBD8558-FBFB-3E98-9921-C0BEB950E2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custGeom>
            <a:avLst/>
            <a:gdLst>
              <a:gd name="T0" fmla="*/ 0 w 65793"/>
              <a:gd name="T1" fmla="*/ 0 h 5536"/>
              <a:gd name="T2" fmla="*/ 256 w 65793"/>
              <a:gd name="T3" fmla="*/ 0 h 5536"/>
              <a:gd name="T4" fmla="*/ 256 w 65793"/>
              <a:gd name="T5" fmla="*/ 5535 h 5536"/>
              <a:gd name="T6" fmla="*/ 0 w 65793"/>
              <a:gd name="T7" fmla="*/ 5535 h 5536"/>
              <a:gd name="T8" fmla="*/ 0 w 65793"/>
              <a:gd name="T9" fmla="*/ 0 h 5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793" h="5536">
                <a:moveTo>
                  <a:pt x="0" y="0"/>
                </a:moveTo>
                <a:lnTo>
                  <a:pt x="256" y="0"/>
                </a:lnTo>
                <a:lnTo>
                  <a:pt x="256" y="5535"/>
                </a:lnTo>
                <a:lnTo>
                  <a:pt x="0" y="5535"/>
                </a:lnTo>
                <a:lnTo>
                  <a:pt x="0" y="0"/>
                </a:lnTo>
              </a:path>
            </a:pathLst>
          </a:custGeom>
          <a:solidFill>
            <a:srgbClr val="D5D5D5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9220" name="Freeform 4">
            <a:extLst>
              <a:ext uri="{FF2B5EF4-FFF2-40B4-BE49-F238E27FC236}">
                <a16:creationId xmlns:a16="http://schemas.microsoft.com/office/drawing/2014/main" id="{A1D1D3EF-F891-F087-E682-0E06F7CED2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custGeom>
            <a:avLst/>
            <a:gdLst>
              <a:gd name="T0" fmla="*/ 0 w 13463"/>
              <a:gd name="T1" fmla="*/ 0 h 9023"/>
              <a:gd name="T2" fmla="*/ 13462 w 13463"/>
              <a:gd name="T3" fmla="*/ 0 h 9023"/>
              <a:gd name="T4" fmla="*/ 13462 w 13463"/>
              <a:gd name="T5" fmla="*/ 9022 h 9023"/>
              <a:gd name="T6" fmla="*/ 0 w 13463"/>
              <a:gd name="T7" fmla="*/ 9022 h 9023"/>
              <a:gd name="T8" fmla="*/ 0 w 13463"/>
              <a:gd name="T9" fmla="*/ 0 h 90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3463" h="9023">
                <a:moveTo>
                  <a:pt x="0" y="0"/>
                </a:moveTo>
                <a:lnTo>
                  <a:pt x="13462" y="0"/>
                </a:lnTo>
                <a:lnTo>
                  <a:pt x="13462" y="9022"/>
                </a:lnTo>
                <a:lnTo>
                  <a:pt x="0" y="9022"/>
                </a:lnTo>
                <a:lnTo>
                  <a:pt x="0" y="0"/>
                </a:lnTo>
              </a:path>
            </a:pathLst>
          </a:custGeom>
          <a:solidFill>
            <a:srgbClr val="163783">
              <a:alpha val="48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9221" name="Line 5">
            <a:extLst>
              <a:ext uri="{FF2B5EF4-FFF2-40B4-BE49-F238E27FC236}">
                <a16:creationId xmlns:a16="http://schemas.microsoft.com/office/drawing/2014/main" id="{7DADD1C2-BB08-5B14-400C-07AF175DE3C6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1587"/>
          </a:xfrm>
          <a:prstGeom prst="line">
            <a:avLst/>
          </a:prstGeom>
          <a:noFill/>
          <a:ln w="10152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9222" name="Freeform 6">
            <a:extLst>
              <a:ext uri="{FF2B5EF4-FFF2-40B4-BE49-F238E27FC236}">
                <a16:creationId xmlns:a16="http://schemas.microsoft.com/office/drawing/2014/main" id="{0E3D6D71-9FD0-9A48-E117-8B09F2FFF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4688" cy="1371600"/>
          </a:xfrm>
          <a:custGeom>
            <a:avLst/>
            <a:gdLst>
              <a:gd name="T0" fmla="*/ 0 w 12458"/>
              <a:gd name="T1" fmla="*/ 0 h 3808"/>
              <a:gd name="T2" fmla="*/ 12457 w 12458"/>
              <a:gd name="T3" fmla="*/ 0 h 3808"/>
              <a:gd name="T4" fmla="*/ 12457 w 12458"/>
              <a:gd name="T5" fmla="*/ 3807 h 3808"/>
              <a:gd name="T6" fmla="*/ 0 w 12458"/>
              <a:gd name="T7" fmla="*/ 3807 h 3808"/>
              <a:gd name="T8" fmla="*/ 0 w 12458"/>
              <a:gd name="T9" fmla="*/ 0 h 38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458" h="3808">
                <a:moveTo>
                  <a:pt x="0" y="0"/>
                </a:moveTo>
                <a:lnTo>
                  <a:pt x="12457" y="0"/>
                </a:lnTo>
                <a:lnTo>
                  <a:pt x="12457" y="3807"/>
                </a:lnTo>
                <a:lnTo>
                  <a:pt x="0" y="3807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9223" name="Line 7">
            <a:extLst>
              <a:ext uri="{FF2B5EF4-FFF2-40B4-BE49-F238E27FC236}">
                <a16:creationId xmlns:a16="http://schemas.microsoft.com/office/drawing/2014/main" id="{80C63310-A967-F2A7-428B-D7B1E26D82E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1588"/>
          </a:xfrm>
          <a:prstGeom prst="line">
            <a:avLst/>
          </a:prstGeom>
          <a:noFill/>
          <a:ln w="25560" cap="flat">
            <a:solidFill>
              <a:srgbClr val="17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9224" name="Text Box 8">
            <a:extLst>
              <a:ext uri="{FF2B5EF4-FFF2-40B4-BE49-F238E27FC236}">
                <a16:creationId xmlns:a16="http://schemas.microsoft.com/office/drawing/2014/main" id="{6B259521-AF9D-3972-1C95-E8D2672D4F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3075" y="215900"/>
            <a:ext cx="22098000" cy="154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20375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Positie</a:t>
            </a:r>
          </a:p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kiezen (V)</a:t>
            </a:r>
          </a:p>
        </p:txBody>
      </p:sp>
      <p:sp>
        <p:nvSpPr>
          <p:cNvPr id="9225" name="Text Box 9">
            <a:extLst>
              <a:ext uri="{FF2B5EF4-FFF2-40B4-BE49-F238E27FC236}">
                <a16:creationId xmlns:a16="http://schemas.microsoft.com/office/drawing/2014/main" id="{B20A9553-D99C-9978-D227-215E331B8E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56450" y="2087563"/>
            <a:ext cx="4159250" cy="1111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1576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>
              <a:lnSpc>
                <a:spcPct val="84000"/>
              </a:lnSpc>
            </a:pPr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“Voorkomen van doelpogingen of potentieel gevaar (voorzet, dribbel, pass of schot) van de tegenstander d.m.v. de positiekeuze”</a:t>
            </a:r>
          </a:p>
        </p:txBody>
      </p:sp>
      <p:sp>
        <p:nvSpPr>
          <p:cNvPr id="9226" name="Text Box 10">
            <a:extLst>
              <a:ext uri="{FF2B5EF4-FFF2-40B4-BE49-F238E27FC236}">
                <a16:creationId xmlns:a16="http://schemas.microsoft.com/office/drawing/2014/main" id="{54CF3F30-AC56-8F7A-AC5F-5F455AFDBB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 marL="263525" indent="-26352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Man &amp; bal?</a:t>
            </a:r>
          </a:p>
          <a:p>
            <a:pP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Lichaamspositie</a:t>
            </a:r>
          </a:p>
          <a:p>
            <a:pP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Hoge of lage lijn?</a:t>
            </a:r>
          </a:p>
          <a:p>
            <a:pP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Gevaarherkenning</a:t>
            </a:r>
          </a:p>
          <a:p>
            <a:pP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Afstanden linies</a:t>
            </a:r>
          </a:p>
          <a:p>
            <a:pP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Drukzetten / doordekken</a:t>
            </a:r>
          </a:p>
          <a:p>
            <a:pP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Lijnen dichtzetten</a:t>
            </a:r>
          </a:p>
          <a:p>
            <a:pP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9227" name="Text Box 11">
            <a:extLst>
              <a:ext uri="{FF2B5EF4-FFF2-40B4-BE49-F238E27FC236}">
                <a16:creationId xmlns:a16="http://schemas.microsoft.com/office/drawing/2014/main" id="{5DFDB0DF-6BD1-E0EA-D421-634227C8DC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38950" y="3562350"/>
            <a:ext cx="6237288" cy="438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000" b="1">
                <a:solidFill>
                  <a:srgbClr val="17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9228" name="Rectangle 12">
            <a:extLst>
              <a:ext uri="{FF2B5EF4-FFF2-40B4-BE49-F238E27FC236}">
                <a16:creationId xmlns:a16="http://schemas.microsoft.com/office/drawing/2014/main" id="{3EFDACD9-277E-BC77-7119-DDF3C8D5DAD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9229" name="Rectangle 13">
            <a:extLst>
              <a:ext uri="{FF2B5EF4-FFF2-40B4-BE49-F238E27FC236}">
                <a16:creationId xmlns:a16="http://schemas.microsoft.com/office/drawing/2014/main" id="{B2CFF6FA-4B40-CCBE-5D57-A587B227482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1" name="Picture 1">
            <a:extLst>
              <a:ext uri="{FF2B5EF4-FFF2-40B4-BE49-F238E27FC236}">
                <a16:creationId xmlns:a16="http://schemas.microsoft.com/office/drawing/2014/main" id="{2D863E28-3C45-6FC8-886E-D0E16AE8EE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0242" name="Freeform 2">
            <a:extLst>
              <a:ext uri="{FF2B5EF4-FFF2-40B4-BE49-F238E27FC236}">
                <a16:creationId xmlns:a16="http://schemas.microsoft.com/office/drawing/2014/main" id="{6AE25337-F604-A3BB-ADC0-BE9361E2A6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custGeom>
            <a:avLst/>
            <a:gdLst>
              <a:gd name="T0" fmla="*/ 0 w 66421"/>
              <a:gd name="T1" fmla="*/ 0 h 6716"/>
              <a:gd name="T2" fmla="*/ 884 w 66421"/>
              <a:gd name="T3" fmla="*/ 0 h 6716"/>
              <a:gd name="T4" fmla="*/ 884 w 66421"/>
              <a:gd name="T5" fmla="*/ 6715 h 6716"/>
              <a:gd name="T6" fmla="*/ 0 w 66421"/>
              <a:gd name="T7" fmla="*/ 6715 h 6716"/>
              <a:gd name="T8" fmla="*/ 0 w 66421"/>
              <a:gd name="T9" fmla="*/ 0 h 67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6421" h="6716">
                <a:moveTo>
                  <a:pt x="0" y="0"/>
                </a:moveTo>
                <a:lnTo>
                  <a:pt x="884" y="0"/>
                </a:lnTo>
                <a:lnTo>
                  <a:pt x="884" y="6715"/>
                </a:lnTo>
                <a:lnTo>
                  <a:pt x="0" y="6715"/>
                </a:lnTo>
                <a:lnTo>
                  <a:pt x="0" y="0"/>
                </a:lnTo>
              </a:path>
            </a:pathLst>
          </a:custGeom>
          <a:solidFill>
            <a:srgbClr val="929292">
              <a:alpha val="89999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0243" name="Freeform 3">
            <a:extLst>
              <a:ext uri="{FF2B5EF4-FFF2-40B4-BE49-F238E27FC236}">
                <a16:creationId xmlns:a16="http://schemas.microsoft.com/office/drawing/2014/main" id="{7319C664-DEF0-D70D-D141-467EE535B1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custGeom>
            <a:avLst/>
            <a:gdLst>
              <a:gd name="T0" fmla="*/ 0 w 65793"/>
              <a:gd name="T1" fmla="*/ 0 h 5536"/>
              <a:gd name="T2" fmla="*/ 256 w 65793"/>
              <a:gd name="T3" fmla="*/ 0 h 5536"/>
              <a:gd name="T4" fmla="*/ 256 w 65793"/>
              <a:gd name="T5" fmla="*/ 5535 h 5536"/>
              <a:gd name="T6" fmla="*/ 0 w 65793"/>
              <a:gd name="T7" fmla="*/ 5535 h 5536"/>
              <a:gd name="T8" fmla="*/ 0 w 65793"/>
              <a:gd name="T9" fmla="*/ 0 h 5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793" h="5536">
                <a:moveTo>
                  <a:pt x="0" y="0"/>
                </a:moveTo>
                <a:lnTo>
                  <a:pt x="256" y="0"/>
                </a:lnTo>
                <a:lnTo>
                  <a:pt x="256" y="5535"/>
                </a:lnTo>
                <a:lnTo>
                  <a:pt x="0" y="5535"/>
                </a:lnTo>
                <a:lnTo>
                  <a:pt x="0" y="0"/>
                </a:lnTo>
              </a:path>
            </a:pathLst>
          </a:custGeom>
          <a:solidFill>
            <a:srgbClr val="D5D5D5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0244" name="Freeform 4">
            <a:extLst>
              <a:ext uri="{FF2B5EF4-FFF2-40B4-BE49-F238E27FC236}">
                <a16:creationId xmlns:a16="http://schemas.microsoft.com/office/drawing/2014/main" id="{D5854D0C-2748-CD57-E7E8-B7F6640B10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custGeom>
            <a:avLst/>
            <a:gdLst>
              <a:gd name="T0" fmla="*/ 0 w 13463"/>
              <a:gd name="T1" fmla="*/ 0 h 9023"/>
              <a:gd name="T2" fmla="*/ 13462 w 13463"/>
              <a:gd name="T3" fmla="*/ 0 h 9023"/>
              <a:gd name="T4" fmla="*/ 13462 w 13463"/>
              <a:gd name="T5" fmla="*/ 9022 h 9023"/>
              <a:gd name="T6" fmla="*/ 0 w 13463"/>
              <a:gd name="T7" fmla="*/ 9022 h 9023"/>
              <a:gd name="T8" fmla="*/ 0 w 13463"/>
              <a:gd name="T9" fmla="*/ 0 h 90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3463" h="9023">
                <a:moveTo>
                  <a:pt x="0" y="0"/>
                </a:moveTo>
                <a:lnTo>
                  <a:pt x="13462" y="0"/>
                </a:lnTo>
                <a:lnTo>
                  <a:pt x="13462" y="9022"/>
                </a:lnTo>
                <a:lnTo>
                  <a:pt x="0" y="9022"/>
                </a:lnTo>
                <a:lnTo>
                  <a:pt x="0" y="0"/>
                </a:lnTo>
              </a:path>
            </a:pathLst>
          </a:custGeom>
          <a:solidFill>
            <a:srgbClr val="163783">
              <a:alpha val="48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0245" name="Line 5">
            <a:extLst>
              <a:ext uri="{FF2B5EF4-FFF2-40B4-BE49-F238E27FC236}">
                <a16:creationId xmlns:a16="http://schemas.microsoft.com/office/drawing/2014/main" id="{8623E620-5CDA-DC10-F4CD-1C380CA18A07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1587"/>
          </a:xfrm>
          <a:prstGeom prst="line">
            <a:avLst/>
          </a:prstGeom>
          <a:noFill/>
          <a:ln w="10152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0246" name="Freeform 6">
            <a:extLst>
              <a:ext uri="{FF2B5EF4-FFF2-40B4-BE49-F238E27FC236}">
                <a16:creationId xmlns:a16="http://schemas.microsoft.com/office/drawing/2014/main" id="{1E5F7B2B-3318-0A3A-ED30-7EB1E93D33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4688" cy="1371600"/>
          </a:xfrm>
          <a:custGeom>
            <a:avLst/>
            <a:gdLst>
              <a:gd name="T0" fmla="*/ 0 w 12458"/>
              <a:gd name="T1" fmla="*/ 0 h 3808"/>
              <a:gd name="T2" fmla="*/ 12457 w 12458"/>
              <a:gd name="T3" fmla="*/ 0 h 3808"/>
              <a:gd name="T4" fmla="*/ 12457 w 12458"/>
              <a:gd name="T5" fmla="*/ 3807 h 3808"/>
              <a:gd name="T6" fmla="*/ 0 w 12458"/>
              <a:gd name="T7" fmla="*/ 3807 h 3808"/>
              <a:gd name="T8" fmla="*/ 0 w 12458"/>
              <a:gd name="T9" fmla="*/ 0 h 38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458" h="3808">
                <a:moveTo>
                  <a:pt x="0" y="0"/>
                </a:moveTo>
                <a:lnTo>
                  <a:pt x="12457" y="0"/>
                </a:lnTo>
                <a:lnTo>
                  <a:pt x="12457" y="3807"/>
                </a:lnTo>
                <a:lnTo>
                  <a:pt x="0" y="3807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0247" name="Line 7">
            <a:extLst>
              <a:ext uri="{FF2B5EF4-FFF2-40B4-BE49-F238E27FC236}">
                <a16:creationId xmlns:a16="http://schemas.microsoft.com/office/drawing/2014/main" id="{311F4337-C7D9-1ED1-BA20-79E1F2669F6F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1588"/>
          </a:xfrm>
          <a:prstGeom prst="line">
            <a:avLst/>
          </a:prstGeom>
          <a:noFill/>
          <a:ln w="25560" cap="flat">
            <a:solidFill>
              <a:srgbClr val="17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0248" name="Text Box 8">
            <a:extLst>
              <a:ext uri="{FF2B5EF4-FFF2-40B4-BE49-F238E27FC236}">
                <a16:creationId xmlns:a16="http://schemas.microsoft.com/office/drawing/2014/main" id="{45FA5ADC-F915-CB34-1B8D-075E6C11D0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38950" y="3562350"/>
            <a:ext cx="6237288" cy="438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000" b="1">
                <a:solidFill>
                  <a:srgbClr val="17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10249" name="Text Box 9">
            <a:extLst>
              <a:ext uri="{FF2B5EF4-FFF2-40B4-BE49-F238E27FC236}">
                <a16:creationId xmlns:a16="http://schemas.microsoft.com/office/drawing/2014/main" id="{E3006B9A-D491-9795-D30E-EBB48032E8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3075" y="215900"/>
            <a:ext cx="22098000" cy="154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94225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75000"/>
              </a:lnSpc>
            </a:pPr>
            <a:r>
              <a:rPr lang="en-US" altLang="LID4096" sz="47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Voorbij spelen</a:t>
            </a:r>
          </a:p>
          <a:p>
            <a:pPr>
              <a:lnSpc>
                <a:spcPct val="75000"/>
              </a:lnSpc>
            </a:pPr>
            <a:r>
              <a:rPr lang="en-US" altLang="LID4096" sz="47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tegenstander</a:t>
            </a:r>
          </a:p>
        </p:txBody>
      </p:sp>
      <p:sp>
        <p:nvSpPr>
          <p:cNvPr id="10250" name="Text Box 10">
            <a:extLst>
              <a:ext uri="{FF2B5EF4-FFF2-40B4-BE49-F238E27FC236}">
                <a16:creationId xmlns:a16="http://schemas.microsoft.com/office/drawing/2014/main" id="{09A6A0BB-C862-C33E-A8B3-8B51F092E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56450" y="2087563"/>
            <a:ext cx="4159250" cy="1033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1576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>
              <a:lnSpc>
                <a:spcPct val="84000"/>
              </a:lnSpc>
            </a:pPr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“Pogingen om tegenstanders voorbij te spelen met een passeer actie of een 1-2 combinatie”</a:t>
            </a:r>
          </a:p>
        </p:txBody>
      </p:sp>
      <p:sp>
        <p:nvSpPr>
          <p:cNvPr id="10251" name="Text Box 11">
            <a:extLst>
              <a:ext uri="{FF2B5EF4-FFF2-40B4-BE49-F238E27FC236}">
                <a16:creationId xmlns:a16="http://schemas.microsoft.com/office/drawing/2014/main" id="{3C6B7F25-DE36-F302-0D3F-50E03C4AAB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613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54000" indent="-2540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63525" indent="-26352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SzPct val="45000"/>
              <a:buFont typeface="Times New Roman" panose="02020603050405020304" pitchFamily="18" charset="0"/>
              <a:buChar char="•"/>
            </a:pPr>
            <a:endParaRPr lang="en-US" altLang="LID4096"/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Acties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Kracht of snelheid?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Binnendoor-buitenom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Timing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Combinatiespel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Hoe vaak?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Eindresultaat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10252" name="Rectangle 12">
            <a:extLst>
              <a:ext uri="{FF2B5EF4-FFF2-40B4-BE49-F238E27FC236}">
                <a16:creationId xmlns:a16="http://schemas.microsoft.com/office/drawing/2014/main" id="{60B5564C-BC3E-C626-C5C8-D31968D916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10253" name="Rectangle 13">
            <a:extLst>
              <a:ext uri="{FF2B5EF4-FFF2-40B4-BE49-F238E27FC236}">
                <a16:creationId xmlns:a16="http://schemas.microsoft.com/office/drawing/2014/main" id="{1D2B1215-9783-309C-B825-1A4350D261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5" name="Picture 1">
            <a:extLst>
              <a:ext uri="{FF2B5EF4-FFF2-40B4-BE49-F238E27FC236}">
                <a16:creationId xmlns:a16="http://schemas.microsoft.com/office/drawing/2014/main" id="{77064355-690F-F3D2-6073-1C582B38AA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1266" name="Freeform 2">
            <a:extLst>
              <a:ext uri="{FF2B5EF4-FFF2-40B4-BE49-F238E27FC236}">
                <a16:creationId xmlns:a16="http://schemas.microsoft.com/office/drawing/2014/main" id="{C31AAF8D-98C5-EDD5-D6F7-82FAFBE393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custGeom>
            <a:avLst/>
            <a:gdLst>
              <a:gd name="T0" fmla="*/ 0 w 66421"/>
              <a:gd name="T1" fmla="*/ 0 h 6716"/>
              <a:gd name="T2" fmla="*/ 884 w 66421"/>
              <a:gd name="T3" fmla="*/ 0 h 6716"/>
              <a:gd name="T4" fmla="*/ 884 w 66421"/>
              <a:gd name="T5" fmla="*/ 6715 h 6716"/>
              <a:gd name="T6" fmla="*/ 0 w 66421"/>
              <a:gd name="T7" fmla="*/ 6715 h 6716"/>
              <a:gd name="T8" fmla="*/ 0 w 66421"/>
              <a:gd name="T9" fmla="*/ 0 h 67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6421" h="6716">
                <a:moveTo>
                  <a:pt x="0" y="0"/>
                </a:moveTo>
                <a:lnTo>
                  <a:pt x="884" y="0"/>
                </a:lnTo>
                <a:lnTo>
                  <a:pt x="884" y="6715"/>
                </a:lnTo>
                <a:lnTo>
                  <a:pt x="0" y="6715"/>
                </a:lnTo>
                <a:lnTo>
                  <a:pt x="0" y="0"/>
                </a:lnTo>
              </a:path>
            </a:pathLst>
          </a:custGeom>
          <a:solidFill>
            <a:srgbClr val="929292">
              <a:alpha val="89999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1267" name="Freeform 3">
            <a:extLst>
              <a:ext uri="{FF2B5EF4-FFF2-40B4-BE49-F238E27FC236}">
                <a16:creationId xmlns:a16="http://schemas.microsoft.com/office/drawing/2014/main" id="{42BBA149-1702-55D3-09BF-574D030DC8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custGeom>
            <a:avLst/>
            <a:gdLst>
              <a:gd name="T0" fmla="*/ 0 w 65793"/>
              <a:gd name="T1" fmla="*/ 0 h 5536"/>
              <a:gd name="T2" fmla="*/ 256 w 65793"/>
              <a:gd name="T3" fmla="*/ 0 h 5536"/>
              <a:gd name="T4" fmla="*/ 256 w 65793"/>
              <a:gd name="T5" fmla="*/ 5535 h 5536"/>
              <a:gd name="T6" fmla="*/ 0 w 65793"/>
              <a:gd name="T7" fmla="*/ 5535 h 5536"/>
              <a:gd name="T8" fmla="*/ 0 w 65793"/>
              <a:gd name="T9" fmla="*/ 0 h 5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793" h="5536">
                <a:moveTo>
                  <a:pt x="0" y="0"/>
                </a:moveTo>
                <a:lnTo>
                  <a:pt x="256" y="0"/>
                </a:lnTo>
                <a:lnTo>
                  <a:pt x="256" y="5535"/>
                </a:lnTo>
                <a:lnTo>
                  <a:pt x="0" y="5535"/>
                </a:lnTo>
                <a:lnTo>
                  <a:pt x="0" y="0"/>
                </a:lnTo>
              </a:path>
            </a:pathLst>
          </a:custGeom>
          <a:solidFill>
            <a:srgbClr val="D5D5D5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1268" name="Freeform 4">
            <a:extLst>
              <a:ext uri="{FF2B5EF4-FFF2-40B4-BE49-F238E27FC236}">
                <a16:creationId xmlns:a16="http://schemas.microsoft.com/office/drawing/2014/main" id="{3A8A28A2-7440-0CAA-ABC2-93DEA432AE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custGeom>
            <a:avLst/>
            <a:gdLst>
              <a:gd name="T0" fmla="*/ 0 w 13463"/>
              <a:gd name="T1" fmla="*/ 0 h 9023"/>
              <a:gd name="T2" fmla="*/ 13462 w 13463"/>
              <a:gd name="T3" fmla="*/ 0 h 9023"/>
              <a:gd name="T4" fmla="*/ 13462 w 13463"/>
              <a:gd name="T5" fmla="*/ 9022 h 9023"/>
              <a:gd name="T6" fmla="*/ 0 w 13463"/>
              <a:gd name="T7" fmla="*/ 9022 h 9023"/>
              <a:gd name="T8" fmla="*/ 0 w 13463"/>
              <a:gd name="T9" fmla="*/ 0 h 90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3463" h="9023">
                <a:moveTo>
                  <a:pt x="0" y="0"/>
                </a:moveTo>
                <a:lnTo>
                  <a:pt x="13462" y="0"/>
                </a:lnTo>
                <a:lnTo>
                  <a:pt x="13462" y="9022"/>
                </a:lnTo>
                <a:lnTo>
                  <a:pt x="0" y="9022"/>
                </a:lnTo>
                <a:lnTo>
                  <a:pt x="0" y="0"/>
                </a:lnTo>
              </a:path>
            </a:pathLst>
          </a:custGeom>
          <a:solidFill>
            <a:srgbClr val="163783">
              <a:alpha val="48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1269" name="Line 5">
            <a:extLst>
              <a:ext uri="{FF2B5EF4-FFF2-40B4-BE49-F238E27FC236}">
                <a16:creationId xmlns:a16="http://schemas.microsoft.com/office/drawing/2014/main" id="{27DDEBF6-65E2-7977-16D2-D59056767E63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1587"/>
          </a:xfrm>
          <a:prstGeom prst="line">
            <a:avLst/>
          </a:prstGeom>
          <a:noFill/>
          <a:ln w="10152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1270" name="Freeform 6">
            <a:extLst>
              <a:ext uri="{FF2B5EF4-FFF2-40B4-BE49-F238E27FC236}">
                <a16:creationId xmlns:a16="http://schemas.microsoft.com/office/drawing/2014/main" id="{F8197B46-D2F7-759A-6A43-9733673F1B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4688" cy="1371600"/>
          </a:xfrm>
          <a:custGeom>
            <a:avLst/>
            <a:gdLst>
              <a:gd name="T0" fmla="*/ 0 w 12458"/>
              <a:gd name="T1" fmla="*/ 0 h 3808"/>
              <a:gd name="T2" fmla="*/ 12457 w 12458"/>
              <a:gd name="T3" fmla="*/ 0 h 3808"/>
              <a:gd name="T4" fmla="*/ 12457 w 12458"/>
              <a:gd name="T5" fmla="*/ 3807 h 3808"/>
              <a:gd name="T6" fmla="*/ 0 w 12458"/>
              <a:gd name="T7" fmla="*/ 3807 h 3808"/>
              <a:gd name="T8" fmla="*/ 0 w 12458"/>
              <a:gd name="T9" fmla="*/ 0 h 38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458" h="3808">
                <a:moveTo>
                  <a:pt x="0" y="0"/>
                </a:moveTo>
                <a:lnTo>
                  <a:pt x="12457" y="0"/>
                </a:lnTo>
                <a:lnTo>
                  <a:pt x="12457" y="3807"/>
                </a:lnTo>
                <a:lnTo>
                  <a:pt x="0" y="3807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1271" name="Line 7">
            <a:extLst>
              <a:ext uri="{FF2B5EF4-FFF2-40B4-BE49-F238E27FC236}">
                <a16:creationId xmlns:a16="http://schemas.microsoft.com/office/drawing/2014/main" id="{668B6D07-1571-B77B-1695-0BA21C473DF2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1588"/>
          </a:xfrm>
          <a:prstGeom prst="line">
            <a:avLst/>
          </a:prstGeom>
          <a:noFill/>
          <a:ln w="25560" cap="flat">
            <a:solidFill>
              <a:srgbClr val="17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1272" name="Text Box 8">
            <a:extLst>
              <a:ext uri="{FF2B5EF4-FFF2-40B4-BE49-F238E27FC236}">
                <a16:creationId xmlns:a16="http://schemas.microsoft.com/office/drawing/2014/main" id="{DC7A5662-B8DB-9E15-B388-98175E844E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38950" y="3562350"/>
            <a:ext cx="6237288" cy="438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000" b="1">
                <a:solidFill>
                  <a:srgbClr val="17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11273" name="Text Box 9">
            <a:extLst>
              <a:ext uri="{FF2B5EF4-FFF2-40B4-BE49-F238E27FC236}">
                <a16:creationId xmlns:a16="http://schemas.microsoft.com/office/drawing/2014/main" id="{E0E0092B-D586-86A5-665A-E64DFB5A93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3075" y="215900"/>
            <a:ext cx="22098000" cy="154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20375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Positie</a:t>
            </a:r>
          </a:p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kiezen (A)</a:t>
            </a:r>
          </a:p>
        </p:txBody>
      </p:sp>
      <p:sp>
        <p:nvSpPr>
          <p:cNvPr id="11274" name="Text Box 10">
            <a:extLst>
              <a:ext uri="{FF2B5EF4-FFF2-40B4-BE49-F238E27FC236}">
                <a16:creationId xmlns:a16="http://schemas.microsoft.com/office/drawing/2014/main" id="{06DA675C-F689-5C38-3869-7C04DCE3D6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56450" y="2087563"/>
            <a:ext cx="4159250" cy="1033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“Passes ontvangen of geslaagde vrijloop-acties voor teamgenoten in de half-spaces en/of final third”</a:t>
            </a:r>
          </a:p>
        </p:txBody>
      </p:sp>
      <p:sp>
        <p:nvSpPr>
          <p:cNvPr id="11275" name="Text Box 11">
            <a:extLst>
              <a:ext uri="{FF2B5EF4-FFF2-40B4-BE49-F238E27FC236}">
                <a16:creationId xmlns:a16="http://schemas.microsoft.com/office/drawing/2014/main" id="{BA59B09C-507A-F493-B4BB-9967E7B610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613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54000" indent="-2540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63525" indent="-26352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SzPct val="45000"/>
              <a:buFont typeface="Times New Roman" panose="02020603050405020304" pitchFamily="18" charset="0"/>
              <a:buChar char="•"/>
            </a:pPr>
            <a:endParaRPr lang="en-US" altLang="LID4096"/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Ruimte herkenning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Scannen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Inzicht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Overload / 3e man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Aanspeelbaar zijn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Roteren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Actieve zones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11276" name="Rectangle 12">
            <a:extLst>
              <a:ext uri="{FF2B5EF4-FFF2-40B4-BE49-F238E27FC236}">
                <a16:creationId xmlns:a16="http://schemas.microsoft.com/office/drawing/2014/main" id="{501336BE-FA23-1D1E-3189-F0B52DAC0EA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11277" name="Rectangle 13">
            <a:extLst>
              <a:ext uri="{FF2B5EF4-FFF2-40B4-BE49-F238E27FC236}">
                <a16:creationId xmlns:a16="http://schemas.microsoft.com/office/drawing/2014/main" id="{712CFB29-E73E-E62F-0461-04271BAF3FD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8" r:id="rId5"/>
    <p:sldLayoutId id="2147483779" r:id="rId6"/>
    <p:sldLayoutId id="2147483780" r:id="rId7"/>
    <p:sldLayoutId id="2147483781" r:id="rId8"/>
    <p:sldLayoutId id="2147483782" r:id="rId9"/>
    <p:sldLayoutId id="2147483783" r:id="rId10"/>
    <p:sldLayoutId id="2147483784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89" name="Picture 1">
            <a:extLst>
              <a:ext uri="{FF2B5EF4-FFF2-40B4-BE49-F238E27FC236}">
                <a16:creationId xmlns:a16="http://schemas.microsoft.com/office/drawing/2014/main" id="{AB02D10D-B616-F3EA-0521-0DEE6AC46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2290" name="Freeform 2">
            <a:extLst>
              <a:ext uri="{FF2B5EF4-FFF2-40B4-BE49-F238E27FC236}">
                <a16:creationId xmlns:a16="http://schemas.microsoft.com/office/drawing/2014/main" id="{F8162F9D-C0D3-4638-E099-2FC76DE814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custGeom>
            <a:avLst/>
            <a:gdLst>
              <a:gd name="T0" fmla="*/ 0 w 66421"/>
              <a:gd name="T1" fmla="*/ 0 h 6716"/>
              <a:gd name="T2" fmla="*/ 884 w 66421"/>
              <a:gd name="T3" fmla="*/ 0 h 6716"/>
              <a:gd name="T4" fmla="*/ 884 w 66421"/>
              <a:gd name="T5" fmla="*/ 6715 h 6716"/>
              <a:gd name="T6" fmla="*/ 0 w 66421"/>
              <a:gd name="T7" fmla="*/ 6715 h 6716"/>
              <a:gd name="T8" fmla="*/ 0 w 66421"/>
              <a:gd name="T9" fmla="*/ 0 h 67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6421" h="6716">
                <a:moveTo>
                  <a:pt x="0" y="0"/>
                </a:moveTo>
                <a:lnTo>
                  <a:pt x="884" y="0"/>
                </a:lnTo>
                <a:lnTo>
                  <a:pt x="884" y="6715"/>
                </a:lnTo>
                <a:lnTo>
                  <a:pt x="0" y="6715"/>
                </a:lnTo>
                <a:lnTo>
                  <a:pt x="0" y="0"/>
                </a:lnTo>
              </a:path>
            </a:pathLst>
          </a:custGeom>
          <a:solidFill>
            <a:srgbClr val="929292">
              <a:alpha val="89999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2291" name="Freeform 3">
            <a:extLst>
              <a:ext uri="{FF2B5EF4-FFF2-40B4-BE49-F238E27FC236}">
                <a16:creationId xmlns:a16="http://schemas.microsoft.com/office/drawing/2014/main" id="{83FC3705-C7A7-1B57-22BC-11FA28630C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custGeom>
            <a:avLst/>
            <a:gdLst>
              <a:gd name="T0" fmla="*/ 0 w 65793"/>
              <a:gd name="T1" fmla="*/ 0 h 5536"/>
              <a:gd name="T2" fmla="*/ 256 w 65793"/>
              <a:gd name="T3" fmla="*/ 0 h 5536"/>
              <a:gd name="T4" fmla="*/ 256 w 65793"/>
              <a:gd name="T5" fmla="*/ 5535 h 5536"/>
              <a:gd name="T6" fmla="*/ 0 w 65793"/>
              <a:gd name="T7" fmla="*/ 5535 h 5536"/>
              <a:gd name="T8" fmla="*/ 0 w 65793"/>
              <a:gd name="T9" fmla="*/ 0 h 5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793" h="5536">
                <a:moveTo>
                  <a:pt x="0" y="0"/>
                </a:moveTo>
                <a:lnTo>
                  <a:pt x="256" y="0"/>
                </a:lnTo>
                <a:lnTo>
                  <a:pt x="256" y="5535"/>
                </a:lnTo>
                <a:lnTo>
                  <a:pt x="0" y="5535"/>
                </a:lnTo>
                <a:lnTo>
                  <a:pt x="0" y="0"/>
                </a:lnTo>
              </a:path>
            </a:pathLst>
          </a:custGeom>
          <a:solidFill>
            <a:srgbClr val="D5D5D5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2292" name="Freeform 4">
            <a:extLst>
              <a:ext uri="{FF2B5EF4-FFF2-40B4-BE49-F238E27FC236}">
                <a16:creationId xmlns:a16="http://schemas.microsoft.com/office/drawing/2014/main" id="{40343049-5FE1-B694-94FB-48B5E0FDC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custGeom>
            <a:avLst/>
            <a:gdLst>
              <a:gd name="T0" fmla="*/ 0 w 13463"/>
              <a:gd name="T1" fmla="*/ 0 h 9023"/>
              <a:gd name="T2" fmla="*/ 13462 w 13463"/>
              <a:gd name="T3" fmla="*/ 0 h 9023"/>
              <a:gd name="T4" fmla="*/ 13462 w 13463"/>
              <a:gd name="T5" fmla="*/ 9022 h 9023"/>
              <a:gd name="T6" fmla="*/ 0 w 13463"/>
              <a:gd name="T7" fmla="*/ 9022 h 9023"/>
              <a:gd name="T8" fmla="*/ 0 w 13463"/>
              <a:gd name="T9" fmla="*/ 0 h 90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3463" h="9023">
                <a:moveTo>
                  <a:pt x="0" y="0"/>
                </a:moveTo>
                <a:lnTo>
                  <a:pt x="13462" y="0"/>
                </a:lnTo>
                <a:lnTo>
                  <a:pt x="13462" y="9022"/>
                </a:lnTo>
                <a:lnTo>
                  <a:pt x="0" y="9022"/>
                </a:lnTo>
                <a:lnTo>
                  <a:pt x="0" y="0"/>
                </a:lnTo>
              </a:path>
            </a:pathLst>
          </a:custGeom>
          <a:solidFill>
            <a:srgbClr val="163783">
              <a:alpha val="48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2293" name="Line 5">
            <a:extLst>
              <a:ext uri="{FF2B5EF4-FFF2-40B4-BE49-F238E27FC236}">
                <a16:creationId xmlns:a16="http://schemas.microsoft.com/office/drawing/2014/main" id="{A4B4F531-143D-33BE-A74D-266CC48A7EEB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1587"/>
          </a:xfrm>
          <a:prstGeom prst="line">
            <a:avLst/>
          </a:prstGeom>
          <a:noFill/>
          <a:ln w="10152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2294" name="Freeform 6">
            <a:extLst>
              <a:ext uri="{FF2B5EF4-FFF2-40B4-BE49-F238E27FC236}">
                <a16:creationId xmlns:a16="http://schemas.microsoft.com/office/drawing/2014/main" id="{C9A30597-7AE0-61A5-4FF9-42035CEF7D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4688" cy="1371600"/>
          </a:xfrm>
          <a:custGeom>
            <a:avLst/>
            <a:gdLst>
              <a:gd name="T0" fmla="*/ 0 w 12458"/>
              <a:gd name="T1" fmla="*/ 0 h 3808"/>
              <a:gd name="T2" fmla="*/ 12457 w 12458"/>
              <a:gd name="T3" fmla="*/ 0 h 3808"/>
              <a:gd name="T4" fmla="*/ 12457 w 12458"/>
              <a:gd name="T5" fmla="*/ 3807 h 3808"/>
              <a:gd name="T6" fmla="*/ 0 w 12458"/>
              <a:gd name="T7" fmla="*/ 3807 h 3808"/>
              <a:gd name="T8" fmla="*/ 0 w 12458"/>
              <a:gd name="T9" fmla="*/ 0 h 38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458" h="3808">
                <a:moveTo>
                  <a:pt x="0" y="0"/>
                </a:moveTo>
                <a:lnTo>
                  <a:pt x="12457" y="0"/>
                </a:lnTo>
                <a:lnTo>
                  <a:pt x="12457" y="3807"/>
                </a:lnTo>
                <a:lnTo>
                  <a:pt x="0" y="3807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2295" name="Line 7">
            <a:extLst>
              <a:ext uri="{FF2B5EF4-FFF2-40B4-BE49-F238E27FC236}">
                <a16:creationId xmlns:a16="http://schemas.microsoft.com/office/drawing/2014/main" id="{BC7D9CBD-B1F9-4DD2-FAA3-EB0D8009FDB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1588"/>
          </a:xfrm>
          <a:prstGeom prst="line">
            <a:avLst/>
          </a:prstGeom>
          <a:noFill/>
          <a:ln w="25560" cap="flat">
            <a:solidFill>
              <a:srgbClr val="17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2296" name="Text Box 8">
            <a:extLst>
              <a:ext uri="{FF2B5EF4-FFF2-40B4-BE49-F238E27FC236}">
                <a16:creationId xmlns:a16="http://schemas.microsoft.com/office/drawing/2014/main" id="{F6283A1F-F25B-A3AC-8164-17E9518DE3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38950" y="3562350"/>
            <a:ext cx="6237288" cy="438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000" b="1">
                <a:solidFill>
                  <a:srgbClr val="17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12297" name="Text Box 9">
            <a:extLst>
              <a:ext uri="{FF2B5EF4-FFF2-40B4-BE49-F238E27FC236}">
                <a16:creationId xmlns:a16="http://schemas.microsoft.com/office/drawing/2014/main" id="{2CDD69E4-D4D4-0B49-5974-0D9858C43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3075" y="215900"/>
            <a:ext cx="22098000" cy="154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20375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Duelkracht</a:t>
            </a:r>
          </a:p>
        </p:txBody>
      </p:sp>
      <p:sp>
        <p:nvSpPr>
          <p:cNvPr id="12298" name="Text Box 10">
            <a:extLst>
              <a:ext uri="{FF2B5EF4-FFF2-40B4-BE49-F238E27FC236}">
                <a16:creationId xmlns:a16="http://schemas.microsoft.com/office/drawing/2014/main" id="{2E17AE0B-D016-1497-8136-AD7076D109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91363" y="2397125"/>
            <a:ext cx="4159250" cy="781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1576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>
              <a:lnSpc>
                <a:spcPct val="84000"/>
              </a:lnSpc>
            </a:pPr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“Geslaagde pogingen om de bal </a:t>
            </a:r>
          </a:p>
          <a:p>
            <a:pPr algn="ctr">
              <a:lnSpc>
                <a:spcPct val="84000"/>
              </a:lnSpc>
            </a:pPr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te winnen / behouden </a:t>
            </a:r>
          </a:p>
          <a:p>
            <a:pPr algn="ctr">
              <a:lnSpc>
                <a:spcPct val="84000"/>
              </a:lnSpc>
            </a:pPr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in fysieke duels”</a:t>
            </a:r>
          </a:p>
        </p:txBody>
      </p:sp>
      <p:sp>
        <p:nvSpPr>
          <p:cNvPr id="12299" name="Text Box 11">
            <a:extLst>
              <a:ext uri="{FF2B5EF4-FFF2-40B4-BE49-F238E27FC236}">
                <a16:creationId xmlns:a16="http://schemas.microsoft.com/office/drawing/2014/main" id="{1B0134D0-3D0F-9927-4AD6-63BEA60A8A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613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54000" indent="-2540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63525" indent="-26352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SzPct val="45000"/>
              <a:buFont typeface="Times New Roman" panose="02020603050405020304" pitchFamily="18" charset="0"/>
              <a:buChar char="•"/>
            </a:pPr>
            <a:endParaRPr lang="en-US" altLang="LID4096"/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Lichaamsdeel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Grondduels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Luchtduels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Timing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Voorbereiding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Hoe vaak?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Eindresultaat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12300" name="Rectangle 12">
            <a:extLst>
              <a:ext uri="{FF2B5EF4-FFF2-40B4-BE49-F238E27FC236}">
                <a16:creationId xmlns:a16="http://schemas.microsoft.com/office/drawing/2014/main" id="{43E22D5C-2417-F667-4DBB-9344C233D3E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12301" name="Rectangle 13">
            <a:extLst>
              <a:ext uri="{FF2B5EF4-FFF2-40B4-BE49-F238E27FC236}">
                <a16:creationId xmlns:a16="http://schemas.microsoft.com/office/drawing/2014/main" id="{620422C6-4AF2-E0E1-3C1A-6AC57EA465F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789" r:id="rId5"/>
    <p:sldLayoutId id="2147483790" r:id="rId6"/>
    <p:sldLayoutId id="2147483791" r:id="rId7"/>
    <p:sldLayoutId id="2147483792" r:id="rId8"/>
    <p:sldLayoutId id="2147483793" r:id="rId9"/>
    <p:sldLayoutId id="2147483794" r:id="rId10"/>
    <p:sldLayoutId id="2147483795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3" name="Picture 1">
            <a:extLst>
              <a:ext uri="{FF2B5EF4-FFF2-40B4-BE49-F238E27FC236}">
                <a16:creationId xmlns:a16="http://schemas.microsoft.com/office/drawing/2014/main" id="{80AD5ABA-5710-72A8-E378-3CD2E9167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3314" name="Freeform 2">
            <a:extLst>
              <a:ext uri="{FF2B5EF4-FFF2-40B4-BE49-F238E27FC236}">
                <a16:creationId xmlns:a16="http://schemas.microsoft.com/office/drawing/2014/main" id="{865B7230-F700-DC54-7545-3253148EE3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custGeom>
            <a:avLst/>
            <a:gdLst>
              <a:gd name="T0" fmla="*/ 0 w 66421"/>
              <a:gd name="T1" fmla="*/ 0 h 6716"/>
              <a:gd name="T2" fmla="*/ 884 w 66421"/>
              <a:gd name="T3" fmla="*/ 0 h 6716"/>
              <a:gd name="T4" fmla="*/ 884 w 66421"/>
              <a:gd name="T5" fmla="*/ 6715 h 6716"/>
              <a:gd name="T6" fmla="*/ 0 w 66421"/>
              <a:gd name="T7" fmla="*/ 6715 h 6716"/>
              <a:gd name="T8" fmla="*/ 0 w 66421"/>
              <a:gd name="T9" fmla="*/ 0 h 67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6421" h="6716">
                <a:moveTo>
                  <a:pt x="0" y="0"/>
                </a:moveTo>
                <a:lnTo>
                  <a:pt x="884" y="0"/>
                </a:lnTo>
                <a:lnTo>
                  <a:pt x="884" y="6715"/>
                </a:lnTo>
                <a:lnTo>
                  <a:pt x="0" y="6715"/>
                </a:lnTo>
                <a:lnTo>
                  <a:pt x="0" y="0"/>
                </a:lnTo>
              </a:path>
            </a:pathLst>
          </a:custGeom>
          <a:solidFill>
            <a:srgbClr val="929292">
              <a:alpha val="89999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3315" name="Freeform 3">
            <a:extLst>
              <a:ext uri="{FF2B5EF4-FFF2-40B4-BE49-F238E27FC236}">
                <a16:creationId xmlns:a16="http://schemas.microsoft.com/office/drawing/2014/main" id="{9135D118-ED16-D65D-7DDF-7D850106C3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custGeom>
            <a:avLst/>
            <a:gdLst>
              <a:gd name="T0" fmla="*/ 0 w 65793"/>
              <a:gd name="T1" fmla="*/ 0 h 5536"/>
              <a:gd name="T2" fmla="*/ 256 w 65793"/>
              <a:gd name="T3" fmla="*/ 0 h 5536"/>
              <a:gd name="T4" fmla="*/ 256 w 65793"/>
              <a:gd name="T5" fmla="*/ 5535 h 5536"/>
              <a:gd name="T6" fmla="*/ 0 w 65793"/>
              <a:gd name="T7" fmla="*/ 5535 h 5536"/>
              <a:gd name="T8" fmla="*/ 0 w 65793"/>
              <a:gd name="T9" fmla="*/ 0 h 5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793" h="5536">
                <a:moveTo>
                  <a:pt x="0" y="0"/>
                </a:moveTo>
                <a:lnTo>
                  <a:pt x="256" y="0"/>
                </a:lnTo>
                <a:lnTo>
                  <a:pt x="256" y="5535"/>
                </a:lnTo>
                <a:lnTo>
                  <a:pt x="0" y="5535"/>
                </a:lnTo>
                <a:lnTo>
                  <a:pt x="0" y="0"/>
                </a:lnTo>
              </a:path>
            </a:pathLst>
          </a:custGeom>
          <a:solidFill>
            <a:srgbClr val="D5D5D5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3316" name="Freeform 4">
            <a:extLst>
              <a:ext uri="{FF2B5EF4-FFF2-40B4-BE49-F238E27FC236}">
                <a16:creationId xmlns:a16="http://schemas.microsoft.com/office/drawing/2014/main" id="{58CD1BA2-6977-3400-6F35-16EE7A6C5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custGeom>
            <a:avLst/>
            <a:gdLst>
              <a:gd name="T0" fmla="*/ 0 w 13463"/>
              <a:gd name="T1" fmla="*/ 0 h 9023"/>
              <a:gd name="T2" fmla="*/ 13462 w 13463"/>
              <a:gd name="T3" fmla="*/ 0 h 9023"/>
              <a:gd name="T4" fmla="*/ 13462 w 13463"/>
              <a:gd name="T5" fmla="*/ 9022 h 9023"/>
              <a:gd name="T6" fmla="*/ 0 w 13463"/>
              <a:gd name="T7" fmla="*/ 9022 h 9023"/>
              <a:gd name="T8" fmla="*/ 0 w 13463"/>
              <a:gd name="T9" fmla="*/ 0 h 90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3463" h="9023">
                <a:moveTo>
                  <a:pt x="0" y="0"/>
                </a:moveTo>
                <a:lnTo>
                  <a:pt x="13462" y="0"/>
                </a:lnTo>
                <a:lnTo>
                  <a:pt x="13462" y="9022"/>
                </a:lnTo>
                <a:lnTo>
                  <a:pt x="0" y="9022"/>
                </a:lnTo>
                <a:lnTo>
                  <a:pt x="0" y="0"/>
                </a:lnTo>
              </a:path>
            </a:pathLst>
          </a:custGeom>
          <a:solidFill>
            <a:srgbClr val="163783">
              <a:alpha val="48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3317" name="Line 5">
            <a:extLst>
              <a:ext uri="{FF2B5EF4-FFF2-40B4-BE49-F238E27FC236}">
                <a16:creationId xmlns:a16="http://schemas.microsoft.com/office/drawing/2014/main" id="{8F28C122-7AC2-C926-ABF3-AEAAD0212E1B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1587"/>
          </a:xfrm>
          <a:prstGeom prst="line">
            <a:avLst/>
          </a:prstGeom>
          <a:noFill/>
          <a:ln w="10152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3318" name="Freeform 6">
            <a:extLst>
              <a:ext uri="{FF2B5EF4-FFF2-40B4-BE49-F238E27FC236}">
                <a16:creationId xmlns:a16="http://schemas.microsoft.com/office/drawing/2014/main" id="{C136AA63-D6F5-2B57-85C2-DABDBBFAE8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4688" cy="1371600"/>
          </a:xfrm>
          <a:custGeom>
            <a:avLst/>
            <a:gdLst>
              <a:gd name="T0" fmla="*/ 0 w 12458"/>
              <a:gd name="T1" fmla="*/ 0 h 3808"/>
              <a:gd name="T2" fmla="*/ 12457 w 12458"/>
              <a:gd name="T3" fmla="*/ 0 h 3808"/>
              <a:gd name="T4" fmla="*/ 12457 w 12458"/>
              <a:gd name="T5" fmla="*/ 3807 h 3808"/>
              <a:gd name="T6" fmla="*/ 0 w 12458"/>
              <a:gd name="T7" fmla="*/ 3807 h 3808"/>
              <a:gd name="T8" fmla="*/ 0 w 12458"/>
              <a:gd name="T9" fmla="*/ 0 h 38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458" h="3808">
                <a:moveTo>
                  <a:pt x="0" y="0"/>
                </a:moveTo>
                <a:lnTo>
                  <a:pt x="12457" y="0"/>
                </a:lnTo>
                <a:lnTo>
                  <a:pt x="12457" y="3807"/>
                </a:lnTo>
                <a:lnTo>
                  <a:pt x="0" y="3807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3319" name="Line 7">
            <a:extLst>
              <a:ext uri="{FF2B5EF4-FFF2-40B4-BE49-F238E27FC236}">
                <a16:creationId xmlns:a16="http://schemas.microsoft.com/office/drawing/2014/main" id="{891745AA-811B-0660-7755-666F977D96E0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1588"/>
          </a:xfrm>
          <a:prstGeom prst="line">
            <a:avLst/>
          </a:prstGeom>
          <a:noFill/>
          <a:ln w="25560" cap="flat">
            <a:solidFill>
              <a:srgbClr val="17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3320" name="Text Box 8">
            <a:extLst>
              <a:ext uri="{FF2B5EF4-FFF2-40B4-BE49-F238E27FC236}">
                <a16:creationId xmlns:a16="http://schemas.microsoft.com/office/drawing/2014/main" id="{4200DA76-3DA8-3F06-2590-6F3BF48F1E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38950" y="3562350"/>
            <a:ext cx="6237288" cy="438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000" b="1">
                <a:solidFill>
                  <a:srgbClr val="17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13321" name="Text Box 9">
            <a:extLst>
              <a:ext uri="{FF2B5EF4-FFF2-40B4-BE49-F238E27FC236}">
                <a16:creationId xmlns:a16="http://schemas.microsoft.com/office/drawing/2014/main" id="{29BDCC97-0F9B-F501-79F4-D990C80E1C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3075" y="215900"/>
            <a:ext cx="22098000" cy="154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20375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Uithoudings</a:t>
            </a:r>
          </a:p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vermogen</a:t>
            </a:r>
          </a:p>
        </p:txBody>
      </p:sp>
      <p:sp>
        <p:nvSpPr>
          <p:cNvPr id="13322" name="Text Box 10">
            <a:extLst>
              <a:ext uri="{FF2B5EF4-FFF2-40B4-BE49-F238E27FC236}">
                <a16:creationId xmlns:a16="http://schemas.microsoft.com/office/drawing/2014/main" id="{FB37276C-2034-8496-A1F5-7124C30FB8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91363" y="2397125"/>
            <a:ext cx="4159250" cy="550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1576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>
              <a:lnSpc>
                <a:spcPct val="84000"/>
              </a:lnSpc>
            </a:pPr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“Volhouden van de positie specifieke voetbalacties”</a:t>
            </a:r>
          </a:p>
        </p:txBody>
      </p:sp>
      <p:sp>
        <p:nvSpPr>
          <p:cNvPr id="13323" name="Text Box 11">
            <a:extLst>
              <a:ext uri="{FF2B5EF4-FFF2-40B4-BE49-F238E27FC236}">
                <a16:creationId xmlns:a16="http://schemas.microsoft.com/office/drawing/2014/main" id="{CCEB2EB4-7746-754C-0F6E-FAB5ED18EF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54000" indent="-2540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63525" indent="-26352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SzPct val="45000"/>
              <a:buFont typeface="Times New Roman" panose="02020603050405020304" pitchFamily="18" charset="0"/>
              <a:buChar char="•"/>
            </a:pPr>
            <a:endParaRPr lang="en-US" altLang="LID4096"/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Intensiteit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Total distance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HI-runs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Sprints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90 min volhouden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Gemiddelde p/w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13324" name="Rectangle 12">
            <a:extLst>
              <a:ext uri="{FF2B5EF4-FFF2-40B4-BE49-F238E27FC236}">
                <a16:creationId xmlns:a16="http://schemas.microsoft.com/office/drawing/2014/main" id="{973155B7-FD95-6177-DE55-E092092D81E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13325" name="Rectangle 13">
            <a:extLst>
              <a:ext uri="{FF2B5EF4-FFF2-40B4-BE49-F238E27FC236}">
                <a16:creationId xmlns:a16="http://schemas.microsoft.com/office/drawing/2014/main" id="{8B3C9C2A-79DD-C64D-5657-1FD96E6606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6" r:id="rId1"/>
    <p:sldLayoutId id="2147483797" r:id="rId2"/>
    <p:sldLayoutId id="2147483798" r:id="rId3"/>
    <p:sldLayoutId id="2147483799" r:id="rId4"/>
    <p:sldLayoutId id="2147483800" r:id="rId5"/>
    <p:sldLayoutId id="2147483801" r:id="rId6"/>
    <p:sldLayoutId id="2147483802" r:id="rId7"/>
    <p:sldLayoutId id="2147483803" r:id="rId8"/>
    <p:sldLayoutId id="2147483804" r:id="rId9"/>
    <p:sldLayoutId id="2147483805" r:id="rId10"/>
    <p:sldLayoutId id="2147483806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7" name="Picture 1">
            <a:extLst>
              <a:ext uri="{FF2B5EF4-FFF2-40B4-BE49-F238E27FC236}">
                <a16:creationId xmlns:a16="http://schemas.microsoft.com/office/drawing/2014/main" id="{B260392F-FD4C-E58B-4817-9699CE89E8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4338" name="Freeform 2">
            <a:extLst>
              <a:ext uri="{FF2B5EF4-FFF2-40B4-BE49-F238E27FC236}">
                <a16:creationId xmlns:a16="http://schemas.microsoft.com/office/drawing/2014/main" id="{7D792A91-A33C-922C-9FCD-F2F4677F9B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custGeom>
            <a:avLst/>
            <a:gdLst>
              <a:gd name="T0" fmla="*/ 0 w 66421"/>
              <a:gd name="T1" fmla="*/ 0 h 6716"/>
              <a:gd name="T2" fmla="*/ 884 w 66421"/>
              <a:gd name="T3" fmla="*/ 0 h 6716"/>
              <a:gd name="T4" fmla="*/ 884 w 66421"/>
              <a:gd name="T5" fmla="*/ 6715 h 6716"/>
              <a:gd name="T6" fmla="*/ 0 w 66421"/>
              <a:gd name="T7" fmla="*/ 6715 h 6716"/>
              <a:gd name="T8" fmla="*/ 0 w 66421"/>
              <a:gd name="T9" fmla="*/ 0 h 67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6421" h="6716">
                <a:moveTo>
                  <a:pt x="0" y="0"/>
                </a:moveTo>
                <a:lnTo>
                  <a:pt x="884" y="0"/>
                </a:lnTo>
                <a:lnTo>
                  <a:pt x="884" y="6715"/>
                </a:lnTo>
                <a:lnTo>
                  <a:pt x="0" y="6715"/>
                </a:lnTo>
                <a:lnTo>
                  <a:pt x="0" y="0"/>
                </a:lnTo>
              </a:path>
            </a:pathLst>
          </a:custGeom>
          <a:solidFill>
            <a:srgbClr val="929292">
              <a:alpha val="89999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4339" name="Freeform 3">
            <a:extLst>
              <a:ext uri="{FF2B5EF4-FFF2-40B4-BE49-F238E27FC236}">
                <a16:creationId xmlns:a16="http://schemas.microsoft.com/office/drawing/2014/main" id="{A76BF65C-0972-4C7C-358D-DF229F1FC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custGeom>
            <a:avLst/>
            <a:gdLst>
              <a:gd name="T0" fmla="*/ 0 w 65793"/>
              <a:gd name="T1" fmla="*/ 0 h 5536"/>
              <a:gd name="T2" fmla="*/ 256 w 65793"/>
              <a:gd name="T3" fmla="*/ 0 h 5536"/>
              <a:gd name="T4" fmla="*/ 256 w 65793"/>
              <a:gd name="T5" fmla="*/ 5535 h 5536"/>
              <a:gd name="T6" fmla="*/ 0 w 65793"/>
              <a:gd name="T7" fmla="*/ 5535 h 5536"/>
              <a:gd name="T8" fmla="*/ 0 w 65793"/>
              <a:gd name="T9" fmla="*/ 0 h 5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793" h="5536">
                <a:moveTo>
                  <a:pt x="0" y="0"/>
                </a:moveTo>
                <a:lnTo>
                  <a:pt x="256" y="0"/>
                </a:lnTo>
                <a:lnTo>
                  <a:pt x="256" y="5535"/>
                </a:lnTo>
                <a:lnTo>
                  <a:pt x="0" y="5535"/>
                </a:lnTo>
                <a:lnTo>
                  <a:pt x="0" y="0"/>
                </a:lnTo>
              </a:path>
            </a:pathLst>
          </a:custGeom>
          <a:solidFill>
            <a:srgbClr val="D5D5D5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4340" name="Freeform 4">
            <a:extLst>
              <a:ext uri="{FF2B5EF4-FFF2-40B4-BE49-F238E27FC236}">
                <a16:creationId xmlns:a16="http://schemas.microsoft.com/office/drawing/2014/main" id="{16ADB427-8205-93A8-113A-317AB02715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custGeom>
            <a:avLst/>
            <a:gdLst>
              <a:gd name="T0" fmla="*/ 0 w 13463"/>
              <a:gd name="T1" fmla="*/ 0 h 9023"/>
              <a:gd name="T2" fmla="*/ 13462 w 13463"/>
              <a:gd name="T3" fmla="*/ 0 h 9023"/>
              <a:gd name="T4" fmla="*/ 13462 w 13463"/>
              <a:gd name="T5" fmla="*/ 9022 h 9023"/>
              <a:gd name="T6" fmla="*/ 0 w 13463"/>
              <a:gd name="T7" fmla="*/ 9022 h 9023"/>
              <a:gd name="T8" fmla="*/ 0 w 13463"/>
              <a:gd name="T9" fmla="*/ 0 h 90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3463" h="9023">
                <a:moveTo>
                  <a:pt x="0" y="0"/>
                </a:moveTo>
                <a:lnTo>
                  <a:pt x="13462" y="0"/>
                </a:lnTo>
                <a:lnTo>
                  <a:pt x="13462" y="9022"/>
                </a:lnTo>
                <a:lnTo>
                  <a:pt x="0" y="9022"/>
                </a:lnTo>
                <a:lnTo>
                  <a:pt x="0" y="0"/>
                </a:lnTo>
              </a:path>
            </a:pathLst>
          </a:custGeom>
          <a:solidFill>
            <a:srgbClr val="163783">
              <a:alpha val="48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4341" name="Line 5">
            <a:extLst>
              <a:ext uri="{FF2B5EF4-FFF2-40B4-BE49-F238E27FC236}">
                <a16:creationId xmlns:a16="http://schemas.microsoft.com/office/drawing/2014/main" id="{9A77ED23-077B-0F3F-0FE2-4FAF78ABA195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1587"/>
          </a:xfrm>
          <a:prstGeom prst="line">
            <a:avLst/>
          </a:prstGeom>
          <a:noFill/>
          <a:ln w="10152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4342" name="Freeform 6">
            <a:extLst>
              <a:ext uri="{FF2B5EF4-FFF2-40B4-BE49-F238E27FC236}">
                <a16:creationId xmlns:a16="http://schemas.microsoft.com/office/drawing/2014/main" id="{E8CCDE1F-051A-D445-B034-9820BBF4B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4688" cy="1371600"/>
          </a:xfrm>
          <a:custGeom>
            <a:avLst/>
            <a:gdLst>
              <a:gd name="T0" fmla="*/ 0 w 12458"/>
              <a:gd name="T1" fmla="*/ 0 h 3808"/>
              <a:gd name="T2" fmla="*/ 12457 w 12458"/>
              <a:gd name="T3" fmla="*/ 0 h 3808"/>
              <a:gd name="T4" fmla="*/ 12457 w 12458"/>
              <a:gd name="T5" fmla="*/ 3807 h 3808"/>
              <a:gd name="T6" fmla="*/ 0 w 12458"/>
              <a:gd name="T7" fmla="*/ 3807 h 3808"/>
              <a:gd name="T8" fmla="*/ 0 w 12458"/>
              <a:gd name="T9" fmla="*/ 0 h 38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458" h="3808">
                <a:moveTo>
                  <a:pt x="0" y="0"/>
                </a:moveTo>
                <a:lnTo>
                  <a:pt x="12457" y="0"/>
                </a:lnTo>
                <a:lnTo>
                  <a:pt x="12457" y="3807"/>
                </a:lnTo>
                <a:lnTo>
                  <a:pt x="0" y="3807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4343" name="Line 7">
            <a:extLst>
              <a:ext uri="{FF2B5EF4-FFF2-40B4-BE49-F238E27FC236}">
                <a16:creationId xmlns:a16="http://schemas.microsoft.com/office/drawing/2014/main" id="{A3CD889B-2C74-531C-AD2E-5D11FF170F45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1588"/>
          </a:xfrm>
          <a:prstGeom prst="line">
            <a:avLst/>
          </a:prstGeom>
          <a:noFill/>
          <a:ln w="25560" cap="flat">
            <a:solidFill>
              <a:srgbClr val="17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4344" name="Text Box 8">
            <a:extLst>
              <a:ext uri="{FF2B5EF4-FFF2-40B4-BE49-F238E27FC236}">
                <a16:creationId xmlns:a16="http://schemas.microsoft.com/office/drawing/2014/main" id="{2AE22610-C3BB-A857-A8AC-B153ACEBC0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38950" y="3562350"/>
            <a:ext cx="6237288" cy="438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000" b="1">
                <a:solidFill>
                  <a:srgbClr val="17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14345" name="Text Box 9">
            <a:extLst>
              <a:ext uri="{FF2B5EF4-FFF2-40B4-BE49-F238E27FC236}">
                <a16:creationId xmlns:a16="http://schemas.microsoft.com/office/drawing/2014/main" id="{EC19F942-324E-081D-EDC7-F2A32C8010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3075" y="215900"/>
            <a:ext cx="22098000" cy="154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20375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Snelheid</a:t>
            </a:r>
          </a:p>
        </p:txBody>
      </p:sp>
      <p:sp>
        <p:nvSpPr>
          <p:cNvPr id="14346" name="Text Box 10">
            <a:extLst>
              <a:ext uri="{FF2B5EF4-FFF2-40B4-BE49-F238E27FC236}">
                <a16:creationId xmlns:a16="http://schemas.microsoft.com/office/drawing/2014/main" id="{03DDA155-280D-7A6F-B0BE-4033773C32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91363" y="2397125"/>
            <a:ext cx="4159250" cy="85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“Absolute snelheid zonder bal” “Snelheid in de acties met bal” “Startsnelheid”</a:t>
            </a:r>
          </a:p>
        </p:txBody>
      </p:sp>
      <p:sp>
        <p:nvSpPr>
          <p:cNvPr id="14347" name="Text Box 11">
            <a:extLst>
              <a:ext uri="{FF2B5EF4-FFF2-40B4-BE49-F238E27FC236}">
                <a16:creationId xmlns:a16="http://schemas.microsoft.com/office/drawing/2014/main" id="{A960E92C-D245-BE1E-7D03-5A234FA0B4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438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54000" indent="-2540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63525" indent="-26352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SzPct val="45000"/>
              <a:buFont typeface="Times New Roman" panose="02020603050405020304" pitchFamily="18" charset="0"/>
              <a:buChar char="•"/>
            </a:pPr>
            <a:endParaRPr lang="en-US" altLang="LID4096"/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Topsnelheid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Acceleratie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Paslengte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Grote / kleine afstanden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1e meters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Eindresultaat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14348" name="Rectangle 12">
            <a:extLst>
              <a:ext uri="{FF2B5EF4-FFF2-40B4-BE49-F238E27FC236}">
                <a16:creationId xmlns:a16="http://schemas.microsoft.com/office/drawing/2014/main" id="{3F1D2829-EACC-FE08-B7BB-6B8241267D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14349" name="Rectangle 13">
            <a:extLst>
              <a:ext uri="{FF2B5EF4-FFF2-40B4-BE49-F238E27FC236}">
                <a16:creationId xmlns:a16="http://schemas.microsoft.com/office/drawing/2014/main" id="{A8F59AA4-3304-A123-FFC6-D2B593BAB0E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808" r:id="rId2"/>
    <p:sldLayoutId id="2147483809" r:id="rId3"/>
    <p:sldLayoutId id="2147483810" r:id="rId4"/>
    <p:sldLayoutId id="2147483811" r:id="rId5"/>
    <p:sldLayoutId id="2147483812" r:id="rId6"/>
    <p:sldLayoutId id="2147483813" r:id="rId7"/>
    <p:sldLayoutId id="2147483814" r:id="rId8"/>
    <p:sldLayoutId id="2147483815" r:id="rId9"/>
    <p:sldLayoutId id="2147483816" r:id="rId10"/>
    <p:sldLayoutId id="2147483817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1" name="Picture 1">
            <a:extLst>
              <a:ext uri="{FF2B5EF4-FFF2-40B4-BE49-F238E27FC236}">
                <a16:creationId xmlns:a16="http://schemas.microsoft.com/office/drawing/2014/main" id="{BB68E01C-6421-DC15-05A6-6365E72FF4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7938"/>
            <a:ext cx="24460200" cy="137318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5362" name="Freeform 2">
            <a:extLst>
              <a:ext uri="{FF2B5EF4-FFF2-40B4-BE49-F238E27FC236}">
                <a16:creationId xmlns:a16="http://schemas.microsoft.com/office/drawing/2014/main" id="{1FE10FFD-1536-8884-AFC0-90D3704473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50" y="11042650"/>
            <a:ext cx="23910925" cy="2417763"/>
          </a:xfrm>
          <a:custGeom>
            <a:avLst/>
            <a:gdLst>
              <a:gd name="T0" fmla="*/ 0 w 66421"/>
              <a:gd name="T1" fmla="*/ 0 h 6716"/>
              <a:gd name="T2" fmla="*/ 884 w 66421"/>
              <a:gd name="T3" fmla="*/ 0 h 6716"/>
              <a:gd name="T4" fmla="*/ 884 w 66421"/>
              <a:gd name="T5" fmla="*/ 6715 h 6716"/>
              <a:gd name="T6" fmla="*/ 0 w 66421"/>
              <a:gd name="T7" fmla="*/ 6715 h 6716"/>
              <a:gd name="T8" fmla="*/ 0 w 66421"/>
              <a:gd name="T9" fmla="*/ 0 h 67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6421" h="6716">
                <a:moveTo>
                  <a:pt x="0" y="0"/>
                </a:moveTo>
                <a:lnTo>
                  <a:pt x="884" y="0"/>
                </a:lnTo>
                <a:lnTo>
                  <a:pt x="884" y="6715"/>
                </a:lnTo>
                <a:lnTo>
                  <a:pt x="0" y="6715"/>
                </a:lnTo>
                <a:lnTo>
                  <a:pt x="0" y="0"/>
                </a:lnTo>
              </a:path>
            </a:pathLst>
          </a:custGeom>
          <a:solidFill>
            <a:srgbClr val="929292">
              <a:alpha val="89999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5363" name="Freeform 3">
            <a:extLst>
              <a:ext uri="{FF2B5EF4-FFF2-40B4-BE49-F238E27FC236}">
                <a16:creationId xmlns:a16="http://schemas.microsoft.com/office/drawing/2014/main" id="{8FAFBCCC-2EEA-99B9-2D7C-F3B7BAEE5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663" y="11255375"/>
            <a:ext cx="23685500" cy="1992313"/>
          </a:xfrm>
          <a:custGeom>
            <a:avLst/>
            <a:gdLst>
              <a:gd name="T0" fmla="*/ 0 w 65793"/>
              <a:gd name="T1" fmla="*/ 0 h 5536"/>
              <a:gd name="T2" fmla="*/ 256 w 65793"/>
              <a:gd name="T3" fmla="*/ 0 h 5536"/>
              <a:gd name="T4" fmla="*/ 256 w 65793"/>
              <a:gd name="T5" fmla="*/ 5535 h 5536"/>
              <a:gd name="T6" fmla="*/ 0 w 65793"/>
              <a:gd name="T7" fmla="*/ 5535 h 5536"/>
              <a:gd name="T8" fmla="*/ 0 w 65793"/>
              <a:gd name="T9" fmla="*/ 0 h 553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793" h="5536">
                <a:moveTo>
                  <a:pt x="0" y="0"/>
                </a:moveTo>
                <a:lnTo>
                  <a:pt x="256" y="0"/>
                </a:lnTo>
                <a:lnTo>
                  <a:pt x="256" y="5535"/>
                </a:lnTo>
                <a:lnTo>
                  <a:pt x="0" y="5535"/>
                </a:lnTo>
                <a:lnTo>
                  <a:pt x="0" y="0"/>
                </a:lnTo>
              </a:path>
            </a:pathLst>
          </a:custGeom>
          <a:solidFill>
            <a:srgbClr val="D5D5D5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5364" name="Freeform 4">
            <a:extLst>
              <a:ext uri="{FF2B5EF4-FFF2-40B4-BE49-F238E27FC236}">
                <a16:creationId xmlns:a16="http://schemas.microsoft.com/office/drawing/2014/main" id="{7398D62E-D7B4-72C2-C63A-CC17195798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8463" y="217488"/>
            <a:ext cx="4846637" cy="3248025"/>
          </a:xfrm>
          <a:custGeom>
            <a:avLst/>
            <a:gdLst>
              <a:gd name="T0" fmla="*/ 0 w 13463"/>
              <a:gd name="T1" fmla="*/ 0 h 9023"/>
              <a:gd name="T2" fmla="*/ 13462 w 13463"/>
              <a:gd name="T3" fmla="*/ 0 h 9023"/>
              <a:gd name="T4" fmla="*/ 13462 w 13463"/>
              <a:gd name="T5" fmla="*/ 9022 h 9023"/>
              <a:gd name="T6" fmla="*/ 0 w 13463"/>
              <a:gd name="T7" fmla="*/ 9022 h 9023"/>
              <a:gd name="T8" fmla="*/ 0 w 13463"/>
              <a:gd name="T9" fmla="*/ 0 h 902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3463" h="9023">
                <a:moveTo>
                  <a:pt x="0" y="0"/>
                </a:moveTo>
                <a:lnTo>
                  <a:pt x="13462" y="0"/>
                </a:lnTo>
                <a:lnTo>
                  <a:pt x="13462" y="9022"/>
                </a:lnTo>
                <a:lnTo>
                  <a:pt x="0" y="9022"/>
                </a:lnTo>
                <a:lnTo>
                  <a:pt x="0" y="0"/>
                </a:lnTo>
              </a:path>
            </a:pathLst>
          </a:custGeom>
          <a:solidFill>
            <a:srgbClr val="163783">
              <a:alpha val="48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5365" name="Line 5">
            <a:extLst>
              <a:ext uri="{FF2B5EF4-FFF2-40B4-BE49-F238E27FC236}">
                <a16:creationId xmlns:a16="http://schemas.microsoft.com/office/drawing/2014/main" id="{D66C9091-CD2E-EB81-74DF-D9790BDDA4E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11963" y="1782763"/>
            <a:ext cx="4719637" cy="1587"/>
          </a:xfrm>
          <a:prstGeom prst="line">
            <a:avLst/>
          </a:prstGeom>
          <a:noFill/>
          <a:ln w="10152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5366" name="Freeform 6">
            <a:extLst>
              <a:ext uri="{FF2B5EF4-FFF2-40B4-BE49-F238E27FC236}">
                <a16:creationId xmlns:a16="http://schemas.microsoft.com/office/drawing/2014/main" id="{7A973D35-3B58-D69D-D45D-16880AF534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1025" y="1978025"/>
            <a:ext cx="4484688" cy="1371600"/>
          </a:xfrm>
          <a:custGeom>
            <a:avLst/>
            <a:gdLst>
              <a:gd name="T0" fmla="*/ 0 w 12458"/>
              <a:gd name="T1" fmla="*/ 0 h 3808"/>
              <a:gd name="T2" fmla="*/ 12457 w 12458"/>
              <a:gd name="T3" fmla="*/ 0 h 3808"/>
              <a:gd name="T4" fmla="*/ 12457 w 12458"/>
              <a:gd name="T5" fmla="*/ 3807 h 3808"/>
              <a:gd name="T6" fmla="*/ 0 w 12458"/>
              <a:gd name="T7" fmla="*/ 3807 h 3808"/>
              <a:gd name="T8" fmla="*/ 0 w 12458"/>
              <a:gd name="T9" fmla="*/ 0 h 380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2458" h="3808">
                <a:moveTo>
                  <a:pt x="0" y="0"/>
                </a:moveTo>
                <a:lnTo>
                  <a:pt x="12457" y="0"/>
                </a:lnTo>
                <a:lnTo>
                  <a:pt x="12457" y="3807"/>
                </a:lnTo>
                <a:lnTo>
                  <a:pt x="0" y="3807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 w="381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5367" name="Line 7">
            <a:extLst>
              <a:ext uri="{FF2B5EF4-FFF2-40B4-BE49-F238E27FC236}">
                <a16:creationId xmlns:a16="http://schemas.microsoft.com/office/drawing/2014/main" id="{BBF52AE0-3C12-E13E-8AB5-B3E7BAA8B955}"/>
              </a:ext>
            </a:extLst>
          </p:cNvPr>
          <p:cNvSpPr>
            <a:spLocks noChangeShapeType="1"/>
          </p:cNvSpPr>
          <p:nvPr/>
        </p:nvSpPr>
        <p:spPr bwMode="auto">
          <a:xfrm>
            <a:off x="19559588" y="3876675"/>
            <a:ext cx="3084512" cy="1588"/>
          </a:xfrm>
          <a:prstGeom prst="line">
            <a:avLst/>
          </a:prstGeom>
          <a:noFill/>
          <a:ln w="25560" cap="flat">
            <a:solidFill>
              <a:srgbClr val="17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15368" name="Text Box 8">
            <a:extLst>
              <a:ext uri="{FF2B5EF4-FFF2-40B4-BE49-F238E27FC236}">
                <a16:creationId xmlns:a16="http://schemas.microsoft.com/office/drawing/2014/main" id="{52596878-0CC6-7FEB-5AA3-714E36FFD0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38950" y="3562350"/>
            <a:ext cx="6237288" cy="438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000" b="1">
                <a:solidFill>
                  <a:srgbClr val="173783"/>
                </a:solidFill>
                <a:latin typeface="CenturyGothic" charset="0"/>
                <a:cs typeface="CenturyGothic" charset="0"/>
              </a:rPr>
              <a:t>Hoe beoordelen we dit?</a:t>
            </a:r>
          </a:p>
        </p:txBody>
      </p:sp>
      <p:sp>
        <p:nvSpPr>
          <p:cNvPr id="15369" name="Text Box 9">
            <a:extLst>
              <a:ext uri="{FF2B5EF4-FFF2-40B4-BE49-F238E27FC236}">
                <a16:creationId xmlns:a16="http://schemas.microsoft.com/office/drawing/2014/main" id="{8DBC9C8B-4466-CB5D-D115-6D7050D39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23075" y="215900"/>
            <a:ext cx="22098000" cy="1549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20375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Doorzettings</a:t>
            </a:r>
          </a:p>
          <a:p>
            <a:pPr>
              <a:lnSpc>
                <a:spcPct val="75000"/>
              </a:lnSpc>
            </a:pPr>
            <a:r>
              <a:rPr lang="en-US" altLang="LID4096" sz="5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vermogen</a:t>
            </a:r>
          </a:p>
        </p:txBody>
      </p:sp>
      <p:sp>
        <p:nvSpPr>
          <p:cNvPr id="15370" name="Text Box 10">
            <a:extLst>
              <a:ext uri="{FF2B5EF4-FFF2-40B4-BE49-F238E27FC236}">
                <a16:creationId xmlns:a16="http://schemas.microsoft.com/office/drawing/2014/main" id="{CE1B0A72-20D8-D707-E163-8FA8486904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91363" y="2397125"/>
            <a:ext cx="4159250" cy="1114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“Heeft een echte winnaarsmentaliteit, geeft nooit op en probeert teamgenoten </a:t>
            </a:r>
          </a:p>
          <a:p>
            <a:pPr algn="ctr"/>
            <a:r>
              <a:rPr lang="en-US" altLang="LID4096">
                <a:solidFill>
                  <a:srgbClr val="163783"/>
                </a:solidFill>
                <a:latin typeface="CenturyGothic" charset="0"/>
                <a:cs typeface="CenturyGothic" charset="0"/>
              </a:rPr>
              <a:t>te stimuleren”</a:t>
            </a:r>
          </a:p>
        </p:txBody>
      </p:sp>
      <p:sp>
        <p:nvSpPr>
          <p:cNvPr id="15371" name="Text Box 11">
            <a:extLst>
              <a:ext uri="{FF2B5EF4-FFF2-40B4-BE49-F238E27FC236}">
                <a16:creationId xmlns:a16="http://schemas.microsoft.com/office/drawing/2014/main" id="{C4F77826-0BAC-665A-4226-BEEDBB8192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11963" y="3973513"/>
            <a:ext cx="4721225" cy="2613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54000" indent="-2540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63525" indent="-26352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SzPct val="45000"/>
              <a:buFont typeface="Times New Roman" panose="02020603050405020304" pitchFamily="18" charset="0"/>
              <a:buChar char="•"/>
            </a:pPr>
            <a:endParaRPr lang="en-US" altLang="LID4096"/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Emotie controle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Gedrag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Rouwmomenten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Anderen inspireren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Nooit opgeven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Tot het einde vechten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Altijd 100%</a:t>
            </a:r>
          </a:p>
          <a:p>
            <a:pPr lvl="1"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000">
                <a:solidFill>
                  <a:srgbClr val="163783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15372" name="Rectangle 12">
            <a:extLst>
              <a:ext uri="{FF2B5EF4-FFF2-40B4-BE49-F238E27FC236}">
                <a16:creationId xmlns:a16="http://schemas.microsoft.com/office/drawing/2014/main" id="{344523E4-06F4-F61A-3FA1-50A1902F30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547688"/>
            <a:ext cx="21944013" cy="2287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title text format</a:t>
            </a:r>
          </a:p>
        </p:txBody>
      </p:sp>
      <p:sp>
        <p:nvSpPr>
          <p:cNvPr id="15373" name="Rectangle 13">
            <a:extLst>
              <a:ext uri="{FF2B5EF4-FFF2-40B4-BE49-F238E27FC236}">
                <a16:creationId xmlns:a16="http://schemas.microsoft.com/office/drawing/2014/main" id="{7A088640-EFFA-260C-4C90-D31604EF045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219200" y="3209925"/>
            <a:ext cx="21944013" cy="795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448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LID4096"/>
              <a:t>Click to edit the outline text format</a:t>
            </a:r>
          </a:p>
          <a:p>
            <a:pPr lvl="1"/>
            <a:r>
              <a:rPr lang="en-GB" altLang="LID4096"/>
              <a:t>Second Outline Level</a:t>
            </a:r>
          </a:p>
          <a:p>
            <a:pPr lvl="2"/>
            <a:r>
              <a:rPr lang="en-GB" altLang="LID4096"/>
              <a:t>Third Outline Level</a:t>
            </a:r>
          </a:p>
          <a:p>
            <a:pPr lvl="3"/>
            <a:r>
              <a:rPr lang="en-GB" altLang="LID4096"/>
              <a:t>Fourth Outline Level</a:t>
            </a:r>
          </a:p>
          <a:p>
            <a:pPr lvl="4"/>
            <a:r>
              <a:rPr lang="en-GB" altLang="LID4096"/>
              <a:t>Fifth Outline Level</a:t>
            </a:r>
          </a:p>
          <a:p>
            <a:pPr lvl="4"/>
            <a:r>
              <a:rPr lang="en-GB" altLang="LID4096"/>
              <a:t>Sixth Outline Level</a:t>
            </a:r>
          </a:p>
          <a:p>
            <a:pPr lvl="4"/>
            <a:r>
              <a:rPr lang="en-GB" altLang="LID4096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5" name="Picture 1">
            <a:extLst>
              <a:ext uri="{FF2B5EF4-FFF2-40B4-BE49-F238E27FC236}">
                <a16:creationId xmlns:a16="http://schemas.microsoft.com/office/drawing/2014/main" id="{24282938-1E28-9FD3-8B02-51C6BE36A6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925" y="215900"/>
            <a:ext cx="13520738" cy="13620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6386" name="Picture 2">
            <a:extLst>
              <a:ext uri="{FF2B5EF4-FFF2-40B4-BE49-F238E27FC236}">
                <a16:creationId xmlns:a16="http://schemas.microsoft.com/office/drawing/2014/main" id="{2C3EE1F0-8AA1-8EFD-4D21-43D7724BA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50" y="11596688"/>
            <a:ext cx="1825625" cy="1825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6387" name="Picture 3">
            <a:extLst>
              <a:ext uri="{FF2B5EF4-FFF2-40B4-BE49-F238E27FC236}">
                <a16:creationId xmlns:a16="http://schemas.microsoft.com/office/drawing/2014/main" id="{6EB5E8FD-8EA0-DE55-1A02-0E12CA3EB5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3375" y="12358688"/>
            <a:ext cx="7185025" cy="946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D402B762-C8CF-5A33-DF5B-7087BA53E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0988" y="11809413"/>
            <a:ext cx="1825625" cy="1400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16389" name="Freeform 5">
            <a:extLst>
              <a:ext uri="{FF2B5EF4-FFF2-40B4-BE49-F238E27FC236}">
                <a16:creationId xmlns:a16="http://schemas.microsoft.com/office/drawing/2014/main" id="{40545D39-BACE-E63F-C833-44B46969B2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6875" y="8618538"/>
            <a:ext cx="10891838" cy="1271587"/>
          </a:xfrm>
          <a:custGeom>
            <a:avLst/>
            <a:gdLst>
              <a:gd name="T0" fmla="*/ 0 w 30254"/>
              <a:gd name="T1" fmla="*/ 0 h 3530"/>
              <a:gd name="T2" fmla="*/ 30253 w 30254"/>
              <a:gd name="T3" fmla="*/ 0 h 3530"/>
              <a:gd name="T4" fmla="*/ 30253 w 30254"/>
              <a:gd name="T5" fmla="*/ 3529 h 3530"/>
              <a:gd name="T6" fmla="*/ 0 w 30254"/>
              <a:gd name="T7" fmla="*/ 3529 h 3530"/>
              <a:gd name="T8" fmla="*/ 0 w 30254"/>
              <a:gd name="T9" fmla="*/ 0 h 353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0254" h="3530">
                <a:moveTo>
                  <a:pt x="0" y="0"/>
                </a:moveTo>
                <a:lnTo>
                  <a:pt x="30253" y="0"/>
                </a:lnTo>
                <a:lnTo>
                  <a:pt x="30253" y="3529"/>
                </a:lnTo>
                <a:lnTo>
                  <a:pt x="0" y="3529"/>
                </a:lnTo>
                <a:lnTo>
                  <a:pt x="0" y="0"/>
                </a:lnTo>
              </a:path>
            </a:pathLst>
          </a:custGeom>
          <a:solidFill>
            <a:srgbClr val="FFFFFF">
              <a:alpha val="73000"/>
            </a:srgbClr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marL="742950" indent="-28575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2pPr>
      <a:lvl3pPr marL="1143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3pPr>
      <a:lvl4pPr marL="1600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4pPr>
      <a:lvl5pPr marL="20574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5pPr>
      <a:lvl6pPr marL="25146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6pPr>
      <a:lvl7pPr marL="29718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7pPr>
      <a:lvl8pPr marL="34290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8pPr>
      <a:lvl9pPr marL="3886200" indent="-228600" algn="ctr" defTabSz="457200" rtl="0" fontAlgn="base" hangingPunct="0">
        <a:lnSpc>
          <a:spcPct val="93000"/>
        </a:lnSpc>
        <a:spcBef>
          <a:spcPts val="1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FFFFFF"/>
          </a:solidFill>
          <a:latin typeface="Arial" panose="020B0604020202020204" pitchFamily="34" charset="0"/>
          <a:cs typeface="Source Han Sans CN" charset="0"/>
        </a:defRPr>
      </a:lvl9pPr>
    </p:titleStyle>
    <p:bodyStyle>
      <a:lvl1pPr marL="342900" indent="-342900" algn="l" defTabSz="457200" rtl="0" fontAlgn="base" hangingPunct="0">
        <a:lnSpc>
          <a:spcPct val="93000"/>
        </a:lnSpc>
        <a:spcBef>
          <a:spcPts val="142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32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fontAlgn="base" hangingPunct="0">
        <a:lnSpc>
          <a:spcPct val="93000"/>
        </a:lnSpc>
        <a:spcBef>
          <a:spcPts val="113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8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457200" rtl="0" fontAlgn="base" hangingPunct="0">
        <a:lnSpc>
          <a:spcPct val="93000"/>
        </a:lnSpc>
        <a:spcBef>
          <a:spcPts val="863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4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457200" rtl="0" fontAlgn="base" hangingPunct="0">
        <a:lnSpc>
          <a:spcPct val="93000"/>
        </a:lnSpc>
        <a:spcBef>
          <a:spcPts val="575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457200" rtl="0" fontAlgn="base" hangingPunct="0">
        <a:lnSpc>
          <a:spcPct val="93000"/>
        </a:lnSpc>
        <a:spcBef>
          <a:spcPts val="288"/>
        </a:spcBef>
        <a:spcAft>
          <a:spcPts val="13"/>
        </a:spcAft>
        <a:buClr>
          <a:srgbClr val="000000"/>
        </a:buClr>
        <a:buSzPct val="100000"/>
        <a:buFont typeface="Times New Roman" panose="02020603050405020304" pitchFamily="18" charset="0"/>
        <a:defRPr sz="20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5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6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8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9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0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Freeform 1">
            <a:extLst>
              <a:ext uri="{FF2B5EF4-FFF2-40B4-BE49-F238E27FC236}">
                <a16:creationId xmlns:a16="http://schemas.microsoft.com/office/drawing/2014/main" id="{2FB1CFCA-871F-3770-97F1-D166E15519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11588" y="4006850"/>
            <a:ext cx="579437" cy="601663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34" name="Text Box 2">
            <a:extLst>
              <a:ext uri="{FF2B5EF4-FFF2-40B4-BE49-F238E27FC236}">
                <a16:creationId xmlns:a16="http://schemas.microsoft.com/office/drawing/2014/main" id="{9B8ABD1A-23F0-0D4F-3BF4-AB260FCEB4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36988" y="4033838"/>
            <a:ext cx="527050" cy="547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11</a:t>
            </a:r>
          </a:p>
        </p:txBody>
      </p:sp>
      <p:sp>
        <p:nvSpPr>
          <p:cNvPr id="18435" name="Freeform 3">
            <a:extLst>
              <a:ext uri="{FF2B5EF4-FFF2-40B4-BE49-F238E27FC236}">
                <a16:creationId xmlns:a16="http://schemas.microsoft.com/office/drawing/2014/main" id="{0C0D62F9-9202-A4A9-59EC-A2CE2958E8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10288" y="4006850"/>
            <a:ext cx="579437" cy="601663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36" name="Text Box 4">
            <a:extLst>
              <a:ext uri="{FF2B5EF4-FFF2-40B4-BE49-F238E27FC236}">
                <a16:creationId xmlns:a16="http://schemas.microsoft.com/office/drawing/2014/main" id="{DE252483-0F45-99D0-FFEC-94E37B4A70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35688" y="4033838"/>
            <a:ext cx="527050" cy="547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7</a:t>
            </a:r>
          </a:p>
        </p:txBody>
      </p:sp>
      <p:sp>
        <p:nvSpPr>
          <p:cNvPr id="18437" name="Freeform 5">
            <a:extLst>
              <a:ext uri="{FF2B5EF4-FFF2-40B4-BE49-F238E27FC236}">
                <a16:creationId xmlns:a16="http://schemas.microsoft.com/office/drawing/2014/main" id="{F867400A-9C2B-938D-87CC-483BB8D173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5388" y="6467475"/>
            <a:ext cx="579437" cy="601663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38" name="Text Box 6">
            <a:extLst>
              <a:ext uri="{FF2B5EF4-FFF2-40B4-BE49-F238E27FC236}">
                <a16:creationId xmlns:a16="http://schemas.microsoft.com/office/drawing/2014/main" id="{3068027F-FF57-4C2A-9E47-189B406A51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0788" y="6494463"/>
            <a:ext cx="527050" cy="547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5</a:t>
            </a:r>
          </a:p>
        </p:txBody>
      </p:sp>
      <p:sp>
        <p:nvSpPr>
          <p:cNvPr id="18439" name="Freeform 7">
            <a:extLst>
              <a:ext uri="{FF2B5EF4-FFF2-40B4-BE49-F238E27FC236}">
                <a16:creationId xmlns:a16="http://schemas.microsoft.com/office/drawing/2014/main" id="{DD2E5E20-5566-E5FD-AA59-E7F52576EC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11888" y="6467475"/>
            <a:ext cx="579437" cy="601663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40" name="Text Box 8">
            <a:extLst>
              <a:ext uri="{FF2B5EF4-FFF2-40B4-BE49-F238E27FC236}">
                <a16:creationId xmlns:a16="http://schemas.microsoft.com/office/drawing/2014/main" id="{AF441B7E-4B7E-0E24-0532-CE9380ECDD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37288" y="6494463"/>
            <a:ext cx="527050" cy="547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2</a:t>
            </a:r>
          </a:p>
        </p:txBody>
      </p:sp>
      <p:sp>
        <p:nvSpPr>
          <p:cNvPr id="18441" name="Freeform 9">
            <a:extLst>
              <a:ext uri="{FF2B5EF4-FFF2-40B4-BE49-F238E27FC236}">
                <a16:creationId xmlns:a16="http://schemas.microsoft.com/office/drawing/2014/main" id="{79B1A9B9-EBD2-C920-9A9B-C7005555EC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02138" y="6916738"/>
            <a:ext cx="579437" cy="601662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42" name="Text Box 10">
            <a:extLst>
              <a:ext uri="{FF2B5EF4-FFF2-40B4-BE49-F238E27FC236}">
                <a16:creationId xmlns:a16="http://schemas.microsoft.com/office/drawing/2014/main" id="{0D0BB224-6EF1-1ED6-E476-F73A3432DB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127538" y="6943725"/>
            <a:ext cx="527050" cy="547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4</a:t>
            </a:r>
          </a:p>
        </p:txBody>
      </p:sp>
      <p:sp>
        <p:nvSpPr>
          <p:cNvPr id="18443" name="Freeform 11">
            <a:extLst>
              <a:ext uri="{FF2B5EF4-FFF2-40B4-BE49-F238E27FC236}">
                <a16:creationId xmlns:a16="http://schemas.microsoft.com/office/drawing/2014/main" id="{1E81278B-299C-6EAD-1DCB-261603B105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22913" y="6916738"/>
            <a:ext cx="579437" cy="601662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44" name="Text Box 12">
            <a:extLst>
              <a:ext uri="{FF2B5EF4-FFF2-40B4-BE49-F238E27FC236}">
                <a16:creationId xmlns:a16="http://schemas.microsoft.com/office/drawing/2014/main" id="{8A94704C-FFCD-8E84-887E-E434702369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48313" y="6943725"/>
            <a:ext cx="527050" cy="547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3</a:t>
            </a:r>
          </a:p>
        </p:txBody>
      </p:sp>
      <p:sp>
        <p:nvSpPr>
          <p:cNvPr id="18445" name="Freeform 13">
            <a:extLst>
              <a:ext uri="{FF2B5EF4-FFF2-40B4-BE49-F238E27FC236}">
                <a16:creationId xmlns:a16="http://schemas.microsoft.com/office/drawing/2014/main" id="{98A79492-3BF5-F56D-16AD-21C8D99865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60938" y="7607300"/>
            <a:ext cx="579437" cy="601663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46" name="Text Box 14">
            <a:extLst>
              <a:ext uri="{FF2B5EF4-FFF2-40B4-BE49-F238E27FC236}">
                <a16:creationId xmlns:a16="http://schemas.microsoft.com/office/drawing/2014/main" id="{9135D465-AF14-E3EC-ABF8-C5822688BA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86338" y="7634288"/>
            <a:ext cx="527050" cy="547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1</a:t>
            </a:r>
          </a:p>
        </p:txBody>
      </p:sp>
      <p:sp>
        <p:nvSpPr>
          <p:cNvPr id="18447" name="Freeform 15">
            <a:extLst>
              <a:ext uri="{FF2B5EF4-FFF2-40B4-BE49-F238E27FC236}">
                <a16:creationId xmlns:a16="http://schemas.microsoft.com/office/drawing/2014/main" id="{37CC3AC1-9AD5-478A-40E3-942ED19002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60938" y="3538538"/>
            <a:ext cx="579437" cy="601662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48" name="Text Box 16">
            <a:extLst>
              <a:ext uri="{FF2B5EF4-FFF2-40B4-BE49-F238E27FC236}">
                <a16:creationId xmlns:a16="http://schemas.microsoft.com/office/drawing/2014/main" id="{E6DECC4F-757B-E8BA-C2D8-6D5C690535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86338" y="3565525"/>
            <a:ext cx="527050" cy="547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9</a:t>
            </a:r>
          </a:p>
        </p:txBody>
      </p:sp>
      <p:sp>
        <p:nvSpPr>
          <p:cNvPr id="18449" name="Freeform 17">
            <a:extLst>
              <a:ext uri="{FF2B5EF4-FFF2-40B4-BE49-F238E27FC236}">
                <a16:creationId xmlns:a16="http://schemas.microsoft.com/office/drawing/2014/main" id="{D3A653B4-CF70-4EDB-EB38-2E92E39770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16538" y="4918075"/>
            <a:ext cx="579437" cy="601663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50" name="Text Box 18">
            <a:extLst>
              <a:ext uri="{FF2B5EF4-FFF2-40B4-BE49-F238E27FC236}">
                <a16:creationId xmlns:a16="http://schemas.microsoft.com/office/drawing/2014/main" id="{E7E224CC-551C-B440-42CC-23EC6C8A7B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041938" y="4945063"/>
            <a:ext cx="527050" cy="547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10</a:t>
            </a:r>
          </a:p>
        </p:txBody>
      </p:sp>
      <p:sp>
        <p:nvSpPr>
          <p:cNvPr id="18451" name="Freeform 19">
            <a:extLst>
              <a:ext uri="{FF2B5EF4-FFF2-40B4-BE49-F238E27FC236}">
                <a16:creationId xmlns:a16="http://schemas.microsoft.com/office/drawing/2014/main" id="{01A3F623-7B65-B7E1-0898-EBA3A60693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03738" y="5311775"/>
            <a:ext cx="579437" cy="601663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60D835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52" name="Text Box 20">
            <a:extLst>
              <a:ext uri="{FF2B5EF4-FFF2-40B4-BE49-F238E27FC236}">
                <a16:creationId xmlns:a16="http://schemas.microsoft.com/office/drawing/2014/main" id="{8F1B388E-C8D7-B92B-A14D-8EBA3D6DBF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29138" y="5338763"/>
            <a:ext cx="527050" cy="547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8</a:t>
            </a:r>
          </a:p>
        </p:txBody>
      </p:sp>
      <p:sp>
        <p:nvSpPr>
          <p:cNvPr id="18453" name="Freeform 21">
            <a:extLst>
              <a:ext uri="{FF2B5EF4-FFF2-40B4-BE49-F238E27FC236}">
                <a16:creationId xmlns:a16="http://schemas.microsoft.com/office/drawing/2014/main" id="{6CFE5EBF-D0B7-C2E3-1281-BEF203447F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41913" y="5873750"/>
            <a:ext cx="579437" cy="601663"/>
          </a:xfrm>
          <a:custGeom>
            <a:avLst/>
            <a:gdLst>
              <a:gd name="T0" fmla="*/ 1324 w 1611"/>
              <a:gd name="T1" fmla="*/ 296 h 1671"/>
              <a:gd name="T2" fmla="*/ 1324 w 1611"/>
              <a:gd name="T3" fmla="*/ 1373 h 1671"/>
              <a:gd name="T4" fmla="*/ 285 w 1611"/>
              <a:gd name="T5" fmla="*/ 1373 h 1671"/>
              <a:gd name="T6" fmla="*/ 285 w 1611"/>
              <a:gd name="T7" fmla="*/ 296 h 1671"/>
              <a:gd name="T8" fmla="*/ 1324 w 1611"/>
              <a:gd name="T9" fmla="*/ 296 h 16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611" h="1671">
                <a:moveTo>
                  <a:pt x="1324" y="296"/>
                </a:moveTo>
                <a:cubicBezTo>
                  <a:pt x="1610" y="593"/>
                  <a:pt x="1610" y="1076"/>
                  <a:pt x="1324" y="1373"/>
                </a:cubicBezTo>
                <a:cubicBezTo>
                  <a:pt x="1036" y="1670"/>
                  <a:pt x="572" y="1670"/>
                  <a:pt x="285" y="1373"/>
                </a:cubicBezTo>
                <a:cubicBezTo>
                  <a:pt x="0" y="1076"/>
                  <a:pt x="0" y="593"/>
                  <a:pt x="285" y="296"/>
                </a:cubicBezTo>
                <a:cubicBezTo>
                  <a:pt x="572" y="0"/>
                  <a:pt x="1036" y="0"/>
                  <a:pt x="1324" y="296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18454" name="Text Box 22">
            <a:extLst>
              <a:ext uri="{FF2B5EF4-FFF2-40B4-BE49-F238E27FC236}">
                <a16:creationId xmlns:a16="http://schemas.microsoft.com/office/drawing/2014/main" id="{A7853C4F-2ACA-A5AA-2362-09B217724D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67313" y="5900738"/>
            <a:ext cx="527050" cy="5476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891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1900">
                <a:latin typeface="Futura-CondensedMedium" charset="0"/>
                <a:cs typeface="Futura-CondensedMedium" charset="0"/>
              </a:rPr>
              <a:t>6</a:t>
            </a:r>
          </a:p>
        </p:txBody>
      </p:sp>
      <p:sp>
        <p:nvSpPr>
          <p:cNvPr id="18455" name="Freeform 23">
            <a:extLst>
              <a:ext uri="{FF2B5EF4-FFF2-40B4-BE49-F238E27FC236}">
                <a16:creationId xmlns:a16="http://schemas.microsoft.com/office/drawing/2014/main" id="{787101E2-131F-A67A-46BE-C6BBEC269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79363" y="7643813"/>
            <a:ext cx="2374900" cy="1104900"/>
          </a:xfrm>
          <a:custGeom>
            <a:avLst/>
            <a:gdLst>
              <a:gd name="T0" fmla="*/ 0 w 6598"/>
              <a:gd name="T1" fmla="*/ 0 h 3071"/>
              <a:gd name="T2" fmla="*/ 6597 w 6598"/>
              <a:gd name="T3" fmla="*/ 0 h 3071"/>
              <a:gd name="T4" fmla="*/ 6597 w 6598"/>
              <a:gd name="T5" fmla="*/ 3070 h 3071"/>
              <a:gd name="T6" fmla="*/ 0 w 6598"/>
              <a:gd name="T7" fmla="*/ 3070 h 3071"/>
              <a:gd name="T8" fmla="*/ 0 w 6598"/>
              <a:gd name="T9" fmla="*/ 0 h 30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98" h="3071">
                <a:moveTo>
                  <a:pt x="0" y="0"/>
                </a:moveTo>
                <a:lnTo>
                  <a:pt x="6597" y="0"/>
                </a:lnTo>
                <a:lnTo>
                  <a:pt x="6597" y="3070"/>
                </a:lnTo>
                <a:lnTo>
                  <a:pt x="0" y="3070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pic>
        <p:nvPicPr>
          <p:cNvPr id="18456" name="Picture 24">
            <a:extLst>
              <a:ext uri="{FF2B5EF4-FFF2-40B4-BE49-F238E27FC236}">
                <a16:creationId xmlns:a16="http://schemas.microsoft.com/office/drawing/2014/main" id="{5C8C74BA-5F4E-7BAA-406D-B84849542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00738" y="7097713"/>
            <a:ext cx="2459037" cy="2635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Text Box 1">
            <a:extLst>
              <a:ext uri="{FF2B5EF4-FFF2-40B4-BE49-F238E27FC236}">
                <a16:creationId xmlns:a16="http://schemas.microsoft.com/office/drawing/2014/main" id="{7C76FC57-EC27-B825-42CC-FA4E35BB46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32288" y="1012825"/>
            <a:ext cx="15717837" cy="1831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8767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  <a:tab pos="11430000" algn="l"/>
                <a:tab pos="11887200" algn="l"/>
                <a:tab pos="12344400" algn="l"/>
                <a:tab pos="12801600" algn="l"/>
                <a:tab pos="13258800" algn="l"/>
                <a:tab pos="13716000" algn="l"/>
                <a:tab pos="14173200" algn="l"/>
                <a:tab pos="1463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48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Kernwaarden —&gt; Voetbal:</a:t>
            </a:r>
          </a:p>
          <a:p>
            <a:pPr algn="ctr"/>
            <a:r>
              <a:rPr lang="en-US" altLang="LID4096" sz="32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“</a:t>
            </a:r>
            <a:r>
              <a:rPr lang="en-US" altLang="LID4096" sz="3200">
                <a:solidFill>
                  <a:srgbClr val="FFFFFF"/>
                </a:solidFill>
                <a:latin typeface="CenturyGothic" charset="0"/>
                <a:cs typeface="CenturyGothic" charset="0"/>
              </a:rPr>
              <a:t>Strijders Die spelen om te winnen en die elke dag beter willen worden”</a:t>
            </a:r>
          </a:p>
        </p:txBody>
      </p:sp>
      <p:sp>
        <p:nvSpPr>
          <p:cNvPr id="20482" name="Line 2">
            <a:extLst>
              <a:ext uri="{FF2B5EF4-FFF2-40B4-BE49-F238E27FC236}">
                <a16:creationId xmlns:a16="http://schemas.microsoft.com/office/drawing/2014/main" id="{7C29DA11-96FF-E61D-4050-AF1C0CAAB38E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52313" y="4117975"/>
            <a:ext cx="1587" cy="3382963"/>
          </a:xfrm>
          <a:prstGeom prst="line">
            <a:avLst/>
          </a:prstGeom>
          <a:noFill/>
          <a:ln w="50760" cap="flat">
            <a:solidFill>
              <a:srgbClr val="FFFF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/>
          <a:lstStyle/>
          <a:p>
            <a:endParaRPr lang="LID4096"/>
          </a:p>
        </p:txBody>
      </p:sp>
      <p:sp>
        <p:nvSpPr>
          <p:cNvPr id="20483" name="Freeform 3">
            <a:extLst>
              <a:ext uri="{FF2B5EF4-FFF2-40B4-BE49-F238E27FC236}">
                <a16:creationId xmlns:a16="http://schemas.microsoft.com/office/drawing/2014/main" id="{2E5F6132-1D36-E433-C1A6-14855972B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3575" y="4440238"/>
            <a:ext cx="6262688" cy="2946400"/>
          </a:xfrm>
          <a:custGeom>
            <a:avLst/>
            <a:gdLst>
              <a:gd name="T0" fmla="*/ 0 w 17395"/>
              <a:gd name="T1" fmla="*/ 0 h 8186"/>
              <a:gd name="T2" fmla="*/ 17394 w 17395"/>
              <a:gd name="T3" fmla="*/ 0 h 8186"/>
              <a:gd name="T4" fmla="*/ 17394 w 17395"/>
              <a:gd name="T5" fmla="*/ 8185 h 8186"/>
              <a:gd name="T6" fmla="*/ 0 w 17395"/>
              <a:gd name="T7" fmla="*/ 8185 h 8186"/>
              <a:gd name="T8" fmla="*/ 0 w 17395"/>
              <a:gd name="T9" fmla="*/ 0 h 8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395" h="8186">
                <a:moveTo>
                  <a:pt x="0" y="0"/>
                </a:moveTo>
                <a:lnTo>
                  <a:pt x="17394" y="0"/>
                </a:lnTo>
                <a:lnTo>
                  <a:pt x="17394" y="8185"/>
                </a:lnTo>
                <a:lnTo>
                  <a:pt x="0" y="8185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12600" cap="flat">
            <a:solidFill>
              <a:srgbClr val="FFFFFF"/>
            </a:solidFill>
            <a:miter lim="800000"/>
            <a:headEnd/>
            <a:tailEnd/>
          </a:ln>
          <a:effectLst>
            <a:outerShdw dist="76042" dir="3243144" algn="ctr" rotWithShape="0">
              <a:srgbClr val="000000">
                <a:alpha val="38034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484" name="Freeform 4">
            <a:extLst>
              <a:ext uri="{FF2B5EF4-FFF2-40B4-BE49-F238E27FC236}">
                <a16:creationId xmlns:a16="http://schemas.microsoft.com/office/drawing/2014/main" id="{1F47E417-2726-B83A-AB79-C87C2C3D8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6913" y="5470525"/>
            <a:ext cx="6197600" cy="288925"/>
          </a:xfrm>
          <a:custGeom>
            <a:avLst/>
            <a:gdLst>
              <a:gd name="T0" fmla="*/ 0 w 17216"/>
              <a:gd name="T1" fmla="*/ 0 h 802"/>
              <a:gd name="T2" fmla="*/ 17215 w 17216"/>
              <a:gd name="T3" fmla="*/ 0 h 802"/>
              <a:gd name="T4" fmla="*/ 17215 w 17216"/>
              <a:gd name="T5" fmla="*/ 801 h 802"/>
              <a:gd name="T6" fmla="*/ 0 w 17216"/>
              <a:gd name="T7" fmla="*/ 801 h 802"/>
              <a:gd name="T8" fmla="*/ 0 w 17216"/>
              <a:gd name="T9" fmla="*/ 0 h 8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216" h="802">
                <a:moveTo>
                  <a:pt x="0" y="0"/>
                </a:moveTo>
                <a:lnTo>
                  <a:pt x="17215" y="0"/>
                </a:lnTo>
                <a:lnTo>
                  <a:pt x="17215" y="801"/>
                </a:lnTo>
                <a:lnTo>
                  <a:pt x="0" y="801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485" name="Text Box 5">
            <a:extLst>
              <a:ext uri="{FF2B5EF4-FFF2-40B4-BE49-F238E27FC236}">
                <a16:creationId xmlns:a16="http://schemas.microsoft.com/office/drawing/2014/main" id="{B053D290-E4CE-EDCE-065C-C96550C56A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6613" y="5975350"/>
            <a:ext cx="5916612" cy="1155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6336" rIns="90000" bIns="45000"/>
          <a:lstStyle>
            <a:lvl1pPr marL="319088" indent="-319088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400">
                <a:solidFill>
                  <a:srgbClr val="FFFFFF"/>
                </a:solidFill>
                <a:latin typeface="CenturyGothic" charset="0"/>
                <a:cs typeface="CenturyGothic" charset="0"/>
              </a:rPr>
              <a:t>KPI 1: Top-3 goals </a:t>
            </a:r>
            <a:r>
              <a:rPr lang="en-US" altLang="LID4096" sz="2400">
                <a:solidFill>
                  <a:srgbClr val="FF9300"/>
                </a:solidFill>
                <a:latin typeface="CenturyGothic" charset="0"/>
                <a:cs typeface="CenturyGothic" charset="0"/>
              </a:rPr>
              <a:t>(6th)</a:t>
            </a:r>
          </a:p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400">
                <a:solidFill>
                  <a:srgbClr val="FFFFFF"/>
                </a:solidFill>
                <a:latin typeface="CenturyGothic" charset="0"/>
                <a:cs typeface="CenturyGothic" charset="0"/>
              </a:rPr>
              <a:t>KPI 2: Top-3 challenge intensity </a:t>
            </a:r>
            <a:r>
              <a:rPr lang="en-US" altLang="LID4096" sz="2400">
                <a:solidFill>
                  <a:srgbClr val="FF9300"/>
                </a:solidFill>
                <a:latin typeface="CenturyGothic" charset="0"/>
                <a:cs typeface="CenturyGothic" charset="0"/>
              </a:rPr>
              <a:t>(10th)</a:t>
            </a:r>
          </a:p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400">
                <a:solidFill>
                  <a:srgbClr val="FFFFFF"/>
                </a:solidFill>
                <a:latin typeface="CenturyGothic" charset="0"/>
                <a:cs typeface="CenturyGothic" charset="0"/>
              </a:rPr>
              <a:t>KPI 3: Top-3 doelpogingen</a:t>
            </a:r>
            <a:r>
              <a:rPr lang="en-US" altLang="LID4096" sz="2400">
                <a:solidFill>
                  <a:srgbClr val="FF2500"/>
                </a:solidFill>
                <a:latin typeface="CenturyGothic" charset="0"/>
                <a:cs typeface="CenturyGothic" charset="0"/>
              </a:rPr>
              <a:t>(12th)</a:t>
            </a:r>
          </a:p>
        </p:txBody>
      </p:sp>
      <p:sp>
        <p:nvSpPr>
          <p:cNvPr id="20486" name="Text Box 6">
            <a:extLst>
              <a:ext uri="{FF2B5EF4-FFF2-40B4-BE49-F238E27FC236}">
                <a16:creationId xmlns:a16="http://schemas.microsoft.com/office/drawing/2014/main" id="{6704E20E-427B-4D86-51AA-8BCDEC6EB4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4788" y="4421188"/>
            <a:ext cx="4638675" cy="1076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Speelstijl</a:t>
            </a:r>
          </a:p>
        </p:txBody>
      </p:sp>
      <p:sp>
        <p:nvSpPr>
          <p:cNvPr id="20487" name="Freeform 7">
            <a:extLst>
              <a:ext uri="{FF2B5EF4-FFF2-40B4-BE49-F238E27FC236}">
                <a16:creationId xmlns:a16="http://schemas.microsoft.com/office/drawing/2014/main" id="{F02259EA-66F7-28E1-D056-235193096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82663" y="4440238"/>
            <a:ext cx="6262687" cy="2946400"/>
          </a:xfrm>
          <a:custGeom>
            <a:avLst/>
            <a:gdLst>
              <a:gd name="T0" fmla="*/ 0 w 17395"/>
              <a:gd name="T1" fmla="*/ 0 h 8186"/>
              <a:gd name="T2" fmla="*/ 17394 w 17395"/>
              <a:gd name="T3" fmla="*/ 0 h 8186"/>
              <a:gd name="T4" fmla="*/ 17394 w 17395"/>
              <a:gd name="T5" fmla="*/ 8185 h 8186"/>
              <a:gd name="T6" fmla="*/ 0 w 17395"/>
              <a:gd name="T7" fmla="*/ 8185 h 8186"/>
              <a:gd name="T8" fmla="*/ 0 w 17395"/>
              <a:gd name="T9" fmla="*/ 0 h 8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395" h="8186">
                <a:moveTo>
                  <a:pt x="0" y="0"/>
                </a:moveTo>
                <a:lnTo>
                  <a:pt x="17394" y="0"/>
                </a:lnTo>
                <a:lnTo>
                  <a:pt x="17394" y="8185"/>
                </a:lnTo>
                <a:lnTo>
                  <a:pt x="0" y="8185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12600" cap="flat">
            <a:solidFill>
              <a:srgbClr val="FFFFFF"/>
            </a:solidFill>
            <a:miter lim="800000"/>
            <a:headEnd/>
            <a:tailEnd/>
          </a:ln>
          <a:effectLst>
            <a:outerShdw dist="76042" dir="3243144" algn="ctr" rotWithShape="0">
              <a:srgbClr val="000000">
                <a:alpha val="38034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488" name="Freeform 8">
            <a:extLst>
              <a:ext uri="{FF2B5EF4-FFF2-40B4-BE49-F238E27FC236}">
                <a16:creationId xmlns:a16="http://schemas.microsoft.com/office/drawing/2014/main" id="{6960E0D2-56D5-8A1D-0B2A-2E113C629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81075" y="5470525"/>
            <a:ext cx="6265863" cy="288925"/>
          </a:xfrm>
          <a:custGeom>
            <a:avLst/>
            <a:gdLst>
              <a:gd name="T0" fmla="*/ 0 w 17407"/>
              <a:gd name="T1" fmla="*/ 0 h 802"/>
              <a:gd name="T2" fmla="*/ 17406 w 17407"/>
              <a:gd name="T3" fmla="*/ 0 h 802"/>
              <a:gd name="T4" fmla="*/ 17406 w 17407"/>
              <a:gd name="T5" fmla="*/ 801 h 802"/>
              <a:gd name="T6" fmla="*/ 0 w 17407"/>
              <a:gd name="T7" fmla="*/ 801 h 802"/>
              <a:gd name="T8" fmla="*/ 0 w 17407"/>
              <a:gd name="T9" fmla="*/ 0 h 80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407" h="802">
                <a:moveTo>
                  <a:pt x="0" y="0"/>
                </a:moveTo>
                <a:lnTo>
                  <a:pt x="17406" y="0"/>
                </a:lnTo>
                <a:lnTo>
                  <a:pt x="17406" y="801"/>
                </a:lnTo>
                <a:lnTo>
                  <a:pt x="0" y="801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489" name="Text Box 9">
            <a:extLst>
              <a:ext uri="{FF2B5EF4-FFF2-40B4-BE49-F238E27FC236}">
                <a16:creationId xmlns:a16="http://schemas.microsoft.com/office/drawing/2014/main" id="{0C047AC4-A168-197F-8283-82AAB6E8B7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77950" y="5943600"/>
            <a:ext cx="5470525" cy="879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6336" rIns="90000" bIns="45000"/>
          <a:lstStyle>
            <a:lvl1pPr marL="319088" indent="-319088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400">
                <a:solidFill>
                  <a:srgbClr val="FFFFFF"/>
                </a:solidFill>
                <a:latin typeface="CenturyGothic" charset="0"/>
                <a:cs typeface="CenturyGothic" charset="0"/>
              </a:rPr>
              <a:t>Scouting</a:t>
            </a:r>
          </a:p>
          <a:p>
            <a:pPr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sz="2400">
                <a:solidFill>
                  <a:srgbClr val="FFFFFF"/>
                </a:solidFill>
                <a:latin typeface="CenturyGothic" charset="0"/>
                <a:cs typeface="CenturyGothic" charset="0"/>
              </a:rPr>
              <a:t>IDP</a:t>
            </a:r>
          </a:p>
        </p:txBody>
      </p:sp>
      <p:sp>
        <p:nvSpPr>
          <p:cNvPr id="20490" name="Text Box 10">
            <a:extLst>
              <a:ext uri="{FF2B5EF4-FFF2-40B4-BE49-F238E27FC236}">
                <a16:creationId xmlns:a16="http://schemas.microsoft.com/office/drawing/2014/main" id="{E41E543D-81AB-2CE1-F60A-ECB5410715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93875" y="4421188"/>
            <a:ext cx="4638675" cy="1076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Profielen &amp; Begrippen</a:t>
            </a:r>
          </a:p>
        </p:txBody>
      </p:sp>
      <p:sp>
        <p:nvSpPr>
          <p:cNvPr id="20491" name="Freeform 11">
            <a:extLst>
              <a:ext uri="{FF2B5EF4-FFF2-40B4-BE49-F238E27FC236}">
                <a16:creationId xmlns:a16="http://schemas.microsoft.com/office/drawing/2014/main" id="{DCEDAA77-6DD9-C64D-1873-E2DC8C14C3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8175" y="915193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492" name="Freeform 12">
            <a:extLst>
              <a:ext uri="{FF2B5EF4-FFF2-40B4-BE49-F238E27FC236}">
                <a16:creationId xmlns:a16="http://schemas.microsoft.com/office/drawing/2014/main" id="{89485884-7A58-DCFA-FF50-8ADB1727C7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40488" y="915193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493" name="Freeform 13">
            <a:extLst>
              <a:ext uri="{FF2B5EF4-FFF2-40B4-BE49-F238E27FC236}">
                <a16:creationId xmlns:a16="http://schemas.microsoft.com/office/drawing/2014/main" id="{5027A113-C7D2-2B53-01AE-D769284E3C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2800" y="915193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494" name="Freeform 14">
            <a:extLst>
              <a:ext uri="{FF2B5EF4-FFF2-40B4-BE49-F238E27FC236}">
                <a16:creationId xmlns:a16="http://schemas.microsoft.com/office/drawing/2014/main" id="{7D2079A7-8A5C-BC62-F1EA-4F472BC9D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5113" y="915193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495" name="Freeform 15">
            <a:extLst>
              <a:ext uri="{FF2B5EF4-FFF2-40B4-BE49-F238E27FC236}">
                <a16:creationId xmlns:a16="http://schemas.microsoft.com/office/drawing/2014/main" id="{7B1D7396-A1DC-1353-EABF-1066CC696A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4613" y="9569450"/>
            <a:ext cx="3559175" cy="1938338"/>
          </a:xfrm>
          <a:custGeom>
            <a:avLst/>
            <a:gdLst>
              <a:gd name="T0" fmla="*/ 0 w 9886"/>
              <a:gd name="T1" fmla="*/ 0 h 5386"/>
              <a:gd name="T2" fmla="*/ 9885 w 9886"/>
              <a:gd name="T3" fmla="*/ 0 h 5386"/>
              <a:gd name="T4" fmla="*/ 9885 w 9886"/>
              <a:gd name="T5" fmla="*/ 5385 h 5386"/>
              <a:gd name="T6" fmla="*/ 0 w 9886"/>
              <a:gd name="T7" fmla="*/ 5385 h 5386"/>
              <a:gd name="T8" fmla="*/ 0 w 9886"/>
              <a:gd name="T9" fmla="*/ 0 h 53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9886" h="5386">
                <a:moveTo>
                  <a:pt x="0" y="0"/>
                </a:moveTo>
                <a:lnTo>
                  <a:pt x="9885" y="0"/>
                </a:lnTo>
                <a:lnTo>
                  <a:pt x="9885" y="5385"/>
                </a:lnTo>
                <a:lnTo>
                  <a:pt x="0" y="5385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255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496" name="Freeform 16">
            <a:extLst>
              <a:ext uri="{FF2B5EF4-FFF2-40B4-BE49-F238E27FC236}">
                <a16:creationId xmlns:a16="http://schemas.microsoft.com/office/drawing/2014/main" id="{BAA18E82-A7CD-185D-BE7E-6B210CD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3025" y="10367963"/>
            <a:ext cx="3562350" cy="1157287"/>
          </a:xfrm>
          <a:custGeom>
            <a:avLst/>
            <a:gdLst>
              <a:gd name="T0" fmla="*/ 0 w 9897"/>
              <a:gd name="T1" fmla="*/ 0 h 3213"/>
              <a:gd name="T2" fmla="*/ 9896 w 9897"/>
              <a:gd name="T3" fmla="*/ 0 h 3213"/>
              <a:gd name="T4" fmla="*/ 9896 w 9897"/>
              <a:gd name="T5" fmla="*/ 3212 h 3213"/>
              <a:gd name="T6" fmla="*/ 0 w 9897"/>
              <a:gd name="T7" fmla="*/ 3212 h 3213"/>
              <a:gd name="T8" fmla="*/ 0 w 9897"/>
              <a:gd name="T9" fmla="*/ 0 h 3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9897" h="3213">
                <a:moveTo>
                  <a:pt x="0" y="0"/>
                </a:moveTo>
                <a:lnTo>
                  <a:pt x="9896" y="0"/>
                </a:lnTo>
                <a:lnTo>
                  <a:pt x="9896" y="3212"/>
                </a:lnTo>
                <a:lnTo>
                  <a:pt x="0" y="3212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497" name="Text Box 17">
            <a:extLst>
              <a:ext uri="{FF2B5EF4-FFF2-40B4-BE49-F238E27FC236}">
                <a16:creationId xmlns:a16="http://schemas.microsoft.com/office/drawing/2014/main" id="{505E2C67-2A3F-DE87-9821-89EE198FA1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3038" y="10506075"/>
            <a:ext cx="3362325" cy="879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 marL="244475" indent="-24447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b="1">
                <a:solidFill>
                  <a:srgbClr val="163783"/>
                </a:solidFill>
                <a:latin typeface="CenturyGothic-Bold" charset="0"/>
                <a:cs typeface="CenturyGothic-Bold" charset="0"/>
              </a:rPr>
              <a:t>Transfer target: +€750K</a:t>
            </a:r>
          </a:p>
          <a:p>
            <a:pPr marL="247650" indent="-247650">
              <a:lnSpc>
                <a:spcPct val="131000"/>
              </a:lnSpc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b="1" i="1">
                <a:solidFill>
                  <a:srgbClr val="9BBB58"/>
                </a:solidFill>
                <a:latin typeface="CenturyGothic-Bold" charset="0"/>
                <a:cs typeface="CenturyGothic-Bold" charset="0"/>
              </a:rPr>
              <a:t>transfers: &gt;1M</a:t>
            </a:r>
          </a:p>
        </p:txBody>
      </p:sp>
      <p:sp>
        <p:nvSpPr>
          <p:cNvPr id="20498" name="Text Box 18">
            <a:extLst>
              <a:ext uri="{FF2B5EF4-FFF2-40B4-BE49-F238E27FC236}">
                <a16:creationId xmlns:a16="http://schemas.microsoft.com/office/drawing/2014/main" id="{46199198-DD04-4C3B-8F8E-D1D2715A86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9388" y="9561513"/>
            <a:ext cx="3349625" cy="708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Goal 1</a:t>
            </a:r>
          </a:p>
        </p:txBody>
      </p:sp>
      <p:sp>
        <p:nvSpPr>
          <p:cNvPr id="20499" name="Freeform 19">
            <a:extLst>
              <a:ext uri="{FF2B5EF4-FFF2-40B4-BE49-F238E27FC236}">
                <a16:creationId xmlns:a16="http://schemas.microsoft.com/office/drawing/2014/main" id="{9AB721DB-BD80-269C-165D-A3F327E4CF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75975" y="915828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00" name="Freeform 20">
            <a:extLst>
              <a:ext uri="{FF2B5EF4-FFF2-40B4-BE49-F238E27FC236}">
                <a16:creationId xmlns:a16="http://schemas.microsoft.com/office/drawing/2014/main" id="{38275D84-568F-5AFE-E8D8-831379A39E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8288" y="915828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01" name="Freeform 21">
            <a:extLst>
              <a:ext uri="{FF2B5EF4-FFF2-40B4-BE49-F238E27FC236}">
                <a16:creationId xmlns:a16="http://schemas.microsoft.com/office/drawing/2014/main" id="{1D57E92D-79F0-1580-D5A3-F74CB499CF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20600" y="915828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02" name="Freeform 22">
            <a:extLst>
              <a:ext uri="{FF2B5EF4-FFF2-40B4-BE49-F238E27FC236}">
                <a16:creationId xmlns:a16="http://schemas.microsoft.com/office/drawing/2014/main" id="{2610B084-2D25-860E-8CAE-463ACB3470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142913" y="915828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03" name="Freeform 23">
            <a:extLst>
              <a:ext uri="{FF2B5EF4-FFF2-40B4-BE49-F238E27FC236}">
                <a16:creationId xmlns:a16="http://schemas.microsoft.com/office/drawing/2014/main" id="{B9829FB3-D042-00E3-EEE5-6143AE374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2413" y="9575800"/>
            <a:ext cx="3559175" cy="1938338"/>
          </a:xfrm>
          <a:custGeom>
            <a:avLst/>
            <a:gdLst>
              <a:gd name="T0" fmla="*/ 0 w 9886"/>
              <a:gd name="T1" fmla="*/ 0 h 5386"/>
              <a:gd name="T2" fmla="*/ 9885 w 9886"/>
              <a:gd name="T3" fmla="*/ 0 h 5386"/>
              <a:gd name="T4" fmla="*/ 9885 w 9886"/>
              <a:gd name="T5" fmla="*/ 5385 h 5386"/>
              <a:gd name="T6" fmla="*/ 0 w 9886"/>
              <a:gd name="T7" fmla="*/ 5385 h 5386"/>
              <a:gd name="T8" fmla="*/ 0 w 9886"/>
              <a:gd name="T9" fmla="*/ 0 h 53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9886" h="5386">
                <a:moveTo>
                  <a:pt x="0" y="0"/>
                </a:moveTo>
                <a:lnTo>
                  <a:pt x="9885" y="0"/>
                </a:lnTo>
                <a:lnTo>
                  <a:pt x="9885" y="5385"/>
                </a:lnTo>
                <a:lnTo>
                  <a:pt x="0" y="5385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255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04" name="Freeform 24">
            <a:extLst>
              <a:ext uri="{FF2B5EF4-FFF2-40B4-BE49-F238E27FC236}">
                <a16:creationId xmlns:a16="http://schemas.microsoft.com/office/drawing/2014/main" id="{A43EF0B0-1661-E889-7977-F3D68D9A48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0825" y="10375900"/>
            <a:ext cx="3562350" cy="1157288"/>
          </a:xfrm>
          <a:custGeom>
            <a:avLst/>
            <a:gdLst>
              <a:gd name="T0" fmla="*/ 0 w 9897"/>
              <a:gd name="T1" fmla="*/ 0 h 3213"/>
              <a:gd name="T2" fmla="*/ 9896 w 9897"/>
              <a:gd name="T3" fmla="*/ 0 h 3213"/>
              <a:gd name="T4" fmla="*/ 9896 w 9897"/>
              <a:gd name="T5" fmla="*/ 3212 h 3213"/>
              <a:gd name="T6" fmla="*/ 0 w 9897"/>
              <a:gd name="T7" fmla="*/ 3212 h 3213"/>
              <a:gd name="T8" fmla="*/ 0 w 9897"/>
              <a:gd name="T9" fmla="*/ 0 h 3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9897" h="3213">
                <a:moveTo>
                  <a:pt x="0" y="0"/>
                </a:moveTo>
                <a:lnTo>
                  <a:pt x="9896" y="0"/>
                </a:lnTo>
                <a:lnTo>
                  <a:pt x="9896" y="3212"/>
                </a:lnTo>
                <a:lnTo>
                  <a:pt x="0" y="3212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05" name="Text Box 25">
            <a:extLst>
              <a:ext uri="{FF2B5EF4-FFF2-40B4-BE49-F238E27FC236}">
                <a16:creationId xmlns:a16="http://schemas.microsoft.com/office/drawing/2014/main" id="{2A0D3FB2-450F-BF26-612A-6D40066A74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188" y="10529888"/>
            <a:ext cx="3362325" cy="846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 marL="244475" indent="-24447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b="1">
                <a:solidFill>
                  <a:srgbClr val="163783"/>
                </a:solidFill>
                <a:latin typeface="CenturyGothic-Bold" charset="0"/>
                <a:cs typeface="CenturyGothic-Bold" charset="0"/>
              </a:rPr>
              <a:t>KKD: Top 10</a:t>
            </a:r>
          </a:p>
          <a:p>
            <a:pPr marL="247650" indent="-247650">
              <a:lnSpc>
                <a:spcPct val="121000"/>
              </a:lnSpc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b="1" i="1">
                <a:solidFill>
                  <a:srgbClr val="FF9300"/>
                </a:solidFill>
                <a:latin typeface="CenturyGothic-Bold" charset="0"/>
                <a:cs typeface="CenturyGothic-Bold" charset="0"/>
              </a:rPr>
              <a:t>10e positie in de KKD</a:t>
            </a:r>
          </a:p>
        </p:txBody>
      </p:sp>
      <p:sp>
        <p:nvSpPr>
          <p:cNvPr id="20506" name="Text Box 26">
            <a:extLst>
              <a:ext uri="{FF2B5EF4-FFF2-40B4-BE49-F238E27FC236}">
                <a16:creationId xmlns:a16="http://schemas.microsoft.com/office/drawing/2014/main" id="{991AA5DD-7A7F-3A3E-3B46-9155AA8A31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17188" y="9569450"/>
            <a:ext cx="3349625" cy="708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Goal 2</a:t>
            </a:r>
          </a:p>
        </p:txBody>
      </p:sp>
      <p:sp>
        <p:nvSpPr>
          <p:cNvPr id="20507" name="Freeform 27">
            <a:extLst>
              <a:ext uri="{FF2B5EF4-FFF2-40B4-BE49-F238E27FC236}">
                <a16:creationId xmlns:a16="http://schemas.microsoft.com/office/drawing/2014/main" id="{B70CFAB1-0508-928E-DB7F-AE8F4729B2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33775" y="915828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08" name="Freeform 28">
            <a:extLst>
              <a:ext uri="{FF2B5EF4-FFF2-40B4-BE49-F238E27FC236}">
                <a16:creationId xmlns:a16="http://schemas.microsoft.com/office/drawing/2014/main" id="{1EC1CEA0-E6A5-57BB-DEE2-0B0159406F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56088" y="915828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09" name="Freeform 29">
            <a:extLst>
              <a:ext uri="{FF2B5EF4-FFF2-40B4-BE49-F238E27FC236}">
                <a16:creationId xmlns:a16="http://schemas.microsoft.com/office/drawing/2014/main" id="{F0FE1E6B-330F-2F02-7634-EAF2E2B679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78400" y="915828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10" name="Freeform 30">
            <a:extLst>
              <a:ext uri="{FF2B5EF4-FFF2-40B4-BE49-F238E27FC236}">
                <a16:creationId xmlns:a16="http://schemas.microsoft.com/office/drawing/2014/main" id="{70F2390C-7812-9347-F1D3-EFF17004A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00713" y="9158288"/>
            <a:ext cx="441325" cy="577850"/>
          </a:xfrm>
          <a:custGeom>
            <a:avLst/>
            <a:gdLst>
              <a:gd name="T0" fmla="*/ 967 w 1225"/>
              <a:gd name="T1" fmla="*/ 0 h 1607"/>
              <a:gd name="T2" fmla="*/ 1224 w 1225"/>
              <a:gd name="T3" fmla="*/ 257 h 1607"/>
              <a:gd name="T4" fmla="*/ 1224 w 1225"/>
              <a:gd name="T5" fmla="*/ 1349 h 1607"/>
              <a:gd name="T6" fmla="*/ 967 w 1225"/>
              <a:gd name="T7" fmla="*/ 1606 h 1607"/>
              <a:gd name="T8" fmla="*/ 257 w 1225"/>
              <a:gd name="T9" fmla="*/ 1606 h 1607"/>
              <a:gd name="T10" fmla="*/ 0 w 1225"/>
              <a:gd name="T11" fmla="*/ 1349 h 1607"/>
              <a:gd name="T12" fmla="*/ 0 w 1225"/>
              <a:gd name="T13" fmla="*/ 257 h 1607"/>
              <a:gd name="T14" fmla="*/ 257 w 1225"/>
              <a:gd name="T15" fmla="*/ 0 h 1607"/>
              <a:gd name="T16" fmla="*/ 967 w 1225"/>
              <a:gd name="T17" fmla="*/ 0 h 16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225" h="1607">
                <a:moveTo>
                  <a:pt x="967" y="0"/>
                </a:moveTo>
                <a:cubicBezTo>
                  <a:pt x="1138" y="0"/>
                  <a:pt x="1224" y="86"/>
                  <a:pt x="1224" y="257"/>
                </a:cubicBezTo>
                <a:lnTo>
                  <a:pt x="1224" y="1349"/>
                </a:lnTo>
                <a:cubicBezTo>
                  <a:pt x="1224" y="1520"/>
                  <a:pt x="1138" y="1606"/>
                  <a:pt x="967" y="1606"/>
                </a:cubicBezTo>
                <a:lnTo>
                  <a:pt x="257" y="1606"/>
                </a:lnTo>
                <a:cubicBezTo>
                  <a:pt x="86" y="1606"/>
                  <a:pt x="0" y="1520"/>
                  <a:pt x="0" y="1349"/>
                </a:cubicBezTo>
                <a:lnTo>
                  <a:pt x="0" y="257"/>
                </a:lnTo>
                <a:cubicBezTo>
                  <a:pt x="0" y="86"/>
                  <a:pt x="86" y="0"/>
                  <a:pt x="257" y="0"/>
                </a:cubicBezTo>
                <a:lnTo>
                  <a:pt x="967" y="0"/>
                </a:lnTo>
              </a:path>
            </a:pathLst>
          </a:custGeom>
          <a:solidFill>
            <a:srgbClr val="173782"/>
          </a:solidFill>
          <a:ln w="25560" cap="flat">
            <a:solidFill>
              <a:srgbClr val="FFFFFF"/>
            </a:solidFill>
            <a:round/>
            <a:headEnd/>
            <a:tailEnd/>
          </a:ln>
          <a:effectLst>
            <a:outerShdw dist="25560" dir="5400000" algn="ctr" rotWithShape="0">
              <a:srgbClr val="000000">
                <a:alpha val="35036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11" name="Freeform 31">
            <a:extLst>
              <a:ext uri="{FF2B5EF4-FFF2-40B4-BE49-F238E27FC236}">
                <a16:creationId xmlns:a16="http://schemas.microsoft.com/office/drawing/2014/main" id="{50E0759A-73E8-E030-F049-124E27117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70213" y="9575800"/>
            <a:ext cx="3559175" cy="1938338"/>
          </a:xfrm>
          <a:custGeom>
            <a:avLst/>
            <a:gdLst>
              <a:gd name="T0" fmla="*/ 0 w 9886"/>
              <a:gd name="T1" fmla="*/ 0 h 5386"/>
              <a:gd name="T2" fmla="*/ 9885 w 9886"/>
              <a:gd name="T3" fmla="*/ 0 h 5386"/>
              <a:gd name="T4" fmla="*/ 9885 w 9886"/>
              <a:gd name="T5" fmla="*/ 5385 h 5386"/>
              <a:gd name="T6" fmla="*/ 0 w 9886"/>
              <a:gd name="T7" fmla="*/ 5385 h 5386"/>
              <a:gd name="T8" fmla="*/ 0 w 9886"/>
              <a:gd name="T9" fmla="*/ 0 h 53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9886" h="5386">
                <a:moveTo>
                  <a:pt x="0" y="0"/>
                </a:moveTo>
                <a:lnTo>
                  <a:pt x="9885" y="0"/>
                </a:lnTo>
                <a:lnTo>
                  <a:pt x="9885" y="5385"/>
                </a:lnTo>
                <a:lnTo>
                  <a:pt x="0" y="5385"/>
                </a:lnTo>
                <a:lnTo>
                  <a:pt x="0" y="0"/>
                </a:lnTo>
              </a:path>
            </a:pathLst>
          </a:custGeom>
          <a:solidFill>
            <a:srgbClr val="163783"/>
          </a:solidFill>
          <a:ln w="25560" cap="flat">
            <a:solidFill>
              <a:srgbClr val="FFFFFF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12" name="Freeform 32">
            <a:extLst>
              <a:ext uri="{FF2B5EF4-FFF2-40B4-BE49-F238E27FC236}">
                <a16:creationId xmlns:a16="http://schemas.microsoft.com/office/drawing/2014/main" id="{1F995E16-E113-37F6-E7A2-4DA088DD26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68625" y="10375900"/>
            <a:ext cx="3562350" cy="1157288"/>
          </a:xfrm>
          <a:custGeom>
            <a:avLst/>
            <a:gdLst>
              <a:gd name="T0" fmla="*/ 0 w 9897"/>
              <a:gd name="T1" fmla="*/ 0 h 3213"/>
              <a:gd name="T2" fmla="*/ 9896 w 9897"/>
              <a:gd name="T3" fmla="*/ 0 h 3213"/>
              <a:gd name="T4" fmla="*/ 9896 w 9897"/>
              <a:gd name="T5" fmla="*/ 3212 h 3213"/>
              <a:gd name="T6" fmla="*/ 0 w 9897"/>
              <a:gd name="T7" fmla="*/ 3212 h 3213"/>
              <a:gd name="T8" fmla="*/ 0 w 9897"/>
              <a:gd name="T9" fmla="*/ 0 h 32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9897" h="3213">
                <a:moveTo>
                  <a:pt x="0" y="0"/>
                </a:moveTo>
                <a:lnTo>
                  <a:pt x="9896" y="0"/>
                </a:lnTo>
                <a:lnTo>
                  <a:pt x="9896" y="3212"/>
                </a:lnTo>
                <a:lnTo>
                  <a:pt x="0" y="3212"/>
                </a:lnTo>
                <a:lnTo>
                  <a:pt x="0" y="0"/>
                </a:lnTo>
              </a:path>
            </a:pathLst>
          </a:custGeom>
          <a:solidFill>
            <a:srgbClr val="FFFFFF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0513" name="Text Box 33">
            <a:extLst>
              <a:ext uri="{FF2B5EF4-FFF2-40B4-BE49-F238E27FC236}">
                <a16:creationId xmlns:a16="http://schemas.microsoft.com/office/drawing/2014/main" id="{34FD8B8A-4F79-0BFB-E926-9A2CEBC9F9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74988" y="10529888"/>
            <a:ext cx="3362325" cy="846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 marL="244475" indent="-244475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b="1">
                <a:solidFill>
                  <a:srgbClr val="163783"/>
                </a:solidFill>
                <a:latin typeface="CenturyGothic-Bold" charset="0"/>
                <a:cs typeface="CenturyGothic-Bold" charset="0"/>
              </a:rPr>
              <a:t>Academy players: 50%*</a:t>
            </a:r>
          </a:p>
          <a:p>
            <a:pPr marL="247650" indent="-247650">
              <a:lnSpc>
                <a:spcPct val="121000"/>
              </a:lnSpc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 b="1" i="1">
                <a:solidFill>
                  <a:srgbClr val="FF9300"/>
                </a:solidFill>
                <a:latin typeface="CenturyGothic-Bold" charset="0"/>
                <a:cs typeface="CenturyGothic-Bold" charset="0"/>
              </a:rPr>
              <a:t>Competitieminuten: 38%</a:t>
            </a:r>
          </a:p>
        </p:txBody>
      </p:sp>
      <p:sp>
        <p:nvSpPr>
          <p:cNvPr id="20514" name="Text Box 34">
            <a:extLst>
              <a:ext uri="{FF2B5EF4-FFF2-40B4-BE49-F238E27FC236}">
                <a16:creationId xmlns:a16="http://schemas.microsoft.com/office/drawing/2014/main" id="{73282861-E948-B4E6-88FE-23AA58D56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74988" y="9569450"/>
            <a:ext cx="3349625" cy="708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Goal 3</a:t>
            </a:r>
          </a:p>
        </p:txBody>
      </p:sp>
      <p:sp>
        <p:nvSpPr>
          <p:cNvPr id="20515" name="Text Box 35">
            <a:extLst>
              <a:ext uri="{FF2B5EF4-FFF2-40B4-BE49-F238E27FC236}">
                <a16:creationId xmlns:a16="http://schemas.microsoft.com/office/drawing/2014/main" id="{DFF5FF9A-1337-055D-80C7-2CD8024207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8788" y="12996863"/>
            <a:ext cx="4843462" cy="487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5922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1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**Minimaal 3 jaar in de academy</a:t>
            </a:r>
          </a:p>
          <a:p>
            <a:r>
              <a:rPr lang="en-US" altLang="LID4096" sz="12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(Stan, Mees, Kevin, Danny, Nick, Sheddy, TJemme, Ilias)</a:t>
            </a:r>
          </a:p>
        </p:txBody>
      </p:sp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7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Freeform 1">
            <a:extLst>
              <a:ext uri="{FF2B5EF4-FFF2-40B4-BE49-F238E27FC236}">
                <a16:creationId xmlns:a16="http://schemas.microsoft.com/office/drawing/2014/main" id="{55DD006D-D22C-C3FF-AA4F-6D96E3231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6938" y="2190750"/>
            <a:ext cx="3686175" cy="398463"/>
          </a:xfrm>
          <a:custGeom>
            <a:avLst/>
            <a:gdLst>
              <a:gd name="T0" fmla="*/ 0 w 10241"/>
              <a:gd name="T1" fmla="*/ 0 h 1107"/>
              <a:gd name="T2" fmla="*/ 10240 w 10241"/>
              <a:gd name="T3" fmla="*/ 0 h 1107"/>
              <a:gd name="T4" fmla="*/ 10240 w 10241"/>
              <a:gd name="T5" fmla="*/ 1106 h 1107"/>
              <a:gd name="T6" fmla="*/ 0 w 10241"/>
              <a:gd name="T7" fmla="*/ 1106 h 1107"/>
              <a:gd name="T8" fmla="*/ 0 w 1024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241" h="1107">
                <a:moveTo>
                  <a:pt x="0" y="0"/>
                </a:moveTo>
                <a:lnTo>
                  <a:pt x="10240" y="0"/>
                </a:lnTo>
                <a:lnTo>
                  <a:pt x="1024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06" name="Text Box 2">
            <a:extLst>
              <a:ext uri="{FF2B5EF4-FFF2-40B4-BE49-F238E27FC236}">
                <a16:creationId xmlns:a16="http://schemas.microsoft.com/office/drawing/2014/main" id="{A9F3E664-D35E-3ABD-4D4F-D0CBEE74BE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2188" y="839788"/>
            <a:ext cx="4440237" cy="750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>
              <a:lnSpc>
                <a:spcPts val="5200"/>
              </a:lnSpc>
            </a:pPr>
            <a:r>
              <a:rPr lang="en-US" altLang="LID4096" sz="4500" b="1">
                <a:solidFill>
                  <a:srgbClr val="FFFFFF"/>
                </a:solidFill>
                <a:latin typeface="Helvetica-Bold" charset="0"/>
                <a:cs typeface="Helvetica-Bold" charset="0"/>
              </a:rPr>
              <a:t>Player name</a:t>
            </a:r>
          </a:p>
        </p:txBody>
      </p:sp>
      <p:sp>
        <p:nvSpPr>
          <p:cNvPr id="21507" name="Text Box 3">
            <a:extLst>
              <a:ext uri="{FF2B5EF4-FFF2-40B4-BE49-F238E27FC236}">
                <a16:creationId xmlns:a16="http://schemas.microsoft.com/office/drawing/2014/main" id="{E5390B30-775C-7F3E-56E9-5AA15B1047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62613" y="584200"/>
            <a:ext cx="5467350" cy="41830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000" b="1">
                <a:latin typeface="AvenirNextCondensed-Bold" charset="0"/>
                <a:cs typeface="AvenirNextCondensed-Bold" charset="0"/>
              </a:rPr>
              <a:t>DD/MM/YYYY: Game / Training</a:t>
            </a:r>
          </a:p>
          <a:p>
            <a:pPr rtl="1">
              <a:lnSpc>
                <a:spcPct val="131000"/>
              </a:lnSpc>
            </a:pPr>
            <a:r>
              <a:rPr lang="en-US" altLang="LID4096" sz="2000" b="1">
                <a:latin typeface="AvenirNextCondensed-Bold" charset="0"/>
                <a:cs typeface="AvenirNextCondensed-Bold" charset="0"/>
              </a:rPr>
              <a:t>DD/MM/YYYY: Game / Training</a:t>
            </a:r>
          </a:p>
          <a:p>
            <a:pPr rtl="1">
              <a:lnSpc>
                <a:spcPct val="131000"/>
              </a:lnSpc>
            </a:pPr>
            <a:r>
              <a:rPr lang="en-US" altLang="LID4096" sz="2000" b="1">
                <a:latin typeface="AvenirNextCondensed-Bold" charset="0"/>
                <a:cs typeface="AvenirNextCondensed-Bold" charset="0"/>
              </a:rPr>
              <a:t>DD/MM/YYYY: Game / Training</a:t>
            </a:r>
          </a:p>
          <a:p>
            <a:pPr rtl="1">
              <a:lnSpc>
                <a:spcPct val="131000"/>
              </a:lnSpc>
            </a:pPr>
            <a:r>
              <a:rPr lang="en-US" altLang="LID4096" sz="2000" b="1">
                <a:latin typeface="AvenirNextCondensed-Bold" charset="0"/>
                <a:cs typeface="AvenirNextCondensed-Bold" charset="0"/>
              </a:rPr>
              <a:t>DD/MM/YYYY: Game / Training</a:t>
            </a:r>
          </a:p>
          <a:p>
            <a:pPr rtl="1">
              <a:lnSpc>
                <a:spcPct val="131000"/>
              </a:lnSpc>
            </a:pPr>
            <a:r>
              <a:rPr lang="en-US" altLang="LID4096" sz="2000" b="1">
                <a:latin typeface="AvenirNextCondensed-Bold" charset="0"/>
                <a:cs typeface="AvenirNextCondensed-Bold" charset="0"/>
              </a:rPr>
              <a:t>DD/MM/YYYY: Game / Training</a:t>
            </a:r>
          </a:p>
          <a:p>
            <a:pPr>
              <a:lnSpc>
                <a:spcPct val="131000"/>
              </a:lnSpc>
            </a:pPr>
            <a:r>
              <a:rPr lang="en-US" altLang="LID4096" sz="2000" b="1">
                <a:latin typeface="AvenirNextCondensed-Bold" charset="0"/>
                <a:cs typeface="AvenirNextCondensed-Bold" charset="0"/>
              </a:rPr>
              <a:t>DD/MM/YYYY: Game / Training</a:t>
            </a:r>
          </a:p>
          <a:p>
            <a:pPr>
              <a:lnSpc>
                <a:spcPct val="131000"/>
              </a:lnSpc>
            </a:pPr>
            <a:r>
              <a:rPr lang="en-US" altLang="LID4096" sz="2000" b="1">
                <a:latin typeface="AvenirNextCondensed-Bold" charset="0"/>
                <a:cs typeface="AvenirNextCondensed-Bold" charset="0"/>
              </a:rPr>
              <a:t>DD/MM/YYYY: Game / Training</a:t>
            </a:r>
          </a:p>
        </p:txBody>
      </p:sp>
      <p:sp>
        <p:nvSpPr>
          <p:cNvPr id="21508" name="Freeform 4">
            <a:extLst>
              <a:ext uri="{FF2B5EF4-FFF2-40B4-BE49-F238E27FC236}">
                <a16:creationId xmlns:a16="http://schemas.microsoft.com/office/drawing/2014/main" id="{5747E8B0-E047-861A-2A2C-AEAC338AF9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6463" y="2944813"/>
            <a:ext cx="3686175" cy="398462"/>
          </a:xfrm>
          <a:custGeom>
            <a:avLst/>
            <a:gdLst>
              <a:gd name="T0" fmla="*/ 0 w 10241"/>
              <a:gd name="T1" fmla="*/ 0 h 1107"/>
              <a:gd name="T2" fmla="*/ 10240 w 10241"/>
              <a:gd name="T3" fmla="*/ 0 h 1107"/>
              <a:gd name="T4" fmla="*/ 10240 w 10241"/>
              <a:gd name="T5" fmla="*/ 1106 h 1107"/>
              <a:gd name="T6" fmla="*/ 0 w 10241"/>
              <a:gd name="T7" fmla="*/ 1106 h 1107"/>
              <a:gd name="T8" fmla="*/ 0 w 1024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241" h="1107">
                <a:moveTo>
                  <a:pt x="0" y="0"/>
                </a:moveTo>
                <a:lnTo>
                  <a:pt x="10240" y="0"/>
                </a:lnTo>
                <a:lnTo>
                  <a:pt x="1024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09" name="Freeform 5">
            <a:extLst>
              <a:ext uri="{FF2B5EF4-FFF2-40B4-BE49-F238E27FC236}">
                <a16:creationId xmlns:a16="http://schemas.microsoft.com/office/drawing/2014/main" id="{66B67C91-79EA-5222-3A79-A88EF3132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3288" y="3702050"/>
            <a:ext cx="3686175" cy="398463"/>
          </a:xfrm>
          <a:custGeom>
            <a:avLst/>
            <a:gdLst>
              <a:gd name="T0" fmla="*/ 0 w 10241"/>
              <a:gd name="T1" fmla="*/ 0 h 1107"/>
              <a:gd name="T2" fmla="*/ 10240 w 10241"/>
              <a:gd name="T3" fmla="*/ 0 h 1107"/>
              <a:gd name="T4" fmla="*/ 10240 w 10241"/>
              <a:gd name="T5" fmla="*/ 1106 h 1107"/>
              <a:gd name="T6" fmla="*/ 0 w 10241"/>
              <a:gd name="T7" fmla="*/ 1106 h 1107"/>
              <a:gd name="T8" fmla="*/ 0 w 1024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241" h="1107">
                <a:moveTo>
                  <a:pt x="0" y="0"/>
                </a:moveTo>
                <a:lnTo>
                  <a:pt x="10240" y="0"/>
                </a:lnTo>
                <a:lnTo>
                  <a:pt x="1024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10" name="Freeform 6">
            <a:extLst>
              <a:ext uri="{FF2B5EF4-FFF2-40B4-BE49-F238E27FC236}">
                <a16:creationId xmlns:a16="http://schemas.microsoft.com/office/drawing/2014/main" id="{5F7C9909-A089-B905-21AF-27D353F2A5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8688" y="4459288"/>
            <a:ext cx="3686175" cy="398462"/>
          </a:xfrm>
          <a:custGeom>
            <a:avLst/>
            <a:gdLst>
              <a:gd name="T0" fmla="*/ 0 w 10241"/>
              <a:gd name="T1" fmla="*/ 0 h 1107"/>
              <a:gd name="T2" fmla="*/ 10240 w 10241"/>
              <a:gd name="T3" fmla="*/ 0 h 1107"/>
              <a:gd name="T4" fmla="*/ 10240 w 10241"/>
              <a:gd name="T5" fmla="*/ 1106 h 1107"/>
              <a:gd name="T6" fmla="*/ 0 w 10241"/>
              <a:gd name="T7" fmla="*/ 1106 h 1107"/>
              <a:gd name="T8" fmla="*/ 0 w 1024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241" h="1107">
                <a:moveTo>
                  <a:pt x="0" y="0"/>
                </a:moveTo>
                <a:lnTo>
                  <a:pt x="10240" y="0"/>
                </a:lnTo>
                <a:lnTo>
                  <a:pt x="1024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11" name="Freeform 7">
            <a:extLst>
              <a:ext uri="{FF2B5EF4-FFF2-40B4-BE49-F238E27FC236}">
                <a16:creationId xmlns:a16="http://schemas.microsoft.com/office/drawing/2014/main" id="{A41E1ACF-4A57-9743-BA64-3141FBF045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8688" y="5211763"/>
            <a:ext cx="3686175" cy="398462"/>
          </a:xfrm>
          <a:custGeom>
            <a:avLst/>
            <a:gdLst>
              <a:gd name="T0" fmla="*/ 0 w 10241"/>
              <a:gd name="T1" fmla="*/ 0 h 1107"/>
              <a:gd name="T2" fmla="*/ 10240 w 10241"/>
              <a:gd name="T3" fmla="*/ 0 h 1107"/>
              <a:gd name="T4" fmla="*/ 10240 w 10241"/>
              <a:gd name="T5" fmla="*/ 1106 h 1107"/>
              <a:gd name="T6" fmla="*/ 0 w 10241"/>
              <a:gd name="T7" fmla="*/ 1106 h 1107"/>
              <a:gd name="T8" fmla="*/ 0 w 1024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241" h="1107">
                <a:moveTo>
                  <a:pt x="0" y="0"/>
                </a:moveTo>
                <a:lnTo>
                  <a:pt x="10240" y="0"/>
                </a:lnTo>
                <a:lnTo>
                  <a:pt x="1024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12" name="Freeform 8">
            <a:extLst>
              <a:ext uri="{FF2B5EF4-FFF2-40B4-BE49-F238E27FC236}">
                <a16:creationId xmlns:a16="http://schemas.microsoft.com/office/drawing/2014/main" id="{332C9A4A-B447-41CD-3C39-8E9A6546F3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8688" y="5945188"/>
            <a:ext cx="3686175" cy="398462"/>
          </a:xfrm>
          <a:custGeom>
            <a:avLst/>
            <a:gdLst>
              <a:gd name="T0" fmla="*/ 0 w 10241"/>
              <a:gd name="T1" fmla="*/ 0 h 1107"/>
              <a:gd name="T2" fmla="*/ 10240 w 10241"/>
              <a:gd name="T3" fmla="*/ 0 h 1107"/>
              <a:gd name="T4" fmla="*/ 10240 w 10241"/>
              <a:gd name="T5" fmla="*/ 1106 h 1107"/>
              <a:gd name="T6" fmla="*/ 0 w 10241"/>
              <a:gd name="T7" fmla="*/ 1106 h 1107"/>
              <a:gd name="T8" fmla="*/ 0 w 1024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241" h="1107">
                <a:moveTo>
                  <a:pt x="0" y="0"/>
                </a:moveTo>
                <a:lnTo>
                  <a:pt x="10240" y="0"/>
                </a:lnTo>
                <a:lnTo>
                  <a:pt x="1024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13" name="Freeform 9">
            <a:extLst>
              <a:ext uri="{FF2B5EF4-FFF2-40B4-BE49-F238E27FC236}">
                <a16:creationId xmlns:a16="http://schemas.microsoft.com/office/drawing/2014/main" id="{3072522E-E806-4B8C-E9F2-6FDA5F3232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8688" y="6678613"/>
            <a:ext cx="3686175" cy="398462"/>
          </a:xfrm>
          <a:custGeom>
            <a:avLst/>
            <a:gdLst>
              <a:gd name="T0" fmla="*/ 0 w 10241"/>
              <a:gd name="T1" fmla="*/ 0 h 1107"/>
              <a:gd name="T2" fmla="*/ 10240 w 10241"/>
              <a:gd name="T3" fmla="*/ 0 h 1107"/>
              <a:gd name="T4" fmla="*/ 10240 w 10241"/>
              <a:gd name="T5" fmla="*/ 1106 h 1107"/>
              <a:gd name="T6" fmla="*/ 0 w 10241"/>
              <a:gd name="T7" fmla="*/ 1106 h 1107"/>
              <a:gd name="T8" fmla="*/ 0 w 1024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241" h="1107">
                <a:moveTo>
                  <a:pt x="0" y="0"/>
                </a:moveTo>
                <a:lnTo>
                  <a:pt x="10240" y="0"/>
                </a:lnTo>
                <a:lnTo>
                  <a:pt x="1024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14" name="Freeform 10">
            <a:extLst>
              <a:ext uri="{FF2B5EF4-FFF2-40B4-BE49-F238E27FC236}">
                <a16:creationId xmlns:a16="http://schemas.microsoft.com/office/drawing/2014/main" id="{0522FB35-3489-1B75-8605-4483099968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04575" y="1089025"/>
            <a:ext cx="2152650" cy="398463"/>
          </a:xfrm>
          <a:custGeom>
            <a:avLst/>
            <a:gdLst>
              <a:gd name="T0" fmla="*/ 0 w 5981"/>
              <a:gd name="T1" fmla="*/ 0 h 1107"/>
              <a:gd name="T2" fmla="*/ 5980 w 5981"/>
              <a:gd name="T3" fmla="*/ 0 h 1107"/>
              <a:gd name="T4" fmla="*/ 5980 w 5981"/>
              <a:gd name="T5" fmla="*/ 1106 h 1107"/>
              <a:gd name="T6" fmla="*/ 0 w 5981"/>
              <a:gd name="T7" fmla="*/ 1106 h 1107"/>
              <a:gd name="T8" fmla="*/ 0 w 598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981" h="1107">
                <a:moveTo>
                  <a:pt x="0" y="0"/>
                </a:moveTo>
                <a:lnTo>
                  <a:pt x="5980" y="0"/>
                </a:lnTo>
                <a:lnTo>
                  <a:pt x="598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15" name="Freeform 11">
            <a:extLst>
              <a:ext uri="{FF2B5EF4-FFF2-40B4-BE49-F238E27FC236}">
                <a16:creationId xmlns:a16="http://schemas.microsoft.com/office/drawing/2014/main" id="{E1F14555-13B7-077F-0FE7-E72EC59B6F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04575" y="1806575"/>
            <a:ext cx="2152650" cy="398463"/>
          </a:xfrm>
          <a:custGeom>
            <a:avLst/>
            <a:gdLst>
              <a:gd name="T0" fmla="*/ 0 w 5981"/>
              <a:gd name="T1" fmla="*/ 0 h 1107"/>
              <a:gd name="T2" fmla="*/ 5980 w 5981"/>
              <a:gd name="T3" fmla="*/ 0 h 1107"/>
              <a:gd name="T4" fmla="*/ 5980 w 5981"/>
              <a:gd name="T5" fmla="*/ 1106 h 1107"/>
              <a:gd name="T6" fmla="*/ 0 w 5981"/>
              <a:gd name="T7" fmla="*/ 1106 h 1107"/>
              <a:gd name="T8" fmla="*/ 0 w 598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981" h="1107">
                <a:moveTo>
                  <a:pt x="0" y="0"/>
                </a:moveTo>
                <a:lnTo>
                  <a:pt x="5980" y="0"/>
                </a:lnTo>
                <a:lnTo>
                  <a:pt x="598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16" name="Freeform 12">
            <a:extLst>
              <a:ext uri="{FF2B5EF4-FFF2-40B4-BE49-F238E27FC236}">
                <a16:creationId xmlns:a16="http://schemas.microsoft.com/office/drawing/2014/main" id="{862D2CE1-4401-327A-2267-009B0CE83C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04575" y="2611438"/>
            <a:ext cx="2152650" cy="398462"/>
          </a:xfrm>
          <a:custGeom>
            <a:avLst/>
            <a:gdLst>
              <a:gd name="T0" fmla="*/ 0 w 5981"/>
              <a:gd name="T1" fmla="*/ 0 h 1107"/>
              <a:gd name="T2" fmla="*/ 5980 w 5981"/>
              <a:gd name="T3" fmla="*/ 0 h 1107"/>
              <a:gd name="T4" fmla="*/ 5980 w 5981"/>
              <a:gd name="T5" fmla="*/ 1106 h 1107"/>
              <a:gd name="T6" fmla="*/ 0 w 5981"/>
              <a:gd name="T7" fmla="*/ 1106 h 1107"/>
              <a:gd name="T8" fmla="*/ 0 w 598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981" h="1107">
                <a:moveTo>
                  <a:pt x="0" y="0"/>
                </a:moveTo>
                <a:lnTo>
                  <a:pt x="5980" y="0"/>
                </a:lnTo>
                <a:lnTo>
                  <a:pt x="598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17" name="Freeform 13">
            <a:extLst>
              <a:ext uri="{FF2B5EF4-FFF2-40B4-BE49-F238E27FC236}">
                <a16:creationId xmlns:a16="http://schemas.microsoft.com/office/drawing/2014/main" id="{AF4A30E8-EEAD-E353-CD45-4B797F862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04575" y="3370263"/>
            <a:ext cx="2152650" cy="398462"/>
          </a:xfrm>
          <a:custGeom>
            <a:avLst/>
            <a:gdLst>
              <a:gd name="T0" fmla="*/ 0 w 5981"/>
              <a:gd name="T1" fmla="*/ 0 h 1107"/>
              <a:gd name="T2" fmla="*/ 5980 w 5981"/>
              <a:gd name="T3" fmla="*/ 0 h 1107"/>
              <a:gd name="T4" fmla="*/ 5980 w 5981"/>
              <a:gd name="T5" fmla="*/ 1106 h 1107"/>
              <a:gd name="T6" fmla="*/ 0 w 5981"/>
              <a:gd name="T7" fmla="*/ 1106 h 1107"/>
              <a:gd name="T8" fmla="*/ 0 w 598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981" h="1107">
                <a:moveTo>
                  <a:pt x="0" y="0"/>
                </a:moveTo>
                <a:lnTo>
                  <a:pt x="5980" y="0"/>
                </a:lnTo>
                <a:lnTo>
                  <a:pt x="598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18" name="Freeform 14">
            <a:extLst>
              <a:ext uri="{FF2B5EF4-FFF2-40B4-BE49-F238E27FC236}">
                <a16:creationId xmlns:a16="http://schemas.microsoft.com/office/drawing/2014/main" id="{1C997138-460C-B3BC-23F1-871750238E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87413" y="1089025"/>
            <a:ext cx="2152650" cy="398463"/>
          </a:xfrm>
          <a:custGeom>
            <a:avLst/>
            <a:gdLst>
              <a:gd name="T0" fmla="*/ 0 w 5981"/>
              <a:gd name="T1" fmla="*/ 0 h 1107"/>
              <a:gd name="T2" fmla="*/ 5980 w 5981"/>
              <a:gd name="T3" fmla="*/ 0 h 1107"/>
              <a:gd name="T4" fmla="*/ 5980 w 5981"/>
              <a:gd name="T5" fmla="*/ 1106 h 1107"/>
              <a:gd name="T6" fmla="*/ 0 w 5981"/>
              <a:gd name="T7" fmla="*/ 1106 h 1107"/>
              <a:gd name="T8" fmla="*/ 0 w 598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981" h="1107">
                <a:moveTo>
                  <a:pt x="0" y="0"/>
                </a:moveTo>
                <a:lnTo>
                  <a:pt x="5980" y="0"/>
                </a:lnTo>
                <a:lnTo>
                  <a:pt x="598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19" name="Freeform 15">
            <a:extLst>
              <a:ext uri="{FF2B5EF4-FFF2-40B4-BE49-F238E27FC236}">
                <a16:creationId xmlns:a16="http://schemas.microsoft.com/office/drawing/2014/main" id="{DDB432FD-89A0-42AD-9ABE-3889435AB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87413" y="1806575"/>
            <a:ext cx="2152650" cy="398463"/>
          </a:xfrm>
          <a:custGeom>
            <a:avLst/>
            <a:gdLst>
              <a:gd name="T0" fmla="*/ 0 w 5981"/>
              <a:gd name="T1" fmla="*/ 0 h 1107"/>
              <a:gd name="T2" fmla="*/ 5980 w 5981"/>
              <a:gd name="T3" fmla="*/ 0 h 1107"/>
              <a:gd name="T4" fmla="*/ 5980 w 5981"/>
              <a:gd name="T5" fmla="*/ 1106 h 1107"/>
              <a:gd name="T6" fmla="*/ 0 w 5981"/>
              <a:gd name="T7" fmla="*/ 1106 h 1107"/>
              <a:gd name="T8" fmla="*/ 0 w 598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981" h="1107">
                <a:moveTo>
                  <a:pt x="0" y="0"/>
                </a:moveTo>
                <a:lnTo>
                  <a:pt x="5980" y="0"/>
                </a:lnTo>
                <a:lnTo>
                  <a:pt x="598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20" name="Freeform 16">
            <a:extLst>
              <a:ext uri="{FF2B5EF4-FFF2-40B4-BE49-F238E27FC236}">
                <a16:creationId xmlns:a16="http://schemas.microsoft.com/office/drawing/2014/main" id="{FD8A0AE5-D516-E480-2DA3-55699B0AFB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87413" y="2611438"/>
            <a:ext cx="2152650" cy="398462"/>
          </a:xfrm>
          <a:custGeom>
            <a:avLst/>
            <a:gdLst>
              <a:gd name="T0" fmla="*/ 0 w 5981"/>
              <a:gd name="T1" fmla="*/ 0 h 1107"/>
              <a:gd name="T2" fmla="*/ 5980 w 5981"/>
              <a:gd name="T3" fmla="*/ 0 h 1107"/>
              <a:gd name="T4" fmla="*/ 5980 w 5981"/>
              <a:gd name="T5" fmla="*/ 1106 h 1107"/>
              <a:gd name="T6" fmla="*/ 0 w 5981"/>
              <a:gd name="T7" fmla="*/ 1106 h 1107"/>
              <a:gd name="T8" fmla="*/ 0 w 598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981" h="1107">
                <a:moveTo>
                  <a:pt x="0" y="0"/>
                </a:moveTo>
                <a:lnTo>
                  <a:pt x="5980" y="0"/>
                </a:lnTo>
                <a:lnTo>
                  <a:pt x="598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21" name="Freeform 17">
            <a:extLst>
              <a:ext uri="{FF2B5EF4-FFF2-40B4-BE49-F238E27FC236}">
                <a16:creationId xmlns:a16="http://schemas.microsoft.com/office/drawing/2014/main" id="{B5FC865D-3E3C-B230-5CB7-0F5D551915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87413" y="3370263"/>
            <a:ext cx="2152650" cy="398462"/>
          </a:xfrm>
          <a:custGeom>
            <a:avLst/>
            <a:gdLst>
              <a:gd name="T0" fmla="*/ 0 w 5981"/>
              <a:gd name="T1" fmla="*/ 0 h 1107"/>
              <a:gd name="T2" fmla="*/ 5980 w 5981"/>
              <a:gd name="T3" fmla="*/ 0 h 1107"/>
              <a:gd name="T4" fmla="*/ 5980 w 5981"/>
              <a:gd name="T5" fmla="*/ 1106 h 1107"/>
              <a:gd name="T6" fmla="*/ 0 w 5981"/>
              <a:gd name="T7" fmla="*/ 1106 h 1107"/>
              <a:gd name="T8" fmla="*/ 0 w 598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981" h="1107">
                <a:moveTo>
                  <a:pt x="0" y="0"/>
                </a:moveTo>
                <a:lnTo>
                  <a:pt x="5980" y="0"/>
                </a:lnTo>
                <a:lnTo>
                  <a:pt x="598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22" name="Text Box 18">
            <a:extLst>
              <a:ext uri="{FF2B5EF4-FFF2-40B4-BE49-F238E27FC236}">
                <a16:creationId xmlns:a16="http://schemas.microsoft.com/office/drawing/2014/main" id="{553D00F0-4465-FD5E-0F96-FB89E2710D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0563" y="9664700"/>
            <a:ext cx="357663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>
              <a:lnSpc>
                <a:spcPts val="2138"/>
              </a:lnSpc>
            </a:pPr>
            <a:r>
              <a:rPr lang="en-US" altLang="LID4096" sz="2000" b="1">
                <a:latin typeface="Helvetica-Bold" charset="0"/>
                <a:cs typeface="Helvetica-Bold" charset="0"/>
              </a:rPr>
              <a:t>xxxx</a:t>
            </a:r>
          </a:p>
        </p:txBody>
      </p:sp>
      <p:sp>
        <p:nvSpPr>
          <p:cNvPr id="21523" name="Text Box 19">
            <a:extLst>
              <a:ext uri="{FF2B5EF4-FFF2-40B4-BE49-F238E27FC236}">
                <a16:creationId xmlns:a16="http://schemas.microsoft.com/office/drawing/2014/main" id="{D37143FB-FD38-6ED9-5FFB-90DBC4F72F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0563" y="10420350"/>
            <a:ext cx="357663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>
              <a:lnSpc>
                <a:spcPts val="2138"/>
              </a:lnSpc>
            </a:pPr>
            <a:r>
              <a:rPr lang="en-US" altLang="LID4096" sz="2000" b="1">
                <a:latin typeface="Helvetica-Bold" charset="0"/>
                <a:cs typeface="Helvetica-Bold" charset="0"/>
              </a:rPr>
              <a:t>xxxx</a:t>
            </a:r>
          </a:p>
        </p:txBody>
      </p:sp>
      <p:sp>
        <p:nvSpPr>
          <p:cNvPr id="21524" name="Text Box 20">
            <a:extLst>
              <a:ext uri="{FF2B5EF4-FFF2-40B4-BE49-F238E27FC236}">
                <a16:creationId xmlns:a16="http://schemas.microsoft.com/office/drawing/2014/main" id="{3E66BD8B-09D8-70E2-4C4D-89CF41CFA2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40563" y="11198225"/>
            <a:ext cx="357663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>
              <a:lnSpc>
                <a:spcPts val="2138"/>
              </a:lnSpc>
            </a:pPr>
            <a:r>
              <a:rPr lang="en-US" altLang="LID4096" sz="2000" b="1">
                <a:latin typeface="Helvetica-Bold" charset="0"/>
                <a:cs typeface="Helvetica-Bold" charset="0"/>
              </a:rPr>
              <a:t>xxxx</a:t>
            </a:r>
          </a:p>
        </p:txBody>
      </p:sp>
      <p:sp>
        <p:nvSpPr>
          <p:cNvPr id="21525" name="Text Box 21">
            <a:extLst>
              <a:ext uri="{FF2B5EF4-FFF2-40B4-BE49-F238E27FC236}">
                <a16:creationId xmlns:a16="http://schemas.microsoft.com/office/drawing/2014/main" id="{B514028A-26F2-313C-F424-5F32CE2BC7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53263" y="11925300"/>
            <a:ext cx="357663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>
              <a:lnSpc>
                <a:spcPts val="2138"/>
              </a:lnSpc>
            </a:pPr>
            <a:r>
              <a:rPr lang="en-US" altLang="LID4096" sz="2000" b="1">
                <a:latin typeface="Helvetica-Bold" charset="0"/>
                <a:cs typeface="Helvetica-Bold" charset="0"/>
              </a:rPr>
              <a:t>xxxx</a:t>
            </a:r>
          </a:p>
        </p:txBody>
      </p:sp>
      <p:sp>
        <p:nvSpPr>
          <p:cNvPr id="21526" name="Text Box 22">
            <a:extLst>
              <a:ext uri="{FF2B5EF4-FFF2-40B4-BE49-F238E27FC236}">
                <a16:creationId xmlns:a16="http://schemas.microsoft.com/office/drawing/2014/main" id="{B6B4C7B1-BC2D-55AD-1FBD-4AA02A6C36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53263" y="12652375"/>
            <a:ext cx="3576637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500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>
              <a:lnSpc>
                <a:spcPts val="2138"/>
              </a:lnSpc>
            </a:pPr>
            <a:r>
              <a:rPr lang="en-US" altLang="LID4096" sz="2000" b="1">
                <a:latin typeface="Helvetica-Bold" charset="0"/>
                <a:cs typeface="Helvetica-Bold" charset="0"/>
              </a:rPr>
              <a:t>xxxx</a:t>
            </a:r>
          </a:p>
        </p:txBody>
      </p:sp>
      <p:sp>
        <p:nvSpPr>
          <p:cNvPr id="21527" name="Freeform 23">
            <a:extLst>
              <a:ext uri="{FF2B5EF4-FFF2-40B4-BE49-F238E27FC236}">
                <a16:creationId xmlns:a16="http://schemas.microsoft.com/office/drawing/2014/main" id="{0F3F2F8F-7976-E967-1727-90450B55BF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2750" y="9220200"/>
            <a:ext cx="7940675" cy="344488"/>
          </a:xfrm>
          <a:custGeom>
            <a:avLst/>
            <a:gdLst>
              <a:gd name="T0" fmla="*/ 0 w 22058"/>
              <a:gd name="T1" fmla="*/ 0 h 955"/>
              <a:gd name="T2" fmla="*/ 22057 w 22058"/>
              <a:gd name="T3" fmla="*/ 0 h 955"/>
              <a:gd name="T4" fmla="*/ 22057 w 22058"/>
              <a:gd name="T5" fmla="*/ 954 h 955"/>
              <a:gd name="T6" fmla="*/ 0 w 22058"/>
              <a:gd name="T7" fmla="*/ 954 h 955"/>
              <a:gd name="T8" fmla="*/ 0 w 22058"/>
              <a:gd name="T9" fmla="*/ 0 h 9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2058" h="955">
                <a:moveTo>
                  <a:pt x="0" y="0"/>
                </a:moveTo>
                <a:lnTo>
                  <a:pt x="22057" y="0"/>
                </a:lnTo>
                <a:lnTo>
                  <a:pt x="22057" y="954"/>
                </a:lnTo>
                <a:lnTo>
                  <a:pt x="0" y="954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28" name="Freeform 24">
            <a:extLst>
              <a:ext uri="{FF2B5EF4-FFF2-40B4-BE49-F238E27FC236}">
                <a16:creationId xmlns:a16="http://schemas.microsoft.com/office/drawing/2014/main" id="{097F5157-2BC4-CA2D-6D78-903CF85CAB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8688" y="7435850"/>
            <a:ext cx="3686175" cy="398463"/>
          </a:xfrm>
          <a:custGeom>
            <a:avLst/>
            <a:gdLst>
              <a:gd name="T0" fmla="*/ 0 w 10241"/>
              <a:gd name="T1" fmla="*/ 0 h 1107"/>
              <a:gd name="T2" fmla="*/ 10240 w 10241"/>
              <a:gd name="T3" fmla="*/ 0 h 1107"/>
              <a:gd name="T4" fmla="*/ 10240 w 10241"/>
              <a:gd name="T5" fmla="*/ 1106 h 1107"/>
              <a:gd name="T6" fmla="*/ 0 w 10241"/>
              <a:gd name="T7" fmla="*/ 1106 h 1107"/>
              <a:gd name="T8" fmla="*/ 0 w 1024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241" h="1107">
                <a:moveTo>
                  <a:pt x="0" y="0"/>
                </a:moveTo>
                <a:lnTo>
                  <a:pt x="10240" y="0"/>
                </a:lnTo>
                <a:lnTo>
                  <a:pt x="1024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29" name="Freeform 25">
            <a:extLst>
              <a:ext uri="{FF2B5EF4-FFF2-40B4-BE49-F238E27FC236}">
                <a16:creationId xmlns:a16="http://schemas.microsoft.com/office/drawing/2014/main" id="{AAB9F867-34FC-512A-8201-1C9FC9395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7100" y="8147050"/>
            <a:ext cx="3686175" cy="398463"/>
          </a:xfrm>
          <a:custGeom>
            <a:avLst/>
            <a:gdLst>
              <a:gd name="T0" fmla="*/ 0 w 10241"/>
              <a:gd name="T1" fmla="*/ 0 h 1107"/>
              <a:gd name="T2" fmla="*/ 10240 w 10241"/>
              <a:gd name="T3" fmla="*/ 0 h 1107"/>
              <a:gd name="T4" fmla="*/ 10240 w 10241"/>
              <a:gd name="T5" fmla="*/ 1106 h 1107"/>
              <a:gd name="T6" fmla="*/ 0 w 10241"/>
              <a:gd name="T7" fmla="*/ 1106 h 1107"/>
              <a:gd name="T8" fmla="*/ 0 w 10241"/>
              <a:gd name="T9" fmla="*/ 0 h 11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241" h="1107">
                <a:moveTo>
                  <a:pt x="0" y="0"/>
                </a:moveTo>
                <a:lnTo>
                  <a:pt x="10240" y="0"/>
                </a:lnTo>
                <a:lnTo>
                  <a:pt x="10240" y="1106"/>
                </a:lnTo>
                <a:lnTo>
                  <a:pt x="0" y="1106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30" name="Freeform 26">
            <a:extLst>
              <a:ext uri="{FF2B5EF4-FFF2-40B4-BE49-F238E27FC236}">
                <a16:creationId xmlns:a16="http://schemas.microsoft.com/office/drawing/2014/main" id="{275FBE7E-BFB1-907D-2EF6-D370D9AFF4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32775" y="4979988"/>
            <a:ext cx="3136900" cy="3136900"/>
          </a:xfrm>
          <a:custGeom>
            <a:avLst/>
            <a:gdLst>
              <a:gd name="T0" fmla="*/ 7164 w 8714"/>
              <a:gd name="T1" fmla="*/ 1549 h 8714"/>
              <a:gd name="T2" fmla="*/ 7164 w 8714"/>
              <a:gd name="T3" fmla="*/ 7164 h 8714"/>
              <a:gd name="T4" fmla="*/ 1549 w 8714"/>
              <a:gd name="T5" fmla="*/ 7164 h 8714"/>
              <a:gd name="T6" fmla="*/ 1549 w 8714"/>
              <a:gd name="T7" fmla="*/ 1549 h 8714"/>
              <a:gd name="T8" fmla="*/ 7164 w 8714"/>
              <a:gd name="T9" fmla="*/ 1549 h 87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714" h="8714">
                <a:moveTo>
                  <a:pt x="7164" y="1549"/>
                </a:moveTo>
                <a:cubicBezTo>
                  <a:pt x="8713" y="3100"/>
                  <a:pt x="8713" y="5613"/>
                  <a:pt x="7164" y="7164"/>
                </a:cubicBezTo>
                <a:cubicBezTo>
                  <a:pt x="5613" y="8713"/>
                  <a:pt x="3100" y="8713"/>
                  <a:pt x="1549" y="7164"/>
                </a:cubicBezTo>
                <a:cubicBezTo>
                  <a:pt x="0" y="5613"/>
                  <a:pt x="0" y="3100"/>
                  <a:pt x="1549" y="1549"/>
                </a:cubicBezTo>
                <a:cubicBezTo>
                  <a:pt x="3100" y="0"/>
                  <a:pt x="5613" y="0"/>
                  <a:pt x="7164" y="1549"/>
                </a:cubicBez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31" name="Text Box 27">
            <a:extLst>
              <a:ext uri="{FF2B5EF4-FFF2-40B4-BE49-F238E27FC236}">
                <a16:creationId xmlns:a16="http://schemas.microsoft.com/office/drawing/2014/main" id="{FB038976-33E4-6B3C-4A46-C0F61AFAAE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72475" y="5119688"/>
            <a:ext cx="2857500" cy="2857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2234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8700" b="1">
                <a:latin typeface="AvenirNextCondensed-Bold" charset="0"/>
                <a:cs typeface="AvenirNextCondensed-Bold" charset="0"/>
              </a:rPr>
              <a:t>xx</a:t>
            </a:r>
          </a:p>
        </p:txBody>
      </p:sp>
      <p:sp>
        <p:nvSpPr>
          <p:cNvPr id="21532" name="Freeform 28">
            <a:extLst>
              <a:ext uri="{FF2B5EF4-FFF2-40B4-BE49-F238E27FC236}">
                <a16:creationId xmlns:a16="http://schemas.microsoft.com/office/drawing/2014/main" id="{2F4BF2A9-17F4-429D-38CB-1937FCD90B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55538" y="4984750"/>
            <a:ext cx="3136900" cy="3136900"/>
          </a:xfrm>
          <a:custGeom>
            <a:avLst/>
            <a:gdLst>
              <a:gd name="T0" fmla="*/ 7164 w 8714"/>
              <a:gd name="T1" fmla="*/ 1549 h 8714"/>
              <a:gd name="T2" fmla="*/ 7164 w 8714"/>
              <a:gd name="T3" fmla="*/ 7164 h 8714"/>
              <a:gd name="T4" fmla="*/ 1549 w 8714"/>
              <a:gd name="T5" fmla="*/ 7164 h 8714"/>
              <a:gd name="T6" fmla="*/ 1549 w 8714"/>
              <a:gd name="T7" fmla="*/ 1549 h 8714"/>
              <a:gd name="T8" fmla="*/ 7164 w 8714"/>
              <a:gd name="T9" fmla="*/ 1549 h 871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714" h="8714">
                <a:moveTo>
                  <a:pt x="7164" y="1549"/>
                </a:moveTo>
                <a:cubicBezTo>
                  <a:pt x="8713" y="3100"/>
                  <a:pt x="8713" y="5613"/>
                  <a:pt x="7164" y="7164"/>
                </a:cubicBezTo>
                <a:cubicBezTo>
                  <a:pt x="5613" y="8713"/>
                  <a:pt x="3100" y="8713"/>
                  <a:pt x="1549" y="7164"/>
                </a:cubicBezTo>
                <a:cubicBezTo>
                  <a:pt x="0" y="5613"/>
                  <a:pt x="0" y="3100"/>
                  <a:pt x="1549" y="1549"/>
                </a:cubicBezTo>
                <a:cubicBezTo>
                  <a:pt x="3100" y="0"/>
                  <a:pt x="5613" y="0"/>
                  <a:pt x="7164" y="1549"/>
                </a:cubicBez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33" name="Text Box 29">
            <a:extLst>
              <a:ext uri="{FF2B5EF4-FFF2-40B4-BE49-F238E27FC236}">
                <a16:creationId xmlns:a16="http://schemas.microsoft.com/office/drawing/2014/main" id="{24A62220-1AFC-B3AB-EC55-2DE104B80D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95238" y="5124450"/>
            <a:ext cx="2857500" cy="2857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2234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8700" b="1">
                <a:latin typeface="AvenirNextCondensed-Bold" charset="0"/>
                <a:cs typeface="AvenirNextCondensed-Bold" charset="0"/>
              </a:rPr>
              <a:t>xx%</a:t>
            </a:r>
          </a:p>
        </p:txBody>
      </p:sp>
      <p:sp>
        <p:nvSpPr>
          <p:cNvPr id="21534" name="Text Box 30">
            <a:extLst>
              <a:ext uri="{FF2B5EF4-FFF2-40B4-BE49-F238E27FC236}">
                <a16:creationId xmlns:a16="http://schemas.microsoft.com/office/drawing/2014/main" id="{759809EA-CD8A-8729-A0B4-4082E30279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5213" y="268288"/>
            <a:ext cx="2676525" cy="373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0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DATE: DD-MM-JJJJ</a:t>
            </a:r>
          </a:p>
        </p:txBody>
      </p:sp>
      <p:sp>
        <p:nvSpPr>
          <p:cNvPr id="21535" name="Text Box 31">
            <a:extLst>
              <a:ext uri="{FF2B5EF4-FFF2-40B4-BE49-F238E27FC236}">
                <a16:creationId xmlns:a16="http://schemas.microsoft.com/office/drawing/2014/main" id="{F5D1055A-5CEF-AC20-2695-D111F8F29D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7663" y="6373813"/>
            <a:ext cx="2870200" cy="373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0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Duelkracht</a:t>
            </a:r>
          </a:p>
        </p:txBody>
      </p:sp>
      <p:sp>
        <p:nvSpPr>
          <p:cNvPr id="21536" name="Text Box 32">
            <a:extLst>
              <a:ext uri="{FF2B5EF4-FFF2-40B4-BE49-F238E27FC236}">
                <a16:creationId xmlns:a16="http://schemas.microsoft.com/office/drawing/2014/main" id="{F4D6E963-0D88-FB58-3C84-71E2F5DAF0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7663" y="5903913"/>
            <a:ext cx="2517775" cy="65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0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Positie kiezen (A)</a:t>
            </a:r>
          </a:p>
        </p:txBody>
      </p:sp>
      <p:sp>
        <p:nvSpPr>
          <p:cNvPr id="21537" name="Text Box 33">
            <a:extLst>
              <a:ext uri="{FF2B5EF4-FFF2-40B4-BE49-F238E27FC236}">
                <a16:creationId xmlns:a16="http://schemas.microsoft.com/office/drawing/2014/main" id="{92406543-1E83-62EF-6403-6D37357936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7663" y="5438775"/>
            <a:ext cx="3997325" cy="65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0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Voorbijspelen tegenstander</a:t>
            </a:r>
          </a:p>
        </p:txBody>
      </p:sp>
      <p:sp>
        <p:nvSpPr>
          <p:cNvPr id="21538" name="Text Box 34">
            <a:extLst>
              <a:ext uri="{FF2B5EF4-FFF2-40B4-BE49-F238E27FC236}">
                <a16:creationId xmlns:a16="http://schemas.microsoft.com/office/drawing/2014/main" id="{28E61315-11C6-85B9-EF35-CD968F4D61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7663" y="5005388"/>
            <a:ext cx="3000375" cy="373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0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Positie kiezen (v)</a:t>
            </a:r>
          </a:p>
        </p:txBody>
      </p:sp>
      <p:sp>
        <p:nvSpPr>
          <p:cNvPr id="21539" name="Text Box 35">
            <a:extLst>
              <a:ext uri="{FF2B5EF4-FFF2-40B4-BE49-F238E27FC236}">
                <a16:creationId xmlns:a16="http://schemas.microsoft.com/office/drawing/2014/main" id="{C8ADC688-F90B-A2DB-A9DD-7E2AFB5193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7663" y="4564063"/>
            <a:ext cx="2517775" cy="373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0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Passing</a:t>
            </a:r>
          </a:p>
        </p:txBody>
      </p:sp>
      <p:sp>
        <p:nvSpPr>
          <p:cNvPr id="21540" name="Freeform 36">
            <a:extLst>
              <a:ext uri="{FF2B5EF4-FFF2-40B4-BE49-F238E27FC236}">
                <a16:creationId xmlns:a16="http://schemas.microsoft.com/office/drawing/2014/main" id="{66A57D3B-A329-0763-4972-ECF00DF4FC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23200" y="46005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41" name="Freeform 37">
            <a:extLst>
              <a:ext uri="{FF2B5EF4-FFF2-40B4-BE49-F238E27FC236}">
                <a16:creationId xmlns:a16="http://schemas.microsoft.com/office/drawing/2014/main" id="{293308EF-27FC-6ED2-5277-7A04571AEB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1338" y="46005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42" name="Freeform 38">
            <a:extLst>
              <a:ext uri="{FF2B5EF4-FFF2-40B4-BE49-F238E27FC236}">
                <a16:creationId xmlns:a16="http://schemas.microsoft.com/office/drawing/2014/main" id="{6E79B606-4D2E-2B6B-17F1-4DFAC35F4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01063" y="46005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43" name="Freeform 39">
            <a:extLst>
              <a:ext uri="{FF2B5EF4-FFF2-40B4-BE49-F238E27FC236}">
                <a16:creationId xmlns:a16="http://schemas.microsoft.com/office/drawing/2014/main" id="{7D608E55-3191-3DA0-A954-FD09DEE1D6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39200" y="46005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44" name="Freeform 40">
            <a:extLst>
              <a:ext uri="{FF2B5EF4-FFF2-40B4-BE49-F238E27FC236}">
                <a16:creationId xmlns:a16="http://schemas.microsoft.com/office/drawing/2014/main" id="{6C93A7BF-F8DF-4263-B0B0-E45C2A1FC9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575" y="46005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45" name="Freeform 41">
            <a:extLst>
              <a:ext uri="{FF2B5EF4-FFF2-40B4-BE49-F238E27FC236}">
                <a16:creationId xmlns:a16="http://schemas.microsoft.com/office/drawing/2014/main" id="{7D776F9C-798B-E5F7-7C5E-991A7F7466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12300" y="46005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46" name="Freeform 42">
            <a:extLst>
              <a:ext uri="{FF2B5EF4-FFF2-40B4-BE49-F238E27FC236}">
                <a16:creationId xmlns:a16="http://schemas.microsoft.com/office/drawing/2014/main" id="{141D50FF-DD38-B0AD-84CE-6D262DC371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0438" y="46005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47" name="Freeform 43">
            <a:extLst>
              <a:ext uri="{FF2B5EF4-FFF2-40B4-BE49-F238E27FC236}">
                <a16:creationId xmlns:a16="http://schemas.microsoft.com/office/drawing/2014/main" id="{07C5826D-89AB-2F72-EBF2-EAC71FF3C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88575" y="46005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48" name="Freeform 44">
            <a:extLst>
              <a:ext uri="{FF2B5EF4-FFF2-40B4-BE49-F238E27FC236}">
                <a16:creationId xmlns:a16="http://schemas.microsoft.com/office/drawing/2014/main" id="{8575F4DB-9E62-D1FE-1B3C-744F7D6466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23538" y="46005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49" name="Freeform 45">
            <a:extLst>
              <a:ext uri="{FF2B5EF4-FFF2-40B4-BE49-F238E27FC236}">
                <a16:creationId xmlns:a16="http://schemas.microsoft.com/office/drawing/2014/main" id="{35C19B82-A626-E29E-49ED-F8D23EF8A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61675" y="46005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grpSp>
        <p:nvGrpSpPr>
          <p:cNvPr id="21550" name="Group 46">
            <a:extLst>
              <a:ext uri="{FF2B5EF4-FFF2-40B4-BE49-F238E27FC236}">
                <a16:creationId xmlns:a16="http://schemas.microsoft.com/office/drawing/2014/main" id="{DC0734EF-50BB-0E51-F3A1-1B3C4F12EB72}"/>
              </a:ext>
            </a:extLst>
          </p:cNvPr>
          <p:cNvGrpSpPr>
            <a:grpSpLocks/>
          </p:cNvGrpSpPr>
          <p:nvPr/>
        </p:nvGrpSpPr>
        <p:grpSpPr bwMode="auto">
          <a:xfrm>
            <a:off x="5635625" y="9988550"/>
            <a:ext cx="368300" cy="393700"/>
            <a:chOff x="3550" y="6292"/>
            <a:chExt cx="232" cy="248"/>
          </a:xfrm>
        </p:grpSpPr>
        <p:sp>
          <p:nvSpPr>
            <p:cNvPr id="21551" name="Freeform 47">
              <a:extLst>
                <a:ext uri="{FF2B5EF4-FFF2-40B4-BE49-F238E27FC236}">
                  <a16:creationId xmlns:a16="http://schemas.microsoft.com/office/drawing/2014/main" id="{34498DD4-E628-8ACA-3777-4B7D3C95CC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9" y="6280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FFFFFF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52" name="Text Box 48">
              <a:extLst>
                <a:ext uri="{FF2B5EF4-FFF2-40B4-BE49-F238E27FC236}">
                  <a16:creationId xmlns:a16="http://schemas.microsoft.com/office/drawing/2014/main" id="{0548E3B3-CEF9-7377-EED6-E0EA7E11A0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8" y="6331"/>
              <a:ext cx="156" cy="2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9</a:t>
              </a:r>
            </a:p>
          </p:txBody>
        </p:sp>
      </p:grpSp>
      <p:grpSp>
        <p:nvGrpSpPr>
          <p:cNvPr id="21553" name="Group 49">
            <a:extLst>
              <a:ext uri="{FF2B5EF4-FFF2-40B4-BE49-F238E27FC236}">
                <a16:creationId xmlns:a16="http://schemas.microsoft.com/office/drawing/2014/main" id="{E716E311-C3E5-D544-A647-D767060569BC}"/>
              </a:ext>
            </a:extLst>
          </p:cNvPr>
          <p:cNvGrpSpPr>
            <a:grpSpLocks/>
          </p:cNvGrpSpPr>
          <p:nvPr/>
        </p:nvGrpSpPr>
        <p:grpSpPr bwMode="auto">
          <a:xfrm>
            <a:off x="4832350" y="10317163"/>
            <a:ext cx="368300" cy="636587"/>
            <a:chOff x="3044" y="6499"/>
            <a:chExt cx="232" cy="401"/>
          </a:xfrm>
        </p:grpSpPr>
        <p:sp>
          <p:nvSpPr>
            <p:cNvPr id="21554" name="Freeform 50">
              <a:extLst>
                <a:ext uri="{FF2B5EF4-FFF2-40B4-BE49-F238E27FC236}">
                  <a16:creationId xmlns:a16="http://schemas.microsoft.com/office/drawing/2014/main" id="{98846FDE-2764-A0FB-6C4E-5B6BA7929B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2" y="6487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FFFFFF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55" name="Text Box 51">
              <a:extLst>
                <a:ext uri="{FF2B5EF4-FFF2-40B4-BE49-F238E27FC236}">
                  <a16:creationId xmlns:a16="http://schemas.microsoft.com/office/drawing/2014/main" id="{B01886B2-ED65-2CFB-277B-A4A04F9E80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81" y="6538"/>
              <a:ext cx="156" cy="3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11</a:t>
              </a:r>
            </a:p>
          </p:txBody>
        </p:sp>
      </p:grpSp>
      <p:grpSp>
        <p:nvGrpSpPr>
          <p:cNvPr id="21556" name="Group 52">
            <a:extLst>
              <a:ext uri="{FF2B5EF4-FFF2-40B4-BE49-F238E27FC236}">
                <a16:creationId xmlns:a16="http://schemas.microsoft.com/office/drawing/2014/main" id="{3D029946-3AA0-2239-0BAB-0FFA0E6BF00F}"/>
              </a:ext>
            </a:extLst>
          </p:cNvPr>
          <p:cNvGrpSpPr>
            <a:grpSpLocks/>
          </p:cNvGrpSpPr>
          <p:nvPr/>
        </p:nvGrpSpPr>
        <p:grpSpPr bwMode="auto">
          <a:xfrm>
            <a:off x="6440488" y="10317163"/>
            <a:ext cx="368300" cy="393700"/>
            <a:chOff x="4057" y="6499"/>
            <a:chExt cx="232" cy="248"/>
          </a:xfrm>
        </p:grpSpPr>
        <p:sp>
          <p:nvSpPr>
            <p:cNvPr id="21557" name="Freeform 53">
              <a:extLst>
                <a:ext uri="{FF2B5EF4-FFF2-40B4-BE49-F238E27FC236}">
                  <a16:creationId xmlns:a16="http://schemas.microsoft.com/office/drawing/2014/main" id="{743AE9B7-99B4-04C9-DFE0-EF452284C1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6" y="6487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FFFFFF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58" name="Text Box 54">
              <a:extLst>
                <a:ext uri="{FF2B5EF4-FFF2-40B4-BE49-F238E27FC236}">
                  <a16:creationId xmlns:a16="http://schemas.microsoft.com/office/drawing/2014/main" id="{9668EFF0-FD0D-E0E1-BCF1-35A2C98C3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95" y="6538"/>
              <a:ext cx="156" cy="2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7</a:t>
              </a:r>
            </a:p>
          </p:txBody>
        </p:sp>
      </p:grpSp>
      <p:grpSp>
        <p:nvGrpSpPr>
          <p:cNvPr id="21559" name="Group 55">
            <a:extLst>
              <a:ext uri="{FF2B5EF4-FFF2-40B4-BE49-F238E27FC236}">
                <a16:creationId xmlns:a16="http://schemas.microsoft.com/office/drawing/2014/main" id="{3AFBD818-8F13-A6E2-E9E6-CC1FE674BA72}"/>
              </a:ext>
            </a:extLst>
          </p:cNvPr>
          <p:cNvGrpSpPr>
            <a:grpSpLocks/>
          </p:cNvGrpSpPr>
          <p:nvPr/>
        </p:nvGrpSpPr>
        <p:grpSpPr bwMode="auto">
          <a:xfrm>
            <a:off x="5245100" y="10893425"/>
            <a:ext cx="368300" cy="393700"/>
            <a:chOff x="3304" y="6862"/>
            <a:chExt cx="232" cy="248"/>
          </a:xfrm>
        </p:grpSpPr>
        <p:sp>
          <p:nvSpPr>
            <p:cNvPr id="21560" name="Freeform 56">
              <a:extLst>
                <a:ext uri="{FF2B5EF4-FFF2-40B4-BE49-F238E27FC236}">
                  <a16:creationId xmlns:a16="http://schemas.microsoft.com/office/drawing/2014/main" id="{626A2195-68B8-AB64-ABAC-8E711BF7E1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2" y="6851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60D835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61" name="Text Box 57">
              <a:extLst>
                <a:ext uri="{FF2B5EF4-FFF2-40B4-BE49-F238E27FC236}">
                  <a16:creationId xmlns:a16="http://schemas.microsoft.com/office/drawing/2014/main" id="{4032CEE8-3861-0A19-7C43-CC5ACB5278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2" y="6902"/>
              <a:ext cx="156" cy="2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8</a:t>
              </a:r>
            </a:p>
          </p:txBody>
        </p:sp>
      </p:grpSp>
      <p:grpSp>
        <p:nvGrpSpPr>
          <p:cNvPr id="21562" name="Group 58">
            <a:extLst>
              <a:ext uri="{FF2B5EF4-FFF2-40B4-BE49-F238E27FC236}">
                <a16:creationId xmlns:a16="http://schemas.microsoft.com/office/drawing/2014/main" id="{04144BB4-8DBB-0187-6AF4-99487ED2B03C}"/>
              </a:ext>
            </a:extLst>
          </p:cNvPr>
          <p:cNvGrpSpPr>
            <a:grpSpLocks/>
          </p:cNvGrpSpPr>
          <p:nvPr/>
        </p:nvGrpSpPr>
        <p:grpSpPr bwMode="auto">
          <a:xfrm>
            <a:off x="5635625" y="11377613"/>
            <a:ext cx="368300" cy="393700"/>
            <a:chOff x="3550" y="7167"/>
            <a:chExt cx="232" cy="248"/>
          </a:xfrm>
        </p:grpSpPr>
        <p:sp>
          <p:nvSpPr>
            <p:cNvPr id="21563" name="Freeform 59">
              <a:extLst>
                <a:ext uri="{FF2B5EF4-FFF2-40B4-BE49-F238E27FC236}">
                  <a16:creationId xmlns:a16="http://schemas.microsoft.com/office/drawing/2014/main" id="{A6254091-F358-0B84-059E-D94D838645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9" y="7155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FFFFFF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64" name="Text Box 60">
              <a:extLst>
                <a:ext uri="{FF2B5EF4-FFF2-40B4-BE49-F238E27FC236}">
                  <a16:creationId xmlns:a16="http://schemas.microsoft.com/office/drawing/2014/main" id="{C29BFC51-58E9-F89A-6404-70002E7B33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8" y="7206"/>
              <a:ext cx="156" cy="2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6</a:t>
              </a:r>
            </a:p>
          </p:txBody>
        </p:sp>
      </p:grpSp>
      <p:grpSp>
        <p:nvGrpSpPr>
          <p:cNvPr id="21565" name="Group 61">
            <a:extLst>
              <a:ext uri="{FF2B5EF4-FFF2-40B4-BE49-F238E27FC236}">
                <a16:creationId xmlns:a16="http://schemas.microsoft.com/office/drawing/2014/main" id="{D3B1A178-8859-EEF9-FCC6-045AC6AB94A5}"/>
              </a:ext>
            </a:extLst>
          </p:cNvPr>
          <p:cNvGrpSpPr>
            <a:grpSpLocks/>
          </p:cNvGrpSpPr>
          <p:nvPr/>
        </p:nvGrpSpPr>
        <p:grpSpPr bwMode="auto">
          <a:xfrm>
            <a:off x="4778375" y="11609388"/>
            <a:ext cx="368300" cy="393700"/>
            <a:chOff x="3010" y="7313"/>
            <a:chExt cx="232" cy="248"/>
          </a:xfrm>
        </p:grpSpPr>
        <p:sp>
          <p:nvSpPr>
            <p:cNvPr id="21566" name="Freeform 62">
              <a:extLst>
                <a:ext uri="{FF2B5EF4-FFF2-40B4-BE49-F238E27FC236}">
                  <a16:creationId xmlns:a16="http://schemas.microsoft.com/office/drawing/2014/main" id="{EB7F44E5-9E1D-E83E-3D1B-C210309D6F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99" y="7301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FFFFFF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67" name="Text Box 63">
              <a:extLst>
                <a:ext uri="{FF2B5EF4-FFF2-40B4-BE49-F238E27FC236}">
                  <a16:creationId xmlns:a16="http://schemas.microsoft.com/office/drawing/2014/main" id="{BDAB4927-EE65-CEB4-1F76-E11E9F3BFB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48" y="7352"/>
              <a:ext cx="156" cy="2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5</a:t>
              </a:r>
            </a:p>
          </p:txBody>
        </p:sp>
      </p:grpSp>
      <p:grpSp>
        <p:nvGrpSpPr>
          <p:cNvPr id="21568" name="Group 64">
            <a:extLst>
              <a:ext uri="{FF2B5EF4-FFF2-40B4-BE49-F238E27FC236}">
                <a16:creationId xmlns:a16="http://schemas.microsoft.com/office/drawing/2014/main" id="{7E297D33-1D1B-FFBA-110E-BDAE4BD83450}"/>
              </a:ext>
            </a:extLst>
          </p:cNvPr>
          <p:cNvGrpSpPr>
            <a:grpSpLocks/>
          </p:cNvGrpSpPr>
          <p:nvPr/>
        </p:nvGrpSpPr>
        <p:grpSpPr bwMode="auto">
          <a:xfrm>
            <a:off x="6511925" y="11609388"/>
            <a:ext cx="368300" cy="393700"/>
            <a:chOff x="4102" y="7313"/>
            <a:chExt cx="232" cy="248"/>
          </a:xfrm>
        </p:grpSpPr>
        <p:sp>
          <p:nvSpPr>
            <p:cNvPr id="21569" name="Freeform 65">
              <a:extLst>
                <a:ext uri="{FF2B5EF4-FFF2-40B4-BE49-F238E27FC236}">
                  <a16:creationId xmlns:a16="http://schemas.microsoft.com/office/drawing/2014/main" id="{CC22C8D8-D9F2-7D38-A8A0-566D0BBB07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1" y="7301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FFFFFF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70" name="Text Box 66">
              <a:extLst>
                <a:ext uri="{FF2B5EF4-FFF2-40B4-BE49-F238E27FC236}">
                  <a16:creationId xmlns:a16="http://schemas.microsoft.com/office/drawing/2014/main" id="{E4962527-946D-C0A2-AE8A-A8F98CAE39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40" y="7352"/>
              <a:ext cx="156" cy="2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2</a:t>
              </a:r>
            </a:p>
          </p:txBody>
        </p:sp>
      </p:grpSp>
      <p:grpSp>
        <p:nvGrpSpPr>
          <p:cNvPr id="21571" name="Group 67">
            <a:extLst>
              <a:ext uri="{FF2B5EF4-FFF2-40B4-BE49-F238E27FC236}">
                <a16:creationId xmlns:a16="http://schemas.microsoft.com/office/drawing/2014/main" id="{EC6442A4-7761-2A24-2C11-F8CCD201C5E7}"/>
              </a:ext>
            </a:extLst>
          </p:cNvPr>
          <p:cNvGrpSpPr>
            <a:grpSpLocks/>
          </p:cNvGrpSpPr>
          <p:nvPr/>
        </p:nvGrpSpPr>
        <p:grpSpPr bwMode="auto">
          <a:xfrm>
            <a:off x="5245100" y="11923713"/>
            <a:ext cx="368300" cy="393700"/>
            <a:chOff x="3304" y="7511"/>
            <a:chExt cx="232" cy="248"/>
          </a:xfrm>
        </p:grpSpPr>
        <p:sp>
          <p:nvSpPr>
            <p:cNvPr id="21572" name="Freeform 68">
              <a:extLst>
                <a:ext uri="{FF2B5EF4-FFF2-40B4-BE49-F238E27FC236}">
                  <a16:creationId xmlns:a16="http://schemas.microsoft.com/office/drawing/2014/main" id="{B2A0ECA8-A171-2639-EFD3-0F36A6EF1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2" y="7499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FFFFFF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73" name="Text Box 69">
              <a:extLst>
                <a:ext uri="{FF2B5EF4-FFF2-40B4-BE49-F238E27FC236}">
                  <a16:creationId xmlns:a16="http://schemas.microsoft.com/office/drawing/2014/main" id="{24B5A22C-2161-76C8-9971-DC60CE4C1B5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42" y="7551"/>
              <a:ext cx="156" cy="2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4</a:t>
              </a:r>
            </a:p>
          </p:txBody>
        </p:sp>
      </p:grpSp>
      <p:grpSp>
        <p:nvGrpSpPr>
          <p:cNvPr id="21574" name="Group 70">
            <a:extLst>
              <a:ext uri="{FF2B5EF4-FFF2-40B4-BE49-F238E27FC236}">
                <a16:creationId xmlns:a16="http://schemas.microsoft.com/office/drawing/2014/main" id="{AE3A0021-D7B3-170F-2EA4-5039364115DC}"/>
              </a:ext>
            </a:extLst>
          </p:cNvPr>
          <p:cNvGrpSpPr>
            <a:grpSpLocks/>
          </p:cNvGrpSpPr>
          <p:nvPr/>
        </p:nvGrpSpPr>
        <p:grpSpPr bwMode="auto">
          <a:xfrm>
            <a:off x="6029325" y="11923713"/>
            <a:ext cx="368300" cy="393700"/>
            <a:chOff x="3798" y="7511"/>
            <a:chExt cx="232" cy="248"/>
          </a:xfrm>
        </p:grpSpPr>
        <p:sp>
          <p:nvSpPr>
            <p:cNvPr id="21575" name="Freeform 71">
              <a:extLst>
                <a:ext uri="{FF2B5EF4-FFF2-40B4-BE49-F238E27FC236}">
                  <a16:creationId xmlns:a16="http://schemas.microsoft.com/office/drawing/2014/main" id="{59FECAEE-83CD-B5C5-1E12-20609584BA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87" y="7499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FFFFFF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76" name="Text Box 72">
              <a:extLst>
                <a:ext uri="{FF2B5EF4-FFF2-40B4-BE49-F238E27FC236}">
                  <a16:creationId xmlns:a16="http://schemas.microsoft.com/office/drawing/2014/main" id="{963CBF8B-0478-1407-79E8-00446A2E44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36" y="7551"/>
              <a:ext cx="156" cy="2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3</a:t>
              </a:r>
            </a:p>
          </p:txBody>
        </p:sp>
      </p:grpSp>
      <p:grpSp>
        <p:nvGrpSpPr>
          <p:cNvPr id="21577" name="Group 73">
            <a:extLst>
              <a:ext uri="{FF2B5EF4-FFF2-40B4-BE49-F238E27FC236}">
                <a16:creationId xmlns:a16="http://schemas.microsoft.com/office/drawing/2014/main" id="{BDD78293-12D1-0104-F294-EC210C7E84A7}"/>
              </a:ext>
            </a:extLst>
          </p:cNvPr>
          <p:cNvGrpSpPr>
            <a:grpSpLocks/>
          </p:cNvGrpSpPr>
          <p:nvPr/>
        </p:nvGrpSpPr>
        <p:grpSpPr bwMode="auto">
          <a:xfrm>
            <a:off x="5635625" y="12531725"/>
            <a:ext cx="368300" cy="393700"/>
            <a:chOff x="3550" y="7894"/>
            <a:chExt cx="232" cy="248"/>
          </a:xfrm>
        </p:grpSpPr>
        <p:sp>
          <p:nvSpPr>
            <p:cNvPr id="21578" name="Freeform 74">
              <a:extLst>
                <a:ext uri="{FF2B5EF4-FFF2-40B4-BE49-F238E27FC236}">
                  <a16:creationId xmlns:a16="http://schemas.microsoft.com/office/drawing/2014/main" id="{DCEF1EC6-21DA-7ADC-0A26-467EEE8C69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9" y="7882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FFFFFF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79" name="Text Box 75">
              <a:extLst>
                <a:ext uri="{FF2B5EF4-FFF2-40B4-BE49-F238E27FC236}">
                  <a16:creationId xmlns:a16="http://schemas.microsoft.com/office/drawing/2014/main" id="{DD23090F-69E4-8322-1B2F-84D44E2B98F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8" y="7933"/>
              <a:ext cx="156" cy="2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1</a:t>
              </a:r>
            </a:p>
          </p:txBody>
        </p:sp>
      </p:grpSp>
      <p:grpSp>
        <p:nvGrpSpPr>
          <p:cNvPr id="21580" name="Group 76">
            <a:extLst>
              <a:ext uri="{FF2B5EF4-FFF2-40B4-BE49-F238E27FC236}">
                <a16:creationId xmlns:a16="http://schemas.microsoft.com/office/drawing/2014/main" id="{7022AEF7-B15D-E222-C3EA-A2E0462E526D}"/>
              </a:ext>
            </a:extLst>
          </p:cNvPr>
          <p:cNvGrpSpPr>
            <a:grpSpLocks/>
          </p:cNvGrpSpPr>
          <p:nvPr/>
        </p:nvGrpSpPr>
        <p:grpSpPr bwMode="auto">
          <a:xfrm>
            <a:off x="5857875" y="10650538"/>
            <a:ext cx="368300" cy="636587"/>
            <a:chOff x="3690" y="6709"/>
            <a:chExt cx="232" cy="401"/>
          </a:xfrm>
        </p:grpSpPr>
        <p:sp>
          <p:nvSpPr>
            <p:cNvPr id="21581" name="Freeform 77">
              <a:extLst>
                <a:ext uri="{FF2B5EF4-FFF2-40B4-BE49-F238E27FC236}">
                  <a16:creationId xmlns:a16="http://schemas.microsoft.com/office/drawing/2014/main" id="{95EBC111-55A5-E03A-9B72-47F41EA9F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79" y="6697"/>
              <a:ext cx="255" cy="265"/>
            </a:xfrm>
            <a:custGeom>
              <a:avLst/>
              <a:gdLst>
                <a:gd name="T0" fmla="*/ 927 w 1128"/>
                <a:gd name="T1" fmla="*/ 208 h 1171"/>
                <a:gd name="T2" fmla="*/ 927 w 1128"/>
                <a:gd name="T3" fmla="*/ 962 h 1171"/>
                <a:gd name="T4" fmla="*/ 200 w 1128"/>
                <a:gd name="T5" fmla="*/ 962 h 1171"/>
                <a:gd name="T6" fmla="*/ 200 w 1128"/>
                <a:gd name="T7" fmla="*/ 208 h 1171"/>
                <a:gd name="T8" fmla="*/ 927 w 1128"/>
                <a:gd name="T9" fmla="*/ 208 h 1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28" h="1171">
                  <a:moveTo>
                    <a:pt x="927" y="208"/>
                  </a:moveTo>
                  <a:cubicBezTo>
                    <a:pt x="1127" y="416"/>
                    <a:pt x="1127" y="754"/>
                    <a:pt x="927" y="962"/>
                  </a:cubicBezTo>
                  <a:cubicBezTo>
                    <a:pt x="726" y="1170"/>
                    <a:pt x="400" y="1170"/>
                    <a:pt x="200" y="962"/>
                  </a:cubicBezTo>
                  <a:cubicBezTo>
                    <a:pt x="0" y="754"/>
                    <a:pt x="0" y="416"/>
                    <a:pt x="200" y="208"/>
                  </a:cubicBezTo>
                  <a:cubicBezTo>
                    <a:pt x="400" y="0"/>
                    <a:pt x="726" y="0"/>
                    <a:pt x="927" y="208"/>
                  </a:cubicBezTo>
                </a:path>
              </a:pathLst>
            </a:custGeom>
            <a:solidFill>
              <a:srgbClr val="FFFFFF"/>
            </a:solidFill>
            <a:ln w="12600" cap="flat">
              <a:solidFill>
                <a:srgbClr val="000000"/>
              </a:solidFill>
              <a:miter lim="800000"/>
              <a:headEnd/>
              <a:tailEnd/>
            </a:ln>
            <a:effectLst>
              <a:outerShdw algn="ctr" rotWithShape="0">
                <a:srgbClr val="000000">
                  <a:alpha val="55"/>
                </a:srgbClr>
              </a:outerShdw>
            </a:effectLst>
          </p:spPr>
          <p:txBody>
            <a:bodyPr wrap="none" anchor="ctr"/>
            <a:lstStyle/>
            <a:p>
              <a:endParaRPr lang="LID4096"/>
            </a:p>
          </p:txBody>
        </p:sp>
        <p:sp>
          <p:nvSpPr>
            <p:cNvPr id="21582" name="Text Box 78">
              <a:extLst>
                <a:ext uri="{FF2B5EF4-FFF2-40B4-BE49-F238E27FC236}">
                  <a16:creationId xmlns:a16="http://schemas.microsoft.com/office/drawing/2014/main" id="{3D047388-4841-ABD0-5305-9D8BE2503E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28" y="6749"/>
              <a:ext cx="156" cy="3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90000" tIns="57446" rIns="90000" bIns="45000"/>
            <a:lstStyle/>
            <a:p>
              <a:pPr algn="ctr" rtl="1"/>
              <a:r>
                <a:rPr lang="en-US" altLang="LID4096" sz="1400" b="1">
                  <a:solidFill>
                    <a:srgbClr val="000000"/>
                  </a:solidFill>
                  <a:latin typeface="AvenirNextCondensed-Bold" charset="0"/>
                  <a:cs typeface="AvenirNextCondensed-Bold" charset="0"/>
                </a:rPr>
                <a:t>10</a:t>
              </a:r>
            </a:p>
          </p:txBody>
        </p:sp>
      </p:grpSp>
      <p:sp>
        <p:nvSpPr>
          <p:cNvPr id="21583" name="Text Box 79">
            <a:extLst>
              <a:ext uri="{FF2B5EF4-FFF2-40B4-BE49-F238E27FC236}">
                <a16:creationId xmlns:a16="http://schemas.microsoft.com/office/drawing/2014/main" id="{162F35FF-6B0D-A6F0-0669-ABF2D7AA14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4650" y="10045700"/>
            <a:ext cx="4022725" cy="1320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21391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65000"/>
              </a:lnSpc>
            </a:pPr>
            <a:r>
              <a:rPr lang="en-US" altLang="LID4096" sz="38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Box-to-box midfielder #08</a:t>
            </a:r>
          </a:p>
        </p:txBody>
      </p:sp>
      <p:sp>
        <p:nvSpPr>
          <p:cNvPr id="21584" name="Text Box 80">
            <a:extLst>
              <a:ext uri="{FF2B5EF4-FFF2-40B4-BE49-F238E27FC236}">
                <a16:creationId xmlns:a16="http://schemas.microsoft.com/office/drawing/2014/main" id="{54E2A48C-5D9B-46D4-562D-B20BD0B4AB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9850" y="11553825"/>
            <a:ext cx="1555750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6336" rIns="90000" bIns="45000"/>
          <a:lstStyle>
            <a:lvl1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rtl="1"/>
            <a:r>
              <a:rPr lang="en-US" altLang="LID4096" sz="2400">
                <a:solidFill>
                  <a:srgbClr val="FFFFFF"/>
                </a:solidFill>
                <a:latin typeface="AvenirNextCondensed-Regular" charset="0"/>
                <a:cs typeface="AvenirNextCondensed-Regular" charset="0"/>
              </a:rPr>
              <a:t>xx</a:t>
            </a:r>
          </a:p>
          <a:p>
            <a:pPr rtl="1"/>
            <a:r>
              <a:rPr lang="en-US" altLang="LID4096" sz="2400">
                <a:solidFill>
                  <a:srgbClr val="FFFFFF"/>
                </a:solidFill>
                <a:latin typeface="AvenirNextCondensed-Regular" charset="0"/>
                <a:cs typeface="AvenirNextCondensed-Regular" charset="0"/>
              </a:rPr>
              <a:t>xx</a:t>
            </a:r>
          </a:p>
          <a:p>
            <a:pPr rtl="1"/>
            <a:r>
              <a:rPr lang="en-US" altLang="LID4096" sz="2400">
                <a:solidFill>
                  <a:srgbClr val="FFFFFF"/>
                </a:solidFill>
                <a:latin typeface="AvenirNextCondensed-Regular" charset="0"/>
                <a:cs typeface="AvenirNextCondensed-Regular" charset="0"/>
              </a:rPr>
              <a:t>xx</a:t>
            </a:r>
          </a:p>
          <a:p>
            <a:pPr rtl="1"/>
            <a:r>
              <a:rPr lang="en-US" altLang="LID4096" sz="2400">
                <a:solidFill>
                  <a:srgbClr val="FFFFFF"/>
                </a:solidFill>
                <a:latin typeface="AvenirNextCondensed-Regular" charset="0"/>
                <a:cs typeface="AvenirNextCondensed-Regular" charset="0"/>
              </a:rPr>
              <a:t>xx</a:t>
            </a:r>
          </a:p>
        </p:txBody>
      </p:sp>
      <p:pic>
        <p:nvPicPr>
          <p:cNvPr id="21585" name="Picture 81">
            <a:extLst>
              <a:ext uri="{FF2B5EF4-FFF2-40B4-BE49-F238E27FC236}">
                <a16:creationId xmlns:a16="http://schemas.microsoft.com/office/drawing/2014/main" id="{C28AD2A2-4E99-CF27-2114-BFC725E4D0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87788" y="785813"/>
            <a:ext cx="922337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21586" name="Freeform 82">
            <a:extLst>
              <a:ext uri="{FF2B5EF4-FFF2-40B4-BE49-F238E27FC236}">
                <a16:creationId xmlns:a16="http://schemas.microsoft.com/office/drawing/2014/main" id="{14DAD956-8048-AF4F-F269-130418AE05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8" y="228600"/>
            <a:ext cx="1535112" cy="1535113"/>
          </a:xfrm>
          <a:custGeom>
            <a:avLst/>
            <a:gdLst>
              <a:gd name="T0" fmla="*/ 3503 w 4262"/>
              <a:gd name="T1" fmla="*/ 757 h 4262"/>
              <a:gd name="T2" fmla="*/ 3503 w 4262"/>
              <a:gd name="T3" fmla="*/ 3503 h 4262"/>
              <a:gd name="T4" fmla="*/ 757 w 4262"/>
              <a:gd name="T5" fmla="*/ 3503 h 4262"/>
              <a:gd name="T6" fmla="*/ 757 w 4262"/>
              <a:gd name="T7" fmla="*/ 757 h 4262"/>
              <a:gd name="T8" fmla="*/ 3503 w 4262"/>
              <a:gd name="T9" fmla="*/ 757 h 42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262" h="4262">
                <a:moveTo>
                  <a:pt x="3503" y="757"/>
                </a:moveTo>
                <a:cubicBezTo>
                  <a:pt x="4261" y="1516"/>
                  <a:pt x="4261" y="2744"/>
                  <a:pt x="3503" y="3503"/>
                </a:cubicBezTo>
                <a:cubicBezTo>
                  <a:pt x="2744" y="4261"/>
                  <a:pt x="1516" y="4261"/>
                  <a:pt x="757" y="3503"/>
                </a:cubicBezTo>
                <a:cubicBezTo>
                  <a:pt x="0" y="2744"/>
                  <a:pt x="0" y="1516"/>
                  <a:pt x="757" y="757"/>
                </a:cubicBezTo>
                <a:cubicBezTo>
                  <a:pt x="1516" y="0"/>
                  <a:pt x="2744" y="0"/>
                  <a:pt x="3503" y="757"/>
                </a:cubicBezTo>
              </a:path>
            </a:pathLst>
          </a:custGeom>
          <a:solidFill>
            <a:srgbClr val="000000"/>
          </a:solidFill>
          <a:ln>
            <a:noFill/>
          </a:ln>
          <a:effectLst>
            <a:outerShdw algn="ctr" rotWithShape="0">
              <a:srgbClr val="000000">
                <a:alpha val="55"/>
              </a:srgb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87" name="Text Box 83">
            <a:extLst>
              <a:ext uri="{FF2B5EF4-FFF2-40B4-BE49-F238E27FC236}">
                <a16:creationId xmlns:a16="http://schemas.microsoft.com/office/drawing/2014/main" id="{EF63EC2B-F973-D1FE-B143-FE327A5772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550" y="296863"/>
            <a:ext cx="1397000" cy="139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97832" rIns="90000" bIns="45000"/>
          <a:lstStyle>
            <a:lvl1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>
              <a:lnSpc>
                <a:spcPct val="84000"/>
              </a:lnSpc>
            </a:pPr>
            <a:r>
              <a:rPr lang="en-US" altLang="LID4096" sz="2600">
                <a:solidFill>
                  <a:srgbClr val="FFFFFF"/>
                </a:solidFill>
                <a:latin typeface="AcuminProCond-Regular" charset="0"/>
                <a:cs typeface="AcuminProCond-Regular" charset="0"/>
              </a:rPr>
              <a:t>Browse </a:t>
            </a:r>
          </a:p>
          <a:p>
            <a:pPr algn="ctr">
              <a:lnSpc>
                <a:spcPct val="84000"/>
              </a:lnSpc>
            </a:pPr>
            <a:r>
              <a:rPr lang="en-US" altLang="LID4096" sz="2600">
                <a:solidFill>
                  <a:srgbClr val="FFFFFF"/>
                </a:solidFill>
                <a:latin typeface="AcuminProCond-Regular" charset="0"/>
                <a:cs typeface="AcuminProCond-Regular" charset="0"/>
              </a:rPr>
              <a:t>Foto</a:t>
            </a:r>
          </a:p>
        </p:txBody>
      </p:sp>
      <p:sp>
        <p:nvSpPr>
          <p:cNvPr id="21588" name="Text Box 84">
            <a:extLst>
              <a:ext uri="{FF2B5EF4-FFF2-40B4-BE49-F238E27FC236}">
                <a16:creationId xmlns:a16="http://schemas.microsoft.com/office/drawing/2014/main" id="{5A7C395B-FEA3-F475-2B35-96BCDF02E2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7663" y="6850063"/>
            <a:ext cx="2870200" cy="65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0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Uithoudingsvermogen</a:t>
            </a:r>
          </a:p>
        </p:txBody>
      </p:sp>
      <p:sp>
        <p:nvSpPr>
          <p:cNvPr id="21589" name="Text Box 85">
            <a:extLst>
              <a:ext uri="{FF2B5EF4-FFF2-40B4-BE49-F238E27FC236}">
                <a16:creationId xmlns:a16="http://schemas.microsoft.com/office/drawing/2014/main" id="{23F23E4D-B605-C978-648E-57DA68D92C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7663" y="7310438"/>
            <a:ext cx="2870200" cy="373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0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Snelheid</a:t>
            </a:r>
          </a:p>
        </p:txBody>
      </p:sp>
      <p:sp>
        <p:nvSpPr>
          <p:cNvPr id="21590" name="Text Box 86">
            <a:extLst>
              <a:ext uri="{FF2B5EF4-FFF2-40B4-BE49-F238E27FC236}">
                <a16:creationId xmlns:a16="http://schemas.microsoft.com/office/drawing/2014/main" id="{76E9CA47-83ED-1B68-F395-8EC0E54460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57663" y="7793038"/>
            <a:ext cx="2870200" cy="65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27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r>
              <a:rPr lang="en-US" altLang="LID4096" sz="2000">
                <a:solidFill>
                  <a:srgbClr val="FFFFFF"/>
                </a:solidFill>
                <a:latin typeface="AvenirNextCondensed-Bold" charset="0"/>
                <a:cs typeface="AvenirNextCondensed-Bold" charset="0"/>
              </a:rPr>
              <a:t>Doorzettingsvermogen</a:t>
            </a:r>
          </a:p>
        </p:txBody>
      </p:sp>
      <p:sp>
        <p:nvSpPr>
          <p:cNvPr id="21591" name="Freeform 87">
            <a:extLst>
              <a:ext uri="{FF2B5EF4-FFF2-40B4-BE49-F238E27FC236}">
                <a16:creationId xmlns:a16="http://schemas.microsoft.com/office/drawing/2014/main" id="{01F6A02F-72EE-2951-91A5-DD8552613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23200" y="50307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92" name="Freeform 88">
            <a:extLst>
              <a:ext uri="{FF2B5EF4-FFF2-40B4-BE49-F238E27FC236}">
                <a16:creationId xmlns:a16="http://schemas.microsoft.com/office/drawing/2014/main" id="{0FE080A3-2C09-072D-4EC3-5783F75798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1338" y="50307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93" name="Freeform 89">
            <a:extLst>
              <a:ext uri="{FF2B5EF4-FFF2-40B4-BE49-F238E27FC236}">
                <a16:creationId xmlns:a16="http://schemas.microsoft.com/office/drawing/2014/main" id="{C3F9805D-374D-C649-5200-B63F0E1AF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01063" y="50307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94" name="Freeform 90">
            <a:extLst>
              <a:ext uri="{FF2B5EF4-FFF2-40B4-BE49-F238E27FC236}">
                <a16:creationId xmlns:a16="http://schemas.microsoft.com/office/drawing/2014/main" id="{750FE166-EB0B-D959-110D-6089F84397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39200" y="50307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95" name="Freeform 91">
            <a:extLst>
              <a:ext uri="{FF2B5EF4-FFF2-40B4-BE49-F238E27FC236}">
                <a16:creationId xmlns:a16="http://schemas.microsoft.com/office/drawing/2014/main" id="{7D9CAC83-7BBE-AD93-5102-C3F699AE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575" y="50307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96" name="Freeform 92">
            <a:extLst>
              <a:ext uri="{FF2B5EF4-FFF2-40B4-BE49-F238E27FC236}">
                <a16:creationId xmlns:a16="http://schemas.microsoft.com/office/drawing/2014/main" id="{D421C3A5-143D-8F6C-3B59-19AE25A35E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12300" y="50307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97" name="Freeform 93">
            <a:extLst>
              <a:ext uri="{FF2B5EF4-FFF2-40B4-BE49-F238E27FC236}">
                <a16:creationId xmlns:a16="http://schemas.microsoft.com/office/drawing/2014/main" id="{59D4FDA0-F6F6-AA15-1BD3-17BF0715AD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0438" y="50307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98" name="Freeform 94">
            <a:extLst>
              <a:ext uri="{FF2B5EF4-FFF2-40B4-BE49-F238E27FC236}">
                <a16:creationId xmlns:a16="http://schemas.microsoft.com/office/drawing/2014/main" id="{E63A046C-7954-7DED-A070-93F1E2B59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88575" y="50307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599" name="Freeform 95">
            <a:extLst>
              <a:ext uri="{FF2B5EF4-FFF2-40B4-BE49-F238E27FC236}">
                <a16:creationId xmlns:a16="http://schemas.microsoft.com/office/drawing/2014/main" id="{C2C05DED-59E7-CB02-4BC0-164B1D3B3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23538" y="50307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00" name="Freeform 96">
            <a:extLst>
              <a:ext uri="{FF2B5EF4-FFF2-40B4-BE49-F238E27FC236}">
                <a16:creationId xmlns:a16="http://schemas.microsoft.com/office/drawing/2014/main" id="{D04D60F5-0C7C-847D-44C6-6D501474EC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61675" y="50307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01" name="Freeform 97">
            <a:extLst>
              <a:ext uri="{FF2B5EF4-FFF2-40B4-BE49-F238E27FC236}">
                <a16:creationId xmlns:a16="http://schemas.microsoft.com/office/drawing/2014/main" id="{274E3A2B-C634-7E28-F81E-911657C2A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23200" y="5491163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02" name="Freeform 98">
            <a:extLst>
              <a:ext uri="{FF2B5EF4-FFF2-40B4-BE49-F238E27FC236}">
                <a16:creationId xmlns:a16="http://schemas.microsoft.com/office/drawing/2014/main" id="{B3491080-4285-A918-9521-63CF241726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1338" y="5491163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03" name="Freeform 99">
            <a:extLst>
              <a:ext uri="{FF2B5EF4-FFF2-40B4-BE49-F238E27FC236}">
                <a16:creationId xmlns:a16="http://schemas.microsoft.com/office/drawing/2014/main" id="{D8B821D9-C980-3FA5-BF0A-95AF6323D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01063" y="5491163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04" name="Freeform 100">
            <a:extLst>
              <a:ext uri="{FF2B5EF4-FFF2-40B4-BE49-F238E27FC236}">
                <a16:creationId xmlns:a16="http://schemas.microsoft.com/office/drawing/2014/main" id="{B49F86C1-50D5-42E9-A83F-724243E607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39200" y="5491163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05" name="Freeform 101">
            <a:extLst>
              <a:ext uri="{FF2B5EF4-FFF2-40B4-BE49-F238E27FC236}">
                <a16:creationId xmlns:a16="http://schemas.microsoft.com/office/drawing/2014/main" id="{684663DF-7888-58D1-2B92-6437AA5A3A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575" y="5491163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06" name="Freeform 102">
            <a:extLst>
              <a:ext uri="{FF2B5EF4-FFF2-40B4-BE49-F238E27FC236}">
                <a16:creationId xmlns:a16="http://schemas.microsoft.com/office/drawing/2014/main" id="{831202E5-936E-CF09-1952-445BFD2C5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12300" y="5491163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07" name="Freeform 103">
            <a:extLst>
              <a:ext uri="{FF2B5EF4-FFF2-40B4-BE49-F238E27FC236}">
                <a16:creationId xmlns:a16="http://schemas.microsoft.com/office/drawing/2014/main" id="{D8F04119-B07B-6590-02BD-81AA6142AA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0438" y="5491163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08" name="Freeform 104">
            <a:extLst>
              <a:ext uri="{FF2B5EF4-FFF2-40B4-BE49-F238E27FC236}">
                <a16:creationId xmlns:a16="http://schemas.microsoft.com/office/drawing/2014/main" id="{CD3FAA50-E8E3-08F8-17A3-50E991410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88575" y="5491163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09" name="Freeform 105">
            <a:extLst>
              <a:ext uri="{FF2B5EF4-FFF2-40B4-BE49-F238E27FC236}">
                <a16:creationId xmlns:a16="http://schemas.microsoft.com/office/drawing/2014/main" id="{DCE16B88-1D38-ACED-ED9A-72996D288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23538" y="5491163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10" name="Freeform 106">
            <a:extLst>
              <a:ext uri="{FF2B5EF4-FFF2-40B4-BE49-F238E27FC236}">
                <a16:creationId xmlns:a16="http://schemas.microsoft.com/office/drawing/2014/main" id="{901C257A-4723-0270-96D6-554903605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61675" y="5491163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11" name="Freeform 107">
            <a:extLst>
              <a:ext uri="{FF2B5EF4-FFF2-40B4-BE49-F238E27FC236}">
                <a16:creationId xmlns:a16="http://schemas.microsoft.com/office/drawing/2014/main" id="{A80CDA93-ABB4-7510-15D9-6D02EFCD5B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23200" y="59213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12" name="Freeform 108">
            <a:extLst>
              <a:ext uri="{FF2B5EF4-FFF2-40B4-BE49-F238E27FC236}">
                <a16:creationId xmlns:a16="http://schemas.microsoft.com/office/drawing/2014/main" id="{3CE69241-E02B-0B42-BF00-DBD00C081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1338" y="59213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13" name="Freeform 109">
            <a:extLst>
              <a:ext uri="{FF2B5EF4-FFF2-40B4-BE49-F238E27FC236}">
                <a16:creationId xmlns:a16="http://schemas.microsoft.com/office/drawing/2014/main" id="{4A79E6E1-4F6E-A366-07DC-435BCFB856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01063" y="59213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14" name="Freeform 110">
            <a:extLst>
              <a:ext uri="{FF2B5EF4-FFF2-40B4-BE49-F238E27FC236}">
                <a16:creationId xmlns:a16="http://schemas.microsoft.com/office/drawing/2014/main" id="{4EAF7407-5A9E-6228-D7C0-1708BE1D80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39200" y="59213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15" name="Freeform 111">
            <a:extLst>
              <a:ext uri="{FF2B5EF4-FFF2-40B4-BE49-F238E27FC236}">
                <a16:creationId xmlns:a16="http://schemas.microsoft.com/office/drawing/2014/main" id="{E8F1932B-8673-3D14-4728-5BB86E17D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575" y="59213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16" name="Freeform 112">
            <a:extLst>
              <a:ext uri="{FF2B5EF4-FFF2-40B4-BE49-F238E27FC236}">
                <a16:creationId xmlns:a16="http://schemas.microsoft.com/office/drawing/2014/main" id="{58D85F77-196D-BA27-2930-91D213228D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12300" y="59213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17" name="Freeform 113">
            <a:extLst>
              <a:ext uri="{FF2B5EF4-FFF2-40B4-BE49-F238E27FC236}">
                <a16:creationId xmlns:a16="http://schemas.microsoft.com/office/drawing/2014/main" id="{022291EE-02EA-E7DA-F88B-11FB0CD4BF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0438" y="59213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18" name="Freeform 114">
            <a:extLst>
              <a:ext uri="{FF2B5EF4-FFF2-40B4-BE49-F238E27FC236}">
                <a16:creationId xmlns:a16="http://schemas.microsoft.com/office/drawing/2014/main" id="{00305E63-F167-062E-60D6-8169A7E4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88575" y="59213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19" name="Freeform 115">
            <a:extLst>
              <a:ext uri="{FF2B5EF4-FFF2-40B4-BE49-F238E27FC236}">
                <a16:creationId xmlns:a16="http://schemas.microsoft.com/office/drawing/2014/main" id="{99995CB7-3048-04A0-9F18-5C1272B0C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23538" y="59213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20" name="Freeform 116">
            <a:extLst>
              <a:ext uri="{FF2B5EF4-FFF2-40B4-BE49-F238E27FC236}">
                <a16:creationId xmlns:a16="http://schemas.microsoft.com/office/drawing/2014/main" id="{57F9E47F-8C10-5887-B7AC-2A1F45621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61675" y="59213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21" name="Freeform 117">
            <a:extLst>
              <a:ext uri="{FF2B5EF4-FFF2-40B4-BE49-F238E27FC236}">
                <a16:creationId xmlns:a16="http://schemas.microsoft.com/office/drawing/2014/main" id="{287C6F95-1CAA-1080-2363-121A6F3122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23200" y="64150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22" name="Freeform 118">
            <a:extLst>
              <a:ext uri="{FF2B5EF4-FFF2-40B4-BE49-F238E27FC236}">
                <a16:creationId xmlns:a16="http://schemas.microsoft.com/office/drawing/2014/main" id="{58040B9E-D519-DCE5-48AC-5535D08707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1338" y="64150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23" name="Freeform 119">
            <a:extLst>
              <a:ext uri="{FF2B5EF4-FFF2-40B4-BE49-F238E27FC236}">
                <a16:creationId xmlns:a16="http://schemas.microsoft.com/office/drawing/2014/main" id="{F962F008-2194-24A6-DDD5-6B4607CBC9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01063" y="64150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24" name="Freeform 120">
            <a:extLst>
              <a:ext uri="{FF2B5EF4-FFF2-40B4-BE49-F238E27FC236}">
                <a16:creationId xmlns:a16="http://schemas.microsoft.com/office/drawing/2014/main" id="{CCF927FF-A3D8-9898-CEDA-7F7A70369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39200" y="64150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25" name="Freeform 121">
            <a:extLst>
              <a:ext uri="{FF2B5EF4-FFF2-40B4-BE49-F238E27FC236}">
                <a16:creationId xmlns:a16="http://schemas.microsoft.com/office/drawing/2014/main" id="{D24B6EB4-A37B-0A45-E2CC-6D7703C96C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575" y="64150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26" name="Freeform 122">
            <a:extLst>
              <a:ext uri="{FF2B5EF4-FFF2-40B4-BE49-F238E27FC236}">
                <a16:creationId xmlns:a16="http://schemas.microsoft.com/office/drawing/2014/main" id="{F4DEE272-CD2A-D1B9-F4BF-893B7C5951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12300" y="64150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27" name="Freeform 123">
            <a:extLst>
              <a:ext uri="{FF2B5EF4-FFF2-40B4-BE49-F238E27FC236}">
                <a16:creationId xmlns:a16="http://schemas.microsoft.com/office/drawing/2014/main" id="{689AB5E0-84DC-F1A6-3EC3-8C407C04E5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0438" y="64150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28" name="Freeform 124">
            <a:extLst>
              <a:ext uri="{FF2B5EF4-FFF2-40B4-BE49-F238E27FC236}">
                <a16:creationId xmlns:a16="http://schemas.microsoft.com/office/drawing/2014/main" id="{E3BD15BA-FBBC-262A-709D-F05CF7535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88575" y="64150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29" name="Freeform 125">
            <a:extLst>
              <a:ext uri="{FF2B5EF4-FFF2-40B4-BE49-F238E27FC236}">
                <a16:creationId xmlns:a16="http://schemas.microsoft.com/office/drawing/2014/main" id="{7667E247-CE2F-7958-1C3C-90472F138A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23538" y="64150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30" name="Freeform 126">
            <a:extLst>
              <a:ext uri="{FF2B5EF4-FFF2-40B4-BE49-F238E27FC236}">
                <a16:creationId xmlns:a16="http://schemas.microsoft.com/office/drawing/2014/main" id="{9517DA0C-0A84-2165-FD46-E94F98E82A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61675" y="6415088"/>
            <a:ext cx="298450" cy="309562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31" name="Freeform 127">
            <a:extLst>
              <a:ext uri="{FF2B5EF4-FFF2-40B4-BE49-F238E27FC236}">
                <a16:creationId xmlns:a16="http://schemas.microsoft.com/office/drawing/2014/main" id="{835A82F8-8A09-5264-4FCF-E6D7364B26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23200" y="68580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32" name="Freeform 128">
            <a:extLst>
              <a:ext uri="{FF2B5EF4-FFF2-40B4-BE49-F238E27FC236}">
                <a16:creationId xmlns:a16="http://schemas.microsoft.com/office/drawing/2014/main" id="{B08C3CF7-4CE4-8CBD-C79E-1BB707A9B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1338" y="68580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33" name="Freeform 129">
            <a:extLst>
              <a:ext uri="{FF2B5EF4-FFF2-40B4-BE49-F238E27FC236}">
                <a16:creationId xmlns:a16="http://schemas.microsoft.com/office/drawing/2014/main" id="{779DD019-7472-4851-029C-ACA7FFE4EB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01063" y="68580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34" name="Freeform 130">
            <a:extLst>
              <a:ext uri="{FF2B5EF4-FFF2-40B4-BE49-F238E27FC236}">
                <a16:creationId xmlns:a16="http://schemas.microsoft.com/office/drawing/2014/main" id="{A51E46CA-3A9B-8965-562A-D15BDAE179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39200" y="68580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35" name="Freeform 131">
            <a:extLst>
              <a:ext uri="{FF2B5EF4-FFF2-40B4-BE49-F238E27FC236}">
                <a16:creationId xmlns:a16="http://schemas.microsoft.com/office/drawing/2014/main" id="{3BC12E12-AEE5-8524-D013-CDF030FBAF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575" y="68580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36" name="Freeform 132">
            <a:extLst>
              <a:ext uri="{FF2B5EF4-FFF2-40B4-BE49-F238E27FC236}">
                <a16:creationId xmlns:a16="http://schemas.microsoft.com/office/drawing/2014/main" id="{395526F2-9D1C-1D10-8CF1-38F2047D3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12300" y="68580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37" name="Freeform 133">
            <a:extLst>
              <a:ext uri="{FF2B5EF4-FFF2-40B4-BE49-F238E27FC236}">
                <a16:creationId xmlns:a16="http://schemas.microsoft.com/office/drawing/2014/main" id="{F2C508FC-3B39-218B-78C5-FBAF60FD08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0438" y="68580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38" name="Freeform 134">
            <a:extLst>
              <a:ext uri="{FF2B5EF4-FFF2-40B4-BE49-F238E27FC236}">
                <a16:creationId xmlns:a16="http://schemas.microsoft.com/office/drawing/2014/main" id="{8A8359D7-AF2E-E9EC-C4B3-2476CCDBD1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88575" y="68580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39" name="Freeform 135">
            <a:extLst>
              <a:ext uri="{FF2B5EF4-FFF2-40B4-BE49-F238E27FC236}">
                <a16:creationId xmlns:a16="http://schemas.microsoft.com/office/drawing/2014/main" id="{083CCB4E-1E51-3735-CC6A-90EA71C0EB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23538" y="68580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40" name="Freeform 136">
            <a:extLst>
              <a:ext uri="{FF2B5EF4-FFF2-40B4-BE49-F238E27FC236}">
                <a16:creationId xmlns:a16="http://schemas.microsoft.com/office/drawing/2014/main" id="{A062B479-52B0-4E05-A585-78107DCBDF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61675" y="68580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41" name="Freeform 137">
            <a:extLst>
              <a:ext uri="{FF2B5EF4-FFF2-40B4-BE49-F238E27FC236}">
                <a16:creationId xmlns:a16="http://schemas.microsoft.com/office/drawing/2014/main" id="{41B5D0D3-E90C-B67F-F6CB-835544A4C9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23200" y="73310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42" name="Freeform 138">
            <a:extLst>
              <a:ext uri="{FF2B5EF4-FFF2-40B4-BE49-F238E27FC236}">
                <a16:creationId xmlns:a16="http://schemas.microsoft.com/office/drawing/2014/main" id="{A27420B6-CCA2-322A-604B-EDBFA40992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1338" y="73310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43" name="Freeform 139">
            <a:extLst>
              <a:ext uri="{FF2B5EF4-FFF2-40B4-BE49-F238E27FC236}">
                <a16:creationId xmlns:a16="http://schemas.microsoft.com/office/drawing/2014/main" id="{453B2F43-64FE-9809-42B9-C0D0F336C0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01063" y="73310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44" name="Freeform 140">
            <a:extLst>
              <a:ext uri="{FF2B5EF4-FFF2-40B4-BE49-F238E27FC236}">
                <a16:creationId xmlns:a16="http://schemas.microsoft.com/office/drawing/2014/main" id="{F20DC74D-3A03-EED2-E213-A24FDDA66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39200" y="73310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45" name="Freeform 141">
            <a:extLst>
              <a:ext uri="{FF2B5EF4-FFF2-40B4-BE49-F238E27FC236}">
                <a16:creationId xmlns:a16="http://schemas.microsoft.com/office/drawing/2014/main" id="{118511CF-8A74-7EE1-79C8-2DC2A52396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575" y="73310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46" name="Freeform 142">
            <a:extLst>
              <a:ext uri="{FF2B5EF4-FFF2-40B4-BE49-F238E27FC236}">
                <a16:creationId xmlns:a16="http://schemas.microsoft.com/office/drawing/2014/main" id="{38423AD9-434E-7F9C-96F9-20864EF24A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12300" y="73310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47" name="Freeform 143">
            <a:extLst>
              <a:ext uri="{FF2B5EF4-FFF2-40B4-BE49-F238E27FC236}">
                <a16:creationId xmlns:a16="http://schemas.microsoft.com/office/drawing/2014/main" id="{4E32DF6D-2A09-F9AD-B971-4647B26E14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0438" y="73310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48" name="Freeform 144">
            <a:extLst>
              <a:ext uri="{FF2B5EF4-FFF2-40B4-BE49-F238E27FC236}">
                <a16:creationId xmlns:a16="http://schemas.microsoft.com/office/drawing/2014/main" id="{CA8F95F2-87AC-8397-3C08-E07A1C2487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88575" y="73310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49" name="Freeform 145">
            <a:extLst>
              <a:ext uri="{FF2B5EF4-FFF2-40B4-BE49-F238E27FC236}">
                <a16:creationId xmlns:a16="http://schemas.microsoft.com/office/drawing/2014/main" id="{43B0C6F7-D8F6-A44E-F69C-BDDDB9106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23538" y="73310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50" name="Freeform 146">
            <a:extLst>
              <a:ext uri="{FF2B5EF4-FFF2-40B4-BE49-F238E27FC236}">
                <a16:creationId xmlns:a16="http://schemas.microsoft.com/office/drawing/2014/main" id="{D60C5CFF-ECFE-73D3-A133-0DA69C15BA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61675" y="7331075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51" name="Freeform 147">
            <a:extLst>
              <a:ext uri="{FF2B5EF4-FFF2-40B4-BE49-F238E27FC236}">
                <a16:creationId xmlns:a16="http://schemas.microsoft.com/office/drawing/2014/main" id="{896970A4-8F9D-E79C-1AF1-977CB3AD3F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23200" y="78232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52" name="Freeform 148">
            <a:extLst>
              <a:ext uri="{FF2B5EF4-FFF2-40B4-BE49-F238E27FC236}">
                <a16:creationId xmlns:a16="http://schemas.microsoft.com/office/drawing/2014/main" id="{F717EF29-294A-7332-192E-B2038322AE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1338" y="78232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53" name="Freeform 149">
            <a:extLst>
              <a:ext uri="{FF2B5EF4-FFF2-40B4-BE49-F238E27FC236}">
                <a16:creationId xmlns:a16="http://schemas.microsoft.com/office/drawing/2014/main" id="{6AF8C2E9-3F33-E6F5-19D6-5ECDE591B2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01063" y="78232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54" name="Freeform 150">
            <a:extLst>
              <a:ext uri="{FF2B5EF4-FFF2-40B4-BE49-F238E27FC236}">
                <a16:creationId xmlns:a16="http://schemas.microsoft.com/office/drawing/2014/main" id="{F1082FB6-6599-CFF2-1C41-8DA35F51A0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39200" y="78232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55" name="Freeform 151">
            <a:extLst>
              <a:ext uri="{FF2B5EF4-FFF2-40B4-BE49-F238E27FC236}">
                <a16:creationId xmlns:a16="http://schemas.microsoft.com/office/drawing/2014/main" id="{5E4C1208-2A96-298E-86CF-155B80EE9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575" y="78232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56" name="Freeform 152">
            <a:extLst>
              <a:ext uri="{FF2B5EF4-FFF2-40B4-BE49-F238E27FC236}">
                <a16:creationId xmlns:a16="http://schemas.microsoft.com/office/drawing/2014/main" id="{8D75AF3D-54DF-6D36-A0A9-3AD9A3CC42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12300" y="78232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57" name="Freeform 153">
            <a:extLst>
              <a:ext uri="{FF2B5EF4-FFF2-40B4-BE49-F238E27FC236}">
                <a16:creationId xmlns:a16="http://schemas.microsoft.com/office/drawing/2014/main" id="{5A17EDF2-3FAC-D99E-81E8-167B575C0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50438" y="78232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58" name="Freeform 154">
            <a:extLst>
              <a:ext uri="{FF2B5EF4-FFF2-40B4-BE49-F238E27FC236}">
                <a16:creationId xmlns:a16="http://schemas.microsoft.com/office/drawing/2014/main" id="{D65DCAC3-B750-11E6-F3C2-F118A93B8B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88575" y="78232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59" name="Freeform 155">
            <a:extLst>
              <a:ext uri="{FF2B5EF4-FFF2-40B4-BE49-F238E27FC236}">
                <a16:creationId xmlns:a16="http://schemas.microsoft.com/office/drawing/2014/main" id="{B0FBA58D-E9D2-4B76-1518-F5A141D0A9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23538" y="78232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1660" name="Freeform 156">
            <a:extLst>
              <a:ext uri="{FF2B5EF4-FFF2-40B4-BE49-F238E27FC236}">
                <a16:creationId xmlns:a16="http://schemas.microsoft.com/office/drawing/2014/main" id="{AD6A554D-9C25-1E21-ED9F-E2597E3BF9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61675" y="7823200"/>
            <a:ext cx="298450" cy="309563"/>
          </a:xfrm>
          <a:custGeom>
            <a:avLst/>
            <a:gdLst>
              <a:gd name="T0" fmla="*/ 412 w 827"/>
              <a:gd name="T1" fmla="*/ 0 h 859"/>
              <a:gd name="T2" fmla="*/ 541 w 827"/>
              <a:gd name="T3" fmla="*/ 281 h 859"/>
              <a:gd name="T4" fmla="*/ 826 w 827"/>
              <a:gd name="T5" fmla="*/ 327 h 859"/>
              <a:gd name="T6" fmla="*/ 620 w 827"/>
              <a:gd name="T7" fmla="*/ 548 h 859"/>
              <a:gd name="T8" fmla="*/ 668 w 827"/>
              <a:gd name="T9" fmla="*/ 858 h 859"/>
              <a:gd name="T10" fmla="*/ 412 w 827"/>
              <a:gd name="T11" fmla="*/ 712 h 859"/>
              <a:gd name="T12" fmla="*/ 157 w 827"/>
              <a:gd name="T13" fmla="*/ 858 h 859"/>
              <a:gd name="T14" fmla="*/ 205 w 827"/>
              <a:gd name="T15" fmla="*/ 548 h 859"/>
              <a:gd name="T16" fmla="*/ 0 w 827"/>
              <a:gd name="T17" fmla="*/ 327 h 859"/>
              <a:gd name="T18" fmla="*/ 284 w 827"/>
              <a:gd name="T19" fmla="*/ 281 h 859"/>
              <a:gd name="T20" fmla="*/ 412 w 827"/>
              <a:gd name="T21" fmla="*/ 0 h 8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827" h="859">
                <a:moveTo>
                  <a:pt x="412" y="0"/>
                </a:moveTo>
                <a:lnTo>
                  <a:pt x="541" y="281"/>
                </a:lnTo>
                <a:lnTo>
                  <a:pt x="826" y="327"/>
                </a:lnTo>
                <a:lnTo>
                  <a:pt x="620" y="548"/>
                </a:lnTo>
                <a:lnTo>
                  <a:pt x="668" y="858"/>
                </a:lnTo>
                <a:lnTo>
                  <a:pt x="412" y="712"/>
                </a:lnTo>
                <a:lnTo>
                  <a:pt x="157" y="858"/>
                </a:lnTo>
                <a:lnTo>
                  <a:pt x="205" y="548"/>
                </a:lnTo>
                <a:lnTo>
                  <a:pt x="0" y="327"/>
                </a:lnTo>
                <a:lnTo>
                  <a:pt x="284" y="281"/>
                </a:lnTo>
                <a:lnTo>
                  <a:pt x="412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529" name="Group 1">
            <a:extLst>
              <a:ext uri="{FF2B5EF4-FFF2-40B4-BE49-F238E27FC236}">
                <a16:creationId xmlns:a16="http://schemas.microsoft.com/office/drawing/2014/main" id="{25CC41A0-4925-9CAB-5D78-8197E12584A4}"/>
              </a:ext>
            </a:extLst>
          </p:cNvPr>
          <p:cNvGraphicFramePr>
            <a:graphicFrameLocks noGrp="1"/>
          </p:cNvGraphicFramePr>
          <p:nvPr/>
        </p:nvGraphicFramePr>
        <p:xfrm>
          <a:off x="4052888" y="673100"/>
          <a:ext cx="17881600" cy="12387263"/>
        </p:xfrm>
        <a:graphic>
          <a:graphicData uri="http://schemas.openxmlformats.org/drawingml/2006/table">
            <a:tbl>
              <a:tblPr/>
              <a:tblGrid>
                <a:gridCol w="3576637">
                  <a:extLst>
                    <a:ext uri="{9D8B030D-6E8A-4147-A177-3AD203B41FA5}">
                      <a16:colId xmlns:a16="http://schemas.microsoft.com/office/drawing/2014/main" val="3106594135"/>
                    </a:ext>
                  </a:extLst>
                </a:gridCol>
                <a:gridCol w="3576638">
                  <a:extLst>
                    <a:ext uri="{9D8B030D-6E8A-4147-A177-3AD203B41FA5}">
                      <a16:colId xmlns:a16="http://schemas.microsoft.com/office/drawing/2014/main" val="2705855974"/>
                    </a:ext>
                  </a:extLst>
                </a:gridCol>
                <a:gridCol w="4486275">
                  <a:extLst>
                    <a:ext uri="{9D8B030D-6E8A-4147-A177-3AD203B41FA5}">
                      <a16:colId xmlns:a16="http://schemas.microsoft.com/office/drawing/2014/main" val="3412223939"/>
                    </a:ext>
                  </a:extLst>
                </a:gridCol>
                <a:gridCol w="2665412">
                  <a:extLst>
                    <a:ext uri="{9D8B030D-6E8A-4147-A177-3AD203B41FA5}">
                      <a16:colId xmlns:a16="http://schemas.microsoft.com/office/drawing/2014/main" val="173668703"/>
                    </a:ext>
                  </a:extLst>
                </a:gridCol>
                <a:gridCol w="3576638">
                  <a:extLst>
                    <a:ext uri="{9D8B030D-6E8A-4147-A177-3AD203B41FA5}">
                      <a16:colId xmlns:a16="http://schemas.microsoft.com/office/drawing/2014/main" val="797944526"/>
                    </a:ext>
                  </a:extLst>
                </a:gridCol>
              </a:tblGrid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32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Neue" charset="0"/>
                          <a:cs typeface="HelveticaNeue" charset="0"/>
                        </a:rPr>
                        <a:t>BtB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32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Neue" charset="0"/>
                          <a:cs typeface="HelveticaNeue" charset="0"/>
                        </a:rPr>
                        <a:t>Rating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9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Neue" charset="0"/>
                          <a:cs typeface="HelveticaNeue" charset="0"/>
                        </a:rPr>
                        <a:t>Vermenigvuldigingsfactor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32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Neue" charset="0"/>
                          <a:cs typeface="HelveticaNeue" charset="0"/>
                        </a:rPr>
                        <a:t>Resultaat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126651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337907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26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CenturyGothic" charset="0"/>
                          <a:cs typeface="CenturyGothic" charset="0"/>
                        </a:rPr>
                        <a:t>Passing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1.1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0103865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26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CenturyGothic" charset="0"/>
                          <a:cs typeface="CenturyGothic" charset="0"/>
                        </a:rPr>
                        <a:t>Positie kiezen (V)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1.1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778287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26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CenturyGothic" charset="0"/>
                          <a:cs typeface="CenturyGothic" charset="0"/>
                        </a:rPr>
                        <a:t>Voorbij spelen tegenstander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1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385000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26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CenturyGothic" charset="0"/>
                          <a:cs typeface="CenturyGothic" charset="0"/>
                        </a:rPr>
                        <a:t>Positie kiezen (A)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1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240240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26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CenturyGothic" charset="0"/>
                          <a:cs typeface="CenturyGothic" charset="0"/>
                        </a:rPr>
                        <a:t>Duelkracht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1.1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190201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26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CenturyGothic" charset="0"/>
                          <a:cs typeface="CenturyGothic" charset="0"/>
                        </a:rPr>
                        <a:t>Uithoudings-vermogen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1.1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615008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26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CenturyGothic" charset="0"/>
                          <a:cs typeface="CenturyGothic" charset="0"/>
                        </a:rPr>
                        <a:t>Snelheid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1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957056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26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CenturyGothic" charset="0"/>
                          <a:cs typeface="CenturyGothic" charset="0"/>
                        </a:rPr>
                        <a:t>Doorzettings-vermogen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1.1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0150880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5804100"/>
                  </a:ext>
                </a:extLst>
              </a:tr>
              <a:tr h="952500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9729079"/>
                  </a:ext>
                </a:extLst>
              </a:tr>
              <a:tr h="955675"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ctr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32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Neue" charset="0"/>
                          <a:cs typeface="HelveticaNeue" charset="0"/>
                        </a:rPr>
                        <a:t>Gemiddelde rating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r>
                        <a:rPr kumimoji="0" lang="en-US" altLang="LID4096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  <a:cs typeface="Source Han Sans CN" charset="0"/>
                        </a:rPr>
                        <a:t>0</a:t>
                      </a: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tc>
                  <a:txBody>
                    <a:bodyPr/>
                    <a:lstStyle>
                      <a:lvl1pPr>
                        <a:spcBef>
                          <a:spcPts val="142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8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1pPr>
                      <a:lvl2pPr>
                        <a:spcBef>
                          <a:spcPts val="113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4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2pPr>
                      <a:lvl3pPr>
                        <a:spcBef>
                          <a:spcPts val="863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 sz="200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3pPr>
                      <a:lvl4pPr>
                        <a:spcBef>
                          <a:spcPts val="575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4pPr>
                      <a:lvl5pPr>
                        <a:spcBef>
                          <a:spcPts val="288"/>
                        </a:spcBef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5pPr>
                      <a:lvl6pPr marL="25146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6pPr>
                      <a:lvl7pPr marL="29718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7pPr>
                      <a:lvl8pPr marL="34290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8pPr>
                      <a:lvl9pPr marL="3886200" indent="-228600" defTabSz="457200" fontAlgn="base" hangingPunct="0">
                        <a:lnSpc>
                          <a:spcPct val="93000"/>
                        </a:lnSpc>
                        <a:spcBef>
                          <a:spcPts val="288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  <a:defRPr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Source Han Sans CN" charset="0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0">
                        <a:lnSpc>
                          <a:spcPct val="93000"/>
                        </a:lnSpc>
                        <a:spcBef>
                          <a:spcPts val="13"/>
                        </a:spcBef>
                        <a:spcAft>
                          <a:spcPts val="13"/>
                        </a:spcAft>
                        <a:buClr>
                          <a:srgbClr val="000000"/>
                        </a:buClr>
                        <a:buSzPct val="100000"/>
                        <a:buFont typeface="Times New Roman" panose="02020603050405020304" pitchFamily="18" charset="0"/>
                        <a:buNone/>
                        <a:tabLst>
                          <a:tab pos="457200" algn="l"/>
                          <a:tab pos="914400" algn="l"/>
                          <a:tab pos="1371600" algn="l"/>
                          <a:tab pos="18288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400" algn="l"/>
                          <a:tab pos="5943600" algn="l"/>
                          <a:tab pos="6400800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  <a:tab pos="9601200" algn="l"/>
                          <a:tab pos="10058400" algn="l"/>
                          <a:tab pos="10515600" algn="l"/>
                          <a:tab pos="10972800" algn="l"/>
                          <a:tab pos="11430000" algn="l"/>
                          <a:tab pos="11887200" algn="l"/>
                          <a:tab pos="12344400" algn="l"/>
                          <a:tab pos="12801600" algn="l"/>
                          <a:tab pos="13258800" algn="l"/>
                          <a:tab pos="13716000" algn="l"/>
                          <a:tab pos="14173200" algn="l"/>
                          <a:tab pos="14630400" algn="l"/>
                        </a:tabLst>
                      </a:pPr>
                      <a:endParaRPr kumimoji="0" lang="en-US" altLang="LID4096" sz="1800" b="0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cs typeface="Source Han Sans CN" charset="0"/>
                      </a:endParaRPr>
                    </a:p>
                  </a:txBody>
                  <a:tcPr marL="50760" marR="50760" marT="50760" marB="50760" anchor="ctr" anchorCtr="1" horzOverflow="overflow">
                    <a:lnL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A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2122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ext Box 1">
            <a:extLst>
              <a:ext uri="{FF2B5EF4-FFF2-40B4-BE49-F238E27FC236}">
                <a16:creationId xmlns:a16="http://schemas.microsoft.com/office/drawing/2014/main" id="{6F156E0D-E3F8-ECB0-53A2-34A48C1779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9375" y="42863"/>
            <a:ext cx="11134725" cy="11128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38028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  <a:tab pos="10972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lnSpc>
                <a:spcPct val="56000"/>
              </a:lnSpc>
            </a:pPr>
            <a:r>
              <a:rPr lang="en-US" altLang="LID4096" sz="6000" b="1">
                <a:solidFill>
                  <a:srgbClr val="173783"/>
                </a:solidFill>
                <a:latin typeface="CenturyGothic" charset="0"/>
                <a:cs typeface="CenturyGothic" charset="0"/>
              </a:rPr>
              <a:t>Box-to-box midfielder #08</a:t>
            </a:r>
          </a:p>
        </p:txBody>
      </p:sp>
      <p:sp>
        <p:nvSpPr>
          <p:cNvPr id="23554" name="Freeform 2">
            <a:extLst>
              <a:ext uri="{FF2B5EF4-FFF2-40B4-BE49-F238E27FC236}">
                <a16:creationId xmlns:a16="http://schemas.microsoft.com/office/drawing/2014/main" id="{3CF1957F-CB94-C3E9-D45C-64E2D4A5C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96200" y="4921250"/>
            <a:ext cx="722313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55" name="Text Box 3">
            <a:extLst>
              <a:ext uri="{FF2B5EF4-FFF2-40B4-BE49-F238E27FC236}">
                <a16:creationId xmlns:a16="http://schemas.microsoft.com/office/drawing/2014/main" id="{3EC8CD8A-F31E-252B-F0FA-4247E0BC64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427950" y="4954588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9892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800">
                <a:latin typeface="Futura-CondensedMedium" charset="0"/>
                <a:cs typeface="Futura-CondensedMedium" charset="0"/>
              </a:rPr>
              <a:t>9</a:t>
            </a:r>
          </a:p>
        </p:txBody>
      </p:sp>
      <p:sp>
        <p:nvSpPr>
          <p:cNvPr id="23556" name="Freeform 4">
            <a:extLst>
              <a:ext uri="{FF2B5EF4-FFF2-40B4-BE49-F238E27FC236}">
                <a16:creationId xmlns:a16="http://schemas.microsoft.com/office/drawing/2014/main" id="{5DD849BA-6E90-0ECA-E002-0302A11D65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64275" y="5241925"/>
            <a:ext cx="722313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57" name="Text Box 5">
            <a:extLst>
              <a:ext uri="{FF2B5EF4-FFF2-40B4-BE49-F238E27FC236}">
                <a16:creationId xmlns:a16="http://schemas.microsoft.com/office/drawing/2014/main" id="{7871C533-C9F9-0831-640E-6C75C633C03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96025" y="5275263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9003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700">
                <a:latin typeface="Futura-CondensedMedium" charset="0"/>
                <a:cs typeface="Futura-CondensedMedium" charset="0"/>
              </a:rPr>
              <a:t>11</a:t>
            </a:r>
          </a:p>
        </p:txBody>
      </p:sp>
      <p:sp>
        <p:nvSpPr>
          <p:cNvPr id="23558" name="Freeform 6">
            <a:extLst>
              <a:ext uri="{FF2B5EF4-FFF2-40B4-BE49-F238E27FC236}">
                <a16:creationId xmlns:a16="http://schemas.microsoft.com/office/drawing/2014/main" id="{B63BD2F3-F83C-D834-8A52-AA8162D1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26538" y="5241925"/>
            <a:ext cx="722312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59" name="Text Box 7">
            <a:extLst>
              <a:ext uri="{FF2B5EF4-FFF2-40B4-BE49-F238E27FC236}">
                <a16:creationId xmlns:a16="http://schemas.microsoft.com/office/drawing/2014/main" id="{6272F7C0-B7B3-232D-D9A9-437B05B26A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58288" y="5275263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9892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800">
                <a:latin typeface="Futura-CondensedMedium" charset="0"/>
                <a:cs typeface="Futura-CondensedMedium" charset="0"/>
              </a:rPr>
              <a:t>7</a:t>
            </a:r>
          </a:p>
        </p:txBody>
      </p:sp>
      <p:sp>
        <p:nvSpPr>
          <p:cNvPr id="23560" name="Freeform 8">
            <a:extLst>
              <a:ext uri="{FF2B5EF4-FFF2-40B4-BE49-F238E27FC236}">
                <a16:creationId xmlns:a16="http://schemas.microsoft.com/office/drawing/2014/main" id="{0084B3E6-8F1D-741F-3B67-E5574DB273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69025" y="8308975"/>
            <a:ext cx="722313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61" name="Text Box 9">
            <a:extLst>
              <a:ext uri="{FF2B5EF4-FFF2-40B4-BE49-F238E27FC236}">
                <a16:creationId xmlns:a16="http://schemas.microsoft.com/office/drawing/2014/main" id="{11F3EBED-2C92-FA13-C081-5F949959B8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00775" y="8342313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9892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800">
                <a:latin typeface="Futura-CondensedMedium" charset="0"/>
                <a:cs typeface="Futura-CondensedMedium" charset="0"/>
              </a:rPr>
              <a:t>5</a:t>
            </a:r>
          </a:p>
        </p:txBody>
      </p:sp>
      <p:sp>
        <p:nvSpPr>
          <p:cNvPr id="23562" name="Freeform 10">
            <a:extLst>
              <a:ext uri="{FF2B5EF4-FFF2-40B4-BE49-F238E27FC236}">
                <a16:creationId xmlns:a16="http://schemas.microsoft.com/office/drawing/2014/main" id="{73729A7E-FA61-DBFF-A227-8F8EB63F64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53538" y="8308975"/>
            <a:ext cx="722312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63" name="Text Box 11">
            <a:extLst>
              <a:ext uri="{FF2B5EF4-FFF2-40B4-BE49-F238E27FC236}">
                <a16:creationId xmlns:a16="http://schemas.microsoft.com/office/drawing/2014/main" id="{F1777788-12CA-C92C-6751-85291C731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85288" y="8342313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9892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800">
                <a:latin typeface="Futura-CondensedMedium" charset="0"/>
                <a:cs typeface="Futura-CondensedMedium" charset="0"/>
              </a:rPr>
              <a:t>2</a:t>
            </a:r>
          </a:p>
        </p:txBody>
      </p:sp>
      <p:sp>
        <p:nvSpPr>
          <p:cNvPr id="23564" name="Freeform 12">
            <a:extLst>
              <a:ext uri="{FF2B5EF4-FFF2-40B4-BE49-F238E27FC236}">
                <a16:creationId xmlns:a16="http://schemas.microsoft.com/office/drawing/2014/main" id="{7C0B1A4D-9ABA-8D33-3D23-371A0D2C2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99288" y="8867775"/>
            <a:ext cx="722312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65" name="Text Box 13">
            <a:extLst>
              <a:ext uri="{FF2B5EF4-FFF2-40B4-BE49-F238E27FC236}">
                <a16:creationId xmlns:a16="http://schemas.microsoft.com/office/drawing/2014/main" id="{AF4545E1-AC97-02F5-568D-F17E1F86E5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31038" y="8901113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9892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800">
                <a:latin typeface="Futura-CondensedMedium" charset="0"/>
                <a:cs typeface="Futura-CondensedMedium" charset="0"/>
              </a:rPr>
              <a:t>4</a:t>
            </a:r>
          </a:p>
        </p:txBody>
      </p:sp>
      <p:sp>
        <p:nvSpPr>
          <p:cNvPr id="23566" name="Freeform 14">
            <a:extLst>
              <a:ext uri="{FF2B5EF4-FFF2-40B4-BE49-F238E27FC236}">
                <a16:creationId xmlns:a16="http://schemas.microsoft.com/office/drawing/2014/main" id="{72837BD2-78DF-9A62-5A5A-3AAA0BF3B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96288" y="8867775"/>
            <a:ext cx="722312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67" name="Text Box 15">
            <a:extLst>
              <a:ext uri="{FF2B5EF4-FFF2-40B4-BE49-F238E27FC236}">
                <a16:creationId xmlns:a16="http://schemas.microsoft.com/office/drawing/2014/main" id="{F49D73F6-9B89-A4EB-F7AF-32B8909A7A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128038" y="8901113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9892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800">
                <a:latin typeface="Futura-CondensedMedium" charset="0"/>
                <a:cs typeface="Futura-CondensedMedium" charset="0"/>
              </a:rPr>
              <a:t>3</a:t>
            </a:r>
          </a:p>
        </p:txBody>
      </p:sp>
      <p:sp>
        <p:nvSpPr>
          <p:cNvPr id="23568" name="Freeform 16">
            <a:extLst>
              <a:ext uri="{FF2B5EF4-FFF2-40B4-BE49-F238E27FC236}">
                <a16:creationId xmlns:a16="http://schemas.microsoft.com/office/drawing/2014/main" id="{02DD3F4D-DB8C-3E8A-F5C2-E97A9C04D3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96200" y="9729788"/>
            <a:ext cx="722313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69" name="Text Box 17">
            <a:extLst>
              <a:ext uri="{FF2B5EF4-FFF2-40B4-BE49-F238E27FC236}">
                <a16:creationId xmlns:a16="http://schemas.microsoft.com/office/drawing/2014/main" id="{BEE2571B-A14B-0166-D138-26D06BC0FD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427950" y="9761538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9892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800">
                <a:latin typeface="Futura-CondensedMedium" charset="0"/>
                <a:cs typeface="Futura-CondensedMedium" charset="0"/>
              </a:rPr>
              <a:t>1</a:t>
            </a:r>
          </a:p>
        </p:txBody>
      </p:sp>
      <p:sp>
        <p:nvSpPr>
          <p:cNvPr id="23570" name="Freeform 18">
            <a:extLst>
              <a:ext uri="{FF2B5EF4-FFF2-40B4-BE49-F238E27FC236}">
                <a16:creationId xmlns:a16="http://schemas.microsoft.com/office/drawing/2014/main" id="{0A852CA8-4DCF-1A0F-0F2A-F15307CCCB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21625" y="7567613"/>
            <a:ext cx="722313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71" name="Text Box 19">
            <a:extLst>
              <a:ext uri="{FF2B5EF4-FFF2-40B4-BE49-F238E27FC236}">
                <a16:creationId xmlns:a16="http://schemas.microsoft.com/office/drawing/2014/main" id="{18BEAFB5-5E9F-9521-3222-EF02EC4794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53375" y="7600950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9892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800">
                <a:latin typeface="Futura-CondensedMedium" charset="0"/>
                <a:cs typeface="Futura-CondensedMedium" charset="0"/>
              </a:rPr>
              <a:t>6</a:t>
            </a:r>
          </a:p>
        </p:txBody>
      </p:sp>
      <p:sp>
        <p:nvSpPr>
          <p:cNvPr id="23572" name="Freeform 20">
            <a:extLst>
              <a:ext uri="{FF2B5EF4-FFF2-40B4-BE49-F238E27FC236}">
                <a16:creationId xmlns:a16="http://schemas.microsoft.com/office/drawing/2014/main" id="{1B2AA5B5-8A1F-40FD-74E2-219A83554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88200" y="6881813"/>
            <a:ext cx="722313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163783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73" name="Text Box 21">
            <a:extLst>
              <a:ext uri="{FF2B5EF4-FFF2-40B4-BE49-F238E27FC236}">
                <a16:creationId xmlns:a16="http://schemas.microsoft.com/office/drawing/2014/main" id="{873A9BD6-DF07-306B-041F-76E95D17DC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919950" y="6913563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9892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800">
                <a:solidFill>
                  <a:srgbClr val="FFFFFF"/>
                </a:solidFill>
                <a:latin typeface="Futura-CondensedMedium" charset="0"/>
                <a:cs typeface="Futura-CondensedMedium" charset="0"/>
              </a:rPr>
              <a:t>8</a:t>
            </a:r>
          </a:p>
        </p:txBody>
      </p:sp>
      <p:sp>
        <p:nvSpPr>
          <p:cNvPr id="23574" name="Freeform 22">
            <a:extLst>
              <a:ext uri="{FF2B5EF4-FFF2-40B4-BE49-F238E27FC236}">
                <a16:creationId xmlns:a16="http://schemas.microsoft.com/office/drawing/2014/main" id="{6229D617-47D5-F1B2-70D1-3F2F72D4F2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01025" y="6391275"/>
            <a:ext cx="722313" cy="749300"/>
          </a:xfrm>
          <a:custGeom>
            <a:avLst/>
            <a:gdLst>
              <a:gd name="T0" fmla="*/ 1648 w 2006"/>
              <a:gd name="T1" fmla="*/ 369 h 2083"/>
              <a:gd name="T2" fmla="*/ 1648 w 2006"/>
              <a:gd name="T3" fmla="*/ 1711 h 2083"/>
              <a:gd name="T4" fmla="*/ 356 w 2006"/>
              <a:gd name="T5" fmla="*/ 1711 h 2083"/>
              <a:gd name="T6" fmla="*/ 356 w 2006"/>
              <a:gd name="T7" fmla="*/ 369 h 2083"/>
              <a:gd name="T8" fmla="*/ 1648 w 2006"/>
              <a:gd name="T9" fmla="*/ 369 h 2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06" h="2083">
                <a:moveTo>
                  <a:pt x="1648" y="369"/>
                </a:moveTo>
                <a:cubicBezTo>
                  <a:pt x="2005" y="740"/>
                  <a:pt x="2005" y="1340"/>
                  <a:pt x="1648" y="1711"/>
                </a:cubicBezTo>
                <a:cubicBezTo>
                  <a:pt x="1292" y="2082"/>
                  <a:pt x="713" y="2082"/>
                  <a:pt x="356" y="1711"/>
                </a:cubicBezTo>
                <a:cubicBezTo>
                  <a:pt x="0" y="1340"/>
                  <a:pt x="0" y="740"/>
                  <a:pt x="356" y="369"/>
                </a:cubicBezTo>
                <a:cubicBezTo>
                  <a:pt x="713" y="0"/>
                  <a:pt x="1292" y="0"/>
                  <a:pt x="1648" y="369"/>
                </a:cubicBezTo>
              </a:path>
            </a:pathLst>
          </a:custGeom>
          <a:solidFill>
            <a:srgbClr val="FFFFFF"/>
          </a:solidFill>
          <a:ln w="25560" cap="flat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3575" name="Text Box 23">
            <a:extLst>
              <a:ext uri="{FF2B5EF4-FFF2-40B4-BE49-F238E27FC236}">
                <a16:creationId xmlns:a16="http://schemas.microsoft.com/office/drawing/2014/main" id="{5C355DC1-E62A-1F75-96BE-A4A2EA2D7F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934363" y="6424613"/>
            <a:ext cx="657225" cy="6826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600">
                <a:latin typeface="Futura-CondensedMedium" charset="0"/>
                <a:cs typeface="Futura-CondensedMedium" charset="0"/>
              </a:rPr>
              <a:t>10</a:t>
            </a:r>
          </a:p>
        </p:txBody>
      </p:sp>
      <p:sp>
        <p:nvSpPr>
          <p:cNvPr id="23576" name="Text Box 24">
            <a:extLst>
              <a:ext uri="{FF2B5EF4-FFF2-40B4-BE49-F238E27FC236}">
                <a16:creationId xmlns:a16="http://schemas.microsoft.com/office/drawing/2014/main" id="{0FB81C46-0766-69BC-FEF4-5691DFB1D7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5888" y="6148388"/>
            <a:ext cx="4370387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7225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Passing</a:t>
            </a:r>
          </a:p>
        </p:txBody>
      </p:sp>
      <p:sp>
        <p:nvSpPr>
          <p:cNvPr id="23577" name="Text Box 25">
            <a:extLst>
              <a:ext uri="{FF2B5EF4-FFF2-40B4-BE49-F238E27FC236}">
                <a16:creationId xmlns:a16="http://schemas.microsoft.com/office/drawing/2014/main" id="{3408C7AC-402C-5ACA-69AA-D616C022F6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5888" y="9783763"/>
            <a:ext cx="4370387" cy="7096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24375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>
              <a:lnSpc>
                <a:spcPct val="75000"/>
              </a:lnSpc>
            </a:pPr>
            <a:r>
              <a:rPr lang="en-US" altLang="LID4096" sz="2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Voorbijspelen tegenstander</a:t>
            </a:r>
          </a:p>
        </p:txBody>
      </p:sp>
      <p:sp>
        <p:nvSpPr>
          <p:cNvPr id="23578" name="Text Box 26">
            <a:extLst>
              <a:ext uri="{FF2B5EF4-FFF2-40B4-BE49-F238E27FC236}">
                <a16:creationId xmlns:a16="http://schemas.microsoft.com/office/drawing/2014/main" id="{2F7EFDFF-DF3C-E234-851E-B8814D95ED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14250" y="6164263"/>
            <a:ext cx="4370388" cy="655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124375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>
              <a:lnSpc>
                <a:spcPct val="75000"/>
              </a:lnSpc>
            </a:pPr>
            <a:r>
              <a:rPr lang="en-US" altLang="LID4096" sz="2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Doorzettingsvermogen</a:t>
            </a:r>
          </a:p>
        </p:txBody>
      </p:sp>
      <p:sp>
        <p:nvSpPr>
          <p:cNvPr id="23579" name="Text Box 27">
            <a:extLst>
              <a:ext uri="{FF2B5EF4-FFF2-40B4-BE49-F238E27FC236}">
                <a16:creationId xmlns:a16="http://schemas.microsoft.com/office/drawing/2014/main" id="{28268D93-8362-D496-D49F-90FE467185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8250" y="6169025"/>
            <a:ext cx="4370388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7225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Duelkracht</a:t>
            </a:r>
          </a:p>
        </p:txBody>
      </p:sp>
      <p:sp>
        <p:nvSpPr>
          <p:cNvPr id="23580" name="Text Box 28">
            <a:extLst>
              <a:ext uri="{FF2B5EF4-FFF2-40B4-BE49-F238E27FC236}">
                <a16:creationId xmlns:a16="http://schemas.microsoft.com/office/drawing/2014/main" id="{69E9687C-E0CA-B8C2-3F69-B89B49114E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7219950"/>
            <a:ext cx="4370387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7225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Positie kiezen (v)</a:t>
            </a:r>
          </a:p>
        </p:txBody>
      </p:sp>
      <p:sp>
        <p:nvSpPr>
          <p:cNvPr id="23581" name="Text Box 29">
            <a:extLst>
              <a:ext uri="{FF2B5EF4-FFF2-40B4-BE49-F238E27FC236}">
                <a16:creationId xmlns:a16="http://schemas.microsoft.com/office/drawing/2014/main" id="{D8AC4022-0AE2-72FA-9CD6-476C48E8D0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8250" y="7212013"/>
            <a:ext cx="4370388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7225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Uithoudingsvermogen</a:t>
            </a:r>
          </a:p>
        </p:txBody>
      </p:sp>
      <p:sp>
        <p:nvSpPr>
          <p:cNvPr id="23582" name="Text Box 30">
            <a:extLst>
              <a:ext uri="{FF2B5EF4-FFF2-40B4-BE49-F238E27FC236}">
                <a16:creationId xmlns:a16="http://schemas.microsoft.com/office/drawing/2014/main" id="{8E85D97A-B26B-9F80-DD50-FFE92155A5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88250" y="9977438"/>
            <a:ext cx="4370388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7225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Snelheid</a:t>
            </a:r>
          </a:p>
        </p:txBody>
      </p:sp>
      <p:sp>
        <p:nvSpPr>
          <p:cNvPr id="23583" name="Text Box 31">
            <a:extLst>
              <a:ext uri="{FF2B5EF4-FFF2-40B4-BE49-F238E27FC236}">
                <a16:creationId xmlns:a16="http://schemas.microsoft.com/office/drawing/2014/main" id="{875B40A3-F2F1-D1C3-0310-3E2976D5FE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11031538"/>
            <a:ext cx="4370387" cy="444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7225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5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Positie kiezen (A)</a:t>
            </a:r>
          </a:p>
        </p:txBody>
      </p:sp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Text Box 1">
            <a:extLst>
              <a:ext uri="{FF2B5EF4-FFF2-40B4-BE49-F238E27FC236}">
                <a16:creationId xmlns:a16="http://schemas.microsoft.com/office/drawing/2014/main" id="{DB007F3D-7A04-E738-24A9-1D8B79426C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900" y="4584700"/>
            <a:ext cx="4887913" cy="2649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286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39713" indent="-239713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endParaRPr lang="en-US" altLang="LID4096">
              <a:solidFill>
                <a:srgbClr val="FFFFFF"/>
              </a:solidFill>
            </a:endParaRP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Snelheid van acties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Type passes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Beide benen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Richting &amp; timing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Snelheid &amp; hoogte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Voorbereiding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Hoe vaak?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Eindresultaat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24578" name="Text Box 2">
            <a:extLst>
              <a:ext uri="{FF2B5EF4-FFF2-40B4-BE49-F238E27FC236}">
                <a16:creationId xmlns:a16="http://schemas.microsoft.com/office/drawing/2014/main" id="{0870B5E0-7453-5F61-5006-9A99A74CFC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713" y="2293938"/>
            <a:ext cx="5891212" cy="127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“Passing korter dan 10-15m </a:t>
            </a:r>
          </a:p>
          <a:p>
            <a:pPr algn="ctr" rtl="1"/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(onder druk of door de linies) </a:t>
            </a:r>
          </a:p>
          <a:p>
            <a:pPr algn="ctr"/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of passing langer dan 30m</a:t>
            </a:r>
          </a:p>
        </p:txBody>
      </p:sp>
      <p:sp>
        <p:nvSpPr>
          <p:cNvPr id="24579" name="Text Box 3">
            <a:extLst>
              <a:ext uri="{FF2B5EF4-FFF2-40B4-BE49-F238E27FC236}">
                <a16:creationId xmlns:a16="http://schemas.microsoft.com/office/drawing/2014/main" id="{7B9F9C31-2EE6-62D3-F1CB-0B83689885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888" y="1227138"/>
            <a:ext cx="5878512" cy="601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7700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3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Passing</a:t>
            </a:r>
          </a:p>
        </p:txBody>
      </p:sp>
      <p:sp>
        <p:nvSpPr>
          <p:cNvPr id="24580" name="Text Box 4">
            <a:extLst>
              <a:ext uri="{FF2B5EF4-FFF2-40B4-BE49-F238E27FC236}">
                <a16:creationId xmlns:a16="http://schemas.microsoft.com/office/drawing/2014/main" id="{F8F69EA5-967D-D1A8-6422-97A9B2910A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8900" y="4584700"/>
            <a:ext cx="4887913" cy="2387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39713" indent="-239713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Man &amp; bal?</a:t>
            </a:r>
          </a:p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Lichaamspositie</a:t>
            </a:r>
          </a:p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Hoge of lage lijn?</a:t>
            </a:r>
          </a:p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Gevaarherkenning</a:t>
            </a:r>
          </a:p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Afstanden linies</a:t>
            </a:r>
          </a:p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Drukzetten / doordekken</a:t>
            </a:r>
          </a:p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Lijnen dichtzetten</a:t>
            </a:r>
          </a:p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24581" name="Text Box 5">
            <a:extLst>
              <a:ext uri="{FF2B5EF4-FFF2-40B4-BE49-F238E27FC236}">
                <a16:creationId xmlns:a16="http://schemas.microsoft.com/office/drawing/2014/main" id="{6A24F6FD-9921-0273-8CE2-4671B4BEB8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2525" y="1220788"/>
            <a:ext cx="5883275" cy="601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7700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3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Positie kiezen (V)</a:t>
            </a:r>
          </a:p>
        </p:txBody>
      </p:sp>
      <p:sp>
        <p:nvSpPr>
          <p:cNvPr id="24582" name="Text Box 6">
            <a:extLst>
              <a:ext uri="{FF2B5EF4-FFF2-40B4-BE49-F238E27FC236}">
                <a16:creationId xmlns:a16="http://schemas.microsoft.com/office/drawing/2014/main" id="{1EB5B995-D8B1-2E2B-B620-4787C86924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2213" y="2112963"/>
            <a:ext cx="5778500" cy="1730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“Voorkomen van doelpogingen of potentieel gevaar (voorzet, dribbel, pass of schot) van de tegenstander d.m.v. de positiekeuze”</a:t>
            </a:r>
          </a:p>
        </p:txBody>
      </p:sp>
      <p:sp>
        <p:nvSpPr>
          <p:cNvPr id="24583" name="Text Box 7">
            <a:extLst>
              <a:ext uri="{FF2B5EF4-FFF2-40B4-BE49-F238E27FC236}">
                <a16:creationId xmlns:a16="http://schemas.microsoft.com/office/drawing/2014/main" id="{45E03042-69B4-7129-2BE5-B031E7439C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28513" y="1017588"/>
            <a:ext cx="5883275" cy="949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205020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>
              <a:lnSpc>
                <a:spcPct val="65000"/>
              </a:lnSpc>
            </a:pPr>
            <a:r>
              <a:rPr lang="en-US" altLang="LID4096" sz="3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Voorbij spelen tegenstander</a:t>
            </a:r>
          </a:p>
        </p:txBody>
      </p:sp>
      <p:sp>
        <p:nvSpPr>
          <p:cNvPr id="24584" name="Text Box 8">
            <a:extLst>
              <a:ext uri="{FF2B5EF4-FFF2-40B4-BE49-F238E27FC236}">
                <a16:creationId xmlns:a16="http://schemas.microsoft.com/office/drawing/2014/main" id="{60E97803-A7EF-AD42-BE00-52679978C8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90425" y="2316163"/>
            <a:ext cx="5778500" cy="1362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“Pogingen om tegenstanders voorbij te spelen met een passeer actie of een 1-2 combinatie”</a:t>
            </a:r>
          </a:p>
        </p:txBody>
      </p:sp>
      <p:sp>
        <p:nvSpPr>
          <p:cNvPr id="24585" name="Text Box 9">
            <a:extLst>
              <a:ext uri="{FF2B5EF4-FFF2-40B4-BE49-F238E27FC236}">
                <a16:creationId xmlns:a16="http://schemas.microsoft.com/office/drawing/2014/main" id="{F2073C70-ACA1-5904-2EE6-F23F53B32E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20600" y="4584700"/>
            <a:ext cx="4887913" cy="239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286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39713" indent="-239713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endParaRPr lang="en-US" altLang="LID4096">
              <a:solidFill>
                <a:srgbClr val="FFFFFF"/>
              </a:solidFill>
            </a:endParaRP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Acties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Kracht of snelheid?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Binnendoor-buitenom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Timing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Combinatiespel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Hoe vaak?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Eindresultaat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24586" name="Text Box 10">
            <a:extLst>
              <a:ext uri="{FF2B5EF4-FFF2-40B4-BE49-F238E27FC236}">
                <a16:creationId xmlns:a16="http://schemas.microsoft.com/office/drawing/2014/main" id="{B125A3DA-8C6A-4AE8-4043-4AC1775EA2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41988" y="4584700"/>
            <a:ext cx="3781425" cy="239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286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39713" indent="-239713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endParaRPr lang="en-US" altLang="LID4096">
              <a:solidFill>
                <a:srgbClr val="FFFFFF"/>
              </a:solidFill>
            </a:endParaRP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Ruimte herkenning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Scannen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Inzicht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Overload / 3e man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Aanspeelbaar zijn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Roteren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Actieve zones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24587" name="Text Box 11">
            <a:extLst>
              <a:ext uri="{FF2B5EF4-FFF2-40B4-BE49-F238E27FC236}">
                <a16:creationId xmlns:a16="http://schemas.microsoft.com/office/drawing/2014/main" id="{F005E203-CA02-7475-AAD1-B3BD0A3428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03863" y="2298700"/>
            <a:ext cx="5891212" cy="1362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“Passes ontvangen of geslaagde vrijloop-acties voor teamgenoten in de half-spaces en/of final third”</a:t>
            </a:r>
          </a:p>
        </p:txBody>
      </p:sp>
      <p:sp>
        <p:nvSpPr>
          <p:cNvPr id="24588" name="Text Box 12">
            <a:extLst>
              <a:ext uri="{FF2B5EF4-FFF2-40B4-BE49-F238E27FC236}">
                <a16:creationId xmlns:a16="http://schemas.microsoft.com/office/drawing/2014/main" id="{98D36C31-2249-F273-62C5-86C2DA4794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05450" y="1231900"/>
            <a:ext cx="5878513" cy="601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7700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3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Positie kiezen (A)</a:t>
            </a:r>
          </a:p>
        </p:txBody>
      </p:sp>
      <p:sp>
        <p:nvSpPr>
          <p:cNvPr id="24589" name="Text Box 13">
            <a:extLst>
              <a:ext uri="{FF2B5EF4-FFF2-40B4-BE49-F238E27FC236}">
                <a16:creationId xmlns:a16="http://schemas.microsoft.com/office/drawing/2014/main" id="{905F265D-099E-70A4-2B00-91DED2DCED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013" y="10841038"/>
            <a:ext cx="3913187" cy="239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286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39713" indent="-239713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endParaRPr lang="en-US" altLang="LID4096">
              <a:solidFill>
                <a:srgbClr val="FFFFFF"/>
              </a:solidFill>
            </a:endParaRP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Lichaamsdeel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Grondduels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Luchtduels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Timing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Voorbereiding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Hoe vaak?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Eindresultaat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24590" name="Text Box 14">
            <a:extLst>
              <a:ext uri="{FF2B5EF4-FFF2-40B4-BE49-F238E27FC236}">
                <a16:creationId xmlns:a16="http://schemas.microsoft.com/office/drawing/2014/main" id="{7BE577C4-377C-5577-6FCA-8850D8C80C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9713" y="8521700"/>
            <a:ext cx="5891212" cy="121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97832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>
              <a:lnSpc>
                <a:spcPct val="84000"/>
              </a:lnSpc>
            </a:pPr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“Geslaagde pogingen om de bal </a:t>
            </a:r>
          </a:p>
          <a:p>
            <a:pPr algn="ctr">
              <a:lnSpc>
                <a:spcPct val="84000"/>
              </a:lnSpc>
            </a:pPr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te winnen / behouden </a:t>
            </a:r>
          </a:p>
          <a:p>
            <a:pPr algn="ctr">
              <a:lnSpc>
                <a:spcPct val="84000"/>
              </a:lnSpc>
            </a:pPr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in fysieke duels”</a:t>
            </a:r>
          </a:p>
        </p:txBody>
      </p:sp>
      <p:sp>
        <p:nvSpPr>
          <p:cNvPr id="24591" name="Text Box 15">
            <a:extLst>
              <a:ext uri="{FF2B5EF4-FFF2-40B4-BE49-F238E27FC236}">
                <a16:creationId xmlns:a16="http://schemas.microsoft.com/office/drawing/2014/main" id="{038AFF51-7702-8CE0-C805-27CF09F5CF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300" y="7453313"/>
            <a:ext cx="5878513" cy="601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7700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3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Duelkracht</a:t>
            </a:r>
          </a:p>
        </p:txBody>
      </p:sp>
      <p:sp>
        <p:nvSpPr>
          <p:cNvPr id="24592" name="Text Box 16">
            <a:extLst>
              <a:ext uri="{FF2B5EF4-FFF2-40B4-BE49-F238E27FC236}">
                <a16:creationId xmlns:a16="http://schemas.microsoft.com/office/drawing/2014/main" id="{2BBF565A-237E-8F2F-831A-C6F5C66F10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9988" y="7473950"/>
            <a:ext cx="5883275" cy="1114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7700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3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Uithoudingsvermogen</a:t>
            </a:r>
          </a:p>
        </p:txBody>
      </p:sp>
      <p:sp>
        <p:nvSpPr>
          <p:cNvPr id="24593" name="Text Box 17">
            <a:extLst>
              <a:ext uri="{FF2B5EF4-FFF2-40B4-BE49-F238E27FC236}">
                <a16:creationId xmlns:a16="http://schemas.microsoft.com/office/drawing/2014/main" id="{322145C9-5BF1-7D98-DDE5-2E74FA161E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37325" y="8758238"/>
            <a:ext cx="5359400" cy="992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“Volhouden van de positie specifieke voetbalacties”</a:t>
            </a:r>
          </a:p>
        </p:txBody>
      </p:sp>
      <p:sp>
        <p:nvSpPr>
          <p:cNvPr id="24594" name="Text Box 18">
            <a:extLst>
              <a:ext uri="{FF2B5EF4-FFF2-40B4-BE49-F238E27FC236}">
                <a16:creationId xmlns:a16="http://schemas.microsoft.com/office/drawing/2014/main" id="{3EAE7DF4-AD08-E52D-864A-EEF1794D98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5250" y="10841038"/>
            <a:ext cx="2749550" cy="2514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286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39713" indent="-239713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endParaRPr lang="en-US" altLang="LID4096">
              <a:solidFill>
                <a:srgbClr val="FFFFFF"/>
              </a:solidFill>
            </a:endParaRP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Intensiteit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Total distance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HI-runs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Sprints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90 min volhouden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Gemiddelde p/w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24595" name="Text Box 19">
            <a:extLst>
              <a:ext uri="{FF2B5EF4-FFF2-40B4-BE49-F238E27FC236}">
                <a16:creationId xmlns:a16="http://schemas.microsoft.com/office/drawing/2014/main" id="{A9CEB904-91FA-2926-8FE2-8FD055EFC4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446000" y="10841038"/>
            <a:ext cx="4087813" cy="2235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286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39713" indent="-239713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endParaRPr lang="en-US" altLang="LID4096">
              <a:solidFill>
                <a:srgbClr val="FFFFFF"/>
              </a:solidFill>
            </a:endParaRP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Topsnelheid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Acceleratie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Paslengte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Grote / kleine afstanden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1e meters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Eindresultaat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  <p:sp>
        <p:nvSpPr>
          <p:cNvPr id="24596" name="Text Box 20">
            <a:extLst>
              <a:ext uri="{FF2B5EF4-FFF2-40B4-BE49-F238E27FC236}">
                <a16:creationId xmlns:a16="http://schemas.microsoft.com/office/drawing/2014/main" id="{824A0AA5-0DF5-899A-5EDE-D55A26BAD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22163" y="8526463"/>
            <a:ext cx="5891212" cy="121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“Absolute snelheid zonder bal” “Snelheid in de acties met bal” “Startsnelheid”</a:t>
            </a:r>
          </a:p>
        </p:txBody>
      </p:sp>
      <p:sp>
        <p:nvSpPr>
          <p:cNvPr id="24597" name="Text Box 21">
            <a:extLst>
              <a:ext uri="{FF2B5EF4-FFF2-40B4-BE49-F238E27FC236}">
                <a16:creationId xmlns:a16="http://schemas.microsoft.com/office/drawing/2014/main" id="{9D2028D0-FEEE-2429-07FE-884F979933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23750" y="7458075"/>
            <a:ext cx="5878513" cy="601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7700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36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Snelheid</a:t>
            </a:r>
          </a:p>
        </p:txBody>
      </p:sp>
      <p:sp>
        <p:nvSpPr>
          <p:cNvPr id="24598" name="Text Box 22">
            <a:extLst>
              <a:ext uri="{FF2B5EF4-FFF2-40B4-BE49-F238E27FC236}">
                <a16:creationId xmlns:a16="http://schemas.microsoft.com/office/drawing/2014/main" id="{1522744C-6AB0-6141-F4C1-559B6467A3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22913" y="7473950"/>
            <a:ext cx="5857875" cy="1054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75226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 rtl="1"/>
            <a:r>
              <a:rPr lang="en-US" altLang="LID4096" sz="3400" b="1">
                <a:solidFill>
                  <a:srgbClr val="FFFFFF"/>
                </a:solidFill>
                <a:latin typeface="CenturyGothic" charset="0"/>
                <a:cs typeface="CenturyGothic" charset="0"/>
              </a:rPr>
              <a:t>Doorzettingsvermogen</a:t>
            </a:r>
          </a:p>
        </p:txBody>
      </p:sp>
      <p:sp>
        <p:nvSpPr>
          <p:cNvPr id="24599" name="Text Box 23">
            <a:extLst>
              <a:ext uri="{FF2B5EF4-FFF2-40B4-BE49-F238E27FC236}">
                <a16:creationId xmlns:a16="http://schemas.microsoft.com/office/drawing/2014/main" id="{4AE89CBE-6947-6219-525C-DA375F815F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21363" y="8758238"/>
            <a:ext cx="5359400" cy="15668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8114" rIns="90000" bIns="45000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 algn="ctr"/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“Heeft een echte winnaarsmentaliteit, geeft nooit op en probeert teamgenoten </a:t>
            </a:r>
          </a:p>
          <a:p>
            <a:pPr algn="ctr"/>
            <a:r>
              <a:rPr lang="en-US" altLang="LID4096" sz="2600">
                <a:solidFill>
                  <a:srgbClr val="163783"/>
                </a:solidFill>
                <a:latin typeface="CenturyGothic" charset="0"/>
                <a:cs typeface="CenturyGothic" charset="0"/>
              </a:rPr>
              <a:t>te stimuleren”</a:t>
            </a:r>
          </a:p>
        </p:txBody>
      </p:sp>
      <p:sp>
        <p:nvSpPr>
          <p:cNvPr id="24600" name="Text Box 24">
            <a:extLst>
              <a:ext uri="{FF2B5EF4-FFF2-40B4-BE49-F238E27FC236}">
                <a16:creationId xmlns:a16="http://schemas.microsoft.com/office/drawing/2014/main" id="{51E99045-9598-2D9B-E7E2-0C14FE8773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446750" y="10841038"/>
            <a:ext cx="2749550" cy="2514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61002" rIns="90000" bIns="45000"/>
          <a:lstStyle>
            <a:lvl1pPr marL="2286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1pPr>
            <a:lvl2pPr marL="239713" indent="-239713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5pPr>
            <a:lvl6pPr marL="25146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6pPr>
            <a:lvl7pPr marL="29718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7pPr>
            <a:lvl8pPr marL="34290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8pPr>
            <a:lvl9pPr marL="3886200" indent="-228600" defTabSz="457200" fontAlgn="base" hangingPunct="0">
              <a:lnSpc>
                <a:spcPct val="93000"/>
              </a:lnSpc>
              <a:spcBef>
                <a:spcPts val="13"/>
              </a:spcBef>
              <a:spcAft>
                <a:spcPts val="13"/>
              </a:spcAft>
              <a:buClr>
                <a:srgbClr val="000000"/>
              </a:buClr>
              <a:buSzPct val="100000"/>
              <a:buFont typeface="Times New Roman" panose="02020603050405020304" pitchFamily="18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cs typeface="Source Han Sans CN" charset="0"/>
              </a:defRPr>
            </a:lvl9pPr>
          </a:lstStyle>
          <a:p>
            <a:pPr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endParaRPr lang="en-US" altLang="LID4096">
              <a:solidFill>
                <a:srgbClr val="FFFFFF"/>
              </a:solidFill>
            </a:endParaRP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Emotie controle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Gedrag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Rouwmomenten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Anderen inspireren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Nooit opgeven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Tot het einde vechten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Altijd 100%</a:t>
            </a:r>
          </a:p>
          <a:p>
            <a:pPr lvl="1">
              <a:buClr>
                <a:srgbClr val="FFFFFF"/>
              </a:buClr>
              <a:buSzPct val="45000"/>
              <a:buFont typeface="Times New Roman" panose="02020603050405020304" pitchFamily="18" charset="0"/>
              <a:buChar char="•"/>
            </a:pPr>
            <a:r>
              <a:rPr lang="en-US" altLang="LID4096">
                <a:solidFill>
                  <a:srgbClr val="FFFFFF"/>
                </a:solidFill>
                <a:latin typeface="CenturyGothic" charset="0"/>
                <a:cs typeface="CenturyGothic" charset="0"/>
              </a:rPr>
              <a:t>?</a:t>
            </a:r>
          </a:p>
        </p:txBody>
      </p:sp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Freeform 1">
            <a:extLst>
              <a:ext uri="{FF2B5EF4-FFF2-40B4-BE49-F238E27FC236}">
                <a16:creationId xmlns:a16="http://schemas.microsoft.com/office/drawing/2014/main" id="{4CC4251A-0C9D-F811-06D8-B9838BA88A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963" y="11323638"/>
            <a:ext cx="23458487" cy="1181100"/>
          </a:xfrm>
          <a:custGeom>
            <a:avLst/>
            <a:gdLst>
              <a:gd name="T0" fmla="*/ 0 w 65162"/>
              <a:gd name="T1" fmla="*/ 0 h 3283"/>
              <a:gd name="T2" fmla="*/ 65161 w 65162"/>
              <a:gd name="T3" fmla="*/ 0 h 3283"/>
              <a:gd name="T4" fmla="*/ 65161 w 65162"/>
              <a:gd name="T5" fmla="*/ 3282 h 3283"/>
              <a:gd name="T6" fmla="*/ 0 w 65162"/>
              <a:gd name="T7" fmla="*/ 3282 h 3283"/>
              <a:gd name="T8" fmla="*/ 0 w 65162"/>
              <a:gd name="T9" fmla="*/ 0 h 32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162" h="3283">
                <a:moveTo>
                  <a:pt x="0" y="0"/>
                </a:moveTo>
                <a:lnTo>
                  <a:pt x="65161" y="0"/>
                </a:lnTo>
                <a:lnTo>
                  <a:pt x="65161" y="3282"/>
                </a:lnTo>
                <a:lnTo>
                  <a:pt x="0" y="3282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5602" name="Freeform 2">
            <a:extLst>
              <a:ext uri="{FF2B5EF4-FFF2-40B4-BE49-F238E27FC236}">
                <a16:creationId xmlns:a16="http://schemas.microsoft.com/office/drawing/2014/main" id="{DFDA6E72-9BD9-2210-C598-C150898DBF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917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5603" name="Freeform 3">
            <a:extLst>
              <a:ext uri="{FF2B5EF4-FFF2-40B4-BE49-F238E27FC236}">
                <a16:creationId xmlns:a16="http://schemas.microsoft.com/office/drawing/2014/main" id="{3337FAF6-8776-F404-CD5E-03C47386E3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02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5604" name="Freeform 4">
            <a:extLst>
              <a:ext uri="{FF2B5EF4-FFF2-40B4-BE49-F238E27FC236}">
                <a16:creationId xmlns:a16="http://schemas.microsoft.com/office/drawing/2014/main" id="{50A76779-595B-850A-B4E0-35107CB1F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965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5605" name="Freeform 5">
            <a:extLst>
              <a:ext uri="{FF2B5EF4-FFF2-40B4-BE49-F238E27FC236}">
                <a16:creationId xmlns:a16="http://schemas.microsoft.com/office/drawing/2014/main" id="{EF6D72E5-3BFD-B818-1B15-0FDBA30521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0756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5606" name="Freeform 6">
            <a:extLst>
              <a:ext uri="{FF2B5EF4-FFF2-40B4-BE49-F238E27FC236}">
                <a16:creationId xmlns:a16="http://schemas.microsoft.com/office/drawing/2014/main" id="{65ED9E4A-AA9B-9986-6202-06DFB9D037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186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5607" name="Freeform 7">
            <a:extLst>
              <a:ext uri="{FF2B5EF4-FFF2-40B4-BE49-F238E27FC236}">
                <a16:creationId xmlns:a16="http://schemas.microsoft.com/office/drawing/2014/main" id="{4F9FC17F-6C9C-D31E-FB92-14F4B0FA2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2490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5608" name="Freeform 8">
            <a:extLst>
              <a:ext uri="{FF2B5EF4-FFF2-40B4-BE49-F238E27FC236}">
                <a16:creationId xmlns:a16="http://schemas.microsoft.com/office/drawing/2014/main" id="{858D87D5-5F10-14E6-7BD9-9A7161A757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3595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5609" name="Freeform 9">
            <a:extLst>
              <a:ext uri="{FF2B5EF4-FFF2-40B4-BE49-F238E27FC236}">
                <a16:creationId xmlns:a16="http://schemas.microsoft.com/office/drawing/2014/main" id="{1F59E944-72E0-1C34-1F0A-9BA937F2E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4223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5610" name="Freeform 10">
            <a:extLst>
              <a:ext uri="{FF2B5EF4-FFF2-40B4-BE49-F238E27FC236}">
                <a16:creationId xmlns:a16="http://schemas.microsoft.com/office/drawing/2014/main" id="{C1DBA29D-D37F-8053-4CDD-7DC847B152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5328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5611" name="Freeform 11">
            <a:extLst>
              <a:ext uri="{FF2B5EF4-FFF2-40B4-BE49-F238E27FC236}">
                <a16:creationId xmlns:a16="http://schemas.microsoft.com/office/drawing/2014/main" id="{4D70FD35-447B-28AF-4F9A-16D4E18886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659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pic>
        <p:nvPicPr>
          <p:cNvPr id="25612" name="Picture 12">
            <a:extLst>
              <a:ext uri="{FF2B5EF4-FFF2-40B4-BE49-F238E27FC236}">
                <a16:creationId xmlns:a16="http://schemas.microsoft.com/office/drawing/2014/main" id="{823A18CD-34FD-E289-7B3F-A332EC55D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25613" name="Picture 13">
            <a:extLst>
              <a:ext uri="{FF2B5EF4-FFF2-40B4-BE49-F238E27FC236}">
                <a16:creationId xmlns:a16="http://schemas.microsoft.com/office/drawing/2014/main" id="{E231273B-4D6D-A7EF-868B-626C45EAD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75" y="231775"/>
            <a:ext cx="19021425" cy="10699750"/>
          </a:xfrm>
          <a:prstGeom prst="rect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Freeform 1">
            <a:extLst>
              <a:ext uri="{FF2B5EF4-FFF2-40B4-BE49-F238E27FC236}">
                <a16:creationId xmlns:a16="http://schemas.microsoft.com/office/drawing/2014/main" id="{48DDFAA1-DDEA-3631-42AB-164378B3D9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963" y="11323638"/>
            <a:ext cx="23458487" cy="1181100"/>
          </a:xfrm>
          <a:custGeom>
            <a:avLst/>
            <a:gdLst>
              <a:gd name="T0" fmla="*/ 0 w 65162"/>
              <a:gd name="T1" fmla="*/ 0 h 3283"/>
              <a:gd name="T2" fmla="*/ 65161 w 65162"/>
              <a:gd name="T3" fmla="*/ 0 h 3283"/>
              <a:gd name="T4" fmla="*/ 65161 w 65162"/>
              <a:gd name="T5" fmla="*/ 3282 h 3283"/>
              <a:gd name="T6" fmla="*/ 0 w 65162"/>
              <a:gd name="T7" fmla="*/ 3282 h 3283"/>
              <a:gd name="T8" fmla="*/ 0 w 65162"/>
              <a:gd name="T9" fmla="*/ 0 h 32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162" h="3283">
                <a:moveTo>
                  <a:pt x="0" y="0"/>
                </a:moveTo>
                <a:lnTo>
                  <a:pt x="65161" y="0"/>
                </a:lnTo>
                <a:lnTo>
                  <a:pt x="65161" y="3282"/>
                </a:lnTo>
                <a:lnTo>
                  <a:pt x="0" y="3282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6626" name="Freeform 2">
            <a:extLst>
              <a:ext uri="{FF2B5EF4-FFF2-40B4-BE49-F238E27FC236}">
                <a16:creationId xmlns:a16="http://schemas.microsoft.com/office/drawing/2014/main" id="{7A294646-8E31-E082-D05F-3BF3D6A83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917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6627" name="Freeform 3">
            <a:extLst>
              <a:ext uri="{FF2B5EF4-FFF2-40B4-BE49-F238E27FC236}">
                <a16:creationId xmlns:a16="http://schemas.microsoft.com/office/drawing/2014/main" id="{B3065031-4398-E6C4-33EC-723DF56264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02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6628" name="Freeform 4">
            <a:extLst>
              <a:ext uri="{FF2B5EF4-FFF2-40B4-BE49-F238E27FC236}">
                <a16:creationId xmlns:a16="http://schemas.microsoft.com/office/drawing/2014/main" id="{5CF26172-B3F7-EE99-1127-6DD7555D0F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965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6629" name="Freeform 5">
            <a:extLst>
              <a:ext uri="{FF2B5EF4-FFF2-40B4-BE49-F238E27FC236}">
                <a16:creationId xmlns:a16="http://schemas.microsoft.com/office/drawing/2014/main" id="{2D5F3F04-AEEB-CF48-CDAE-FFB76AAC0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0756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6630" name="Freeform 6">
            <a:extLst>
              <a:ext uri="{FF2B5EF4-FFF2-40B4-BE49-F238E27FC236}">
                <a16:creationId xmlns:a16="http://schemas.microsoft.com/office/drawing/2014/main" id="{9E5E9FE4-572B-6D7E-D0EA-6EAAAA3D16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186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6631" name="Freeform 7">
            <a:extLst>
              <a:ext uri="{FF2B5EF4-FFF2-40B4-BE49-F238E27FC236}">
                <a16:creationId xmlns:a16="http://schemas.microsoft.com/office/drawing/2014/main" id="{C299D70C-FB66-2B8F-4363-8DAFD344D1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2490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6632" name="Freeform 8">
            <a:extLst>
              <a:ext uri="{FF2B5EF4-FFF2-40B4-BE49-F238E27FC236}">
                <a16:creationId xmlns:a16="http://schemas.microsoft.com/office/drawing/2014/main" id="{4FCFAF24-28FB-688D-E5F1-6B6CE038CF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3595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6633" name="Freeform 9">
            <a:extLst>
              <a:ext uri="{FF2B5EF4-FFF2-40B4-BE49-F238E27FC236}">
                <a16:creationId xmlns:a16="http://schemas.microsoft.com/office/drawing/2014/main" id="{E5EA60B2-030B-709A-CD0E-3238AC3C8F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4223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6634" name="Freeform 10">
            <a:extLst>
              <a:ext uri="{FF2B5EF4-FFF2-40B4-BE49-F238E27FC236}">
                <a16:creationId xmlns:a16="http://schemas.microsoft.com/office/drawing/2014/main" id="{C9D9DB7C-8CF3-E994-3F15-88011E09EE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5328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6635" name="Freeform 11">
            <a:extLst>
              <a:ext uri="{FF2B5EF4-FFF2-40B4-BE49-F238E27FC236}">
                <a16:creationId xmlns:a16="http://schemas.microsoft.com/office/drawing/2014/main" id="{10D82E5F-A129-FED6-EA45-C4FD791A51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659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pic>
        <p:nvPicPr>
          <p:cNvPr id="26636" name="Picture 12">
            <a:extLst>
              <a:ext uri="{FF2B5EF4-FFF2-40B4-BE49-F238E27FC236}">
                <a16:creationId xmlns:a16="http://schemas.microsoft.com/office/drawing/2014/main" id="{E27D3A21-6A7E-798F-D73F-DD94B8E61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75" y="231775"/>
            <a:ext cx="19021425" cy="10699750"/>
          </a:xfrm>
          <a:prstGeom prst="rect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26637" name="Picture 13">
            <a:extLst>
              <a:ext uri="{FF2B5EF4-FFF2-40B4-BE49-F238E27FC236}">
                <a16:creationId xmlns:a16="http://schemas.microsoft.com/office/drawing/2014/main" id="{8D51C038-4FB3-9A8F-4F8B-EB93166A6C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Freeform 1">
            <a:extLst>
              <a:ext uri="{FF2B5EF4-FFF2-40B4-BE49-F238E27FC236}">
                <a16:creationId xmlns:a16="http://schemas.microsoft.com/office/drawing/2014/main" id="{384F597E-10CF-701E-88AA-757B6604A3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963" y="11323638"/>
            <a:ext cx="23458487" cy="1181100"/>
          </a:xfrm>
          <a:custGeom>
            <a:avLst/>
            <a:gdLst>
              <a:gd name="T0" fmla="*/ 0 w 65162"/>
              <a:gd name="T1" fmla="*/ 0 h 3283"/>
              <a:gd name="T2" fmla="*/ 65161 w 65162"/>
              <a:gd name="T3" fmla="*/ 0 h 3283"/>
              <a:gd name="T4" fmla="*/ 65161 w 65162"/>
              <a:gd name="T5" fmla="*/ 3282 h 3283"/>
              <a:gd name="T6" fmla="*/ 0 w 65162"/>
              <a:gd name="T7" fmla="*/ 3282 h 3283"/>
              <a:gd name="T8" fmla="*/ 0 w 65162"/>
              <a:gd name="T9" fmla="*/ 0 h 32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162" h="3283">
                <a:moveTo>
                  <a:pt x="0" y="0"/>
                </a:moveTo>
                <a:lnTo>
                  <a:pt x="65161" y="0"/>
                </a:lnTo>
                <a:lnTo>
                  <a:pt x="65161" y="3282"/>
                </a:lnTo>
                <a:lnTo>
                  <a:pt x="0" y="3282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7650" name="Freeform 2">
            <a:extLst>
              <a:ext uri="{FF2B5EF4-FFF2-40B4-BE49-F238E27FC236}">
                <a16:creationId xmlns:a16="http://schemas.microsoft.com/office/drawing/2014/main" id="{662C9C56-BECC-AC00-0C5E-7E81587CFF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917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7651" name="Freeform 3">
            <a:extLst>
              <a:ext uri="{FF2B5EF4-FFF2-40B4-BE49-F238E27FC236}">
                <a16:creationId xmlns:a16="http://schemas.microsoft.com/office/drawing/2014/main" id="{F84F3B76-86E2-7F61-DAD8-396BC2C53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02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7652" name="Freeform 4">
            <a:extLst>
              <a:ext uri="{FF2B5EF4-FFF2-40B4-BE49-F238E27FC236}">
                <a16:creationId xmlns:a16="http://schemas.microsoft.com/office/drawing/2014/main" id="{C4461D60-3AAC-4924-9786-AC07D4F4BD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965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7653" name="Freeform 5">
            <a:extLst>
              <a:ext uri="{FF2B5EF4-FFF2-40B4-BE49-F238E27FC236}">
                <a16:creationId xmlns:a16="http://schemas.microsoft.com/office/drawing/2014/main" id="{2B53BACF-A799-658E-7301-91CAC69CA1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0756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7654" name="Freeform 6">
            <a:extLst>
              <a:ext uri="{FF2B5EF4-FFF2-40B4-BE49-F238E27FC236}">
                <a16:creationId xmlns:a16="http://schemas.microsoft.com/office/drawing/2014/main" id="{42281465-C602-34EC-261B-2A924B180D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186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7655" name="Freeform 7">
            <a:extLst>
              <a:ext uri="{FF2B5EF4-FFF2-40B4-BE49-F238E27FC236}">
                <a16:creationId xmlns:a16="http://schemas.microsoft.com/office/drawing/2014/main" id="{94A921BA-9EA2-1F73-B84B-2AD13E43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2490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7656" name="Freeform 8">
            <a:extLst>
              <a:ext uri="{FF2B5EF4-FFF2-40B4-BE49-F238E27FC236}">
                <a16:creationId xmlns:a16="http://schemas.microsoft.com/office/drawing/2014/main" id="{9C825D7D-7DA0-810E-01C6-4984B9CE9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3595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7657" name="Freeform 9">
            <a:extLst>
              <a:ext uri="{FF2B5EF4-FFF2-40B4-BE49-F238E27FC236}">
                <a16:creationId xmlns:a16="http://schemas.microsoft.com/office/drawing/2014/main" id="{3FF28595-516C-655B-1995-82AADD840B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4223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7658" name="Freeform 10">
            <a:extLst>
              <a:ext uri="{FF2B5EF4-FFF2-40B4-BE49-F238E27FC236}">
                <a16:creationId xmlns:a16="http://schemas.microsoft.com/office/drawing/2014/main" id="{803EC569-E435-4FDF-9790-8DD0B5261A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5328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7659" name="Freeform 11">
            <a:extLst>
              <a:ext uri="{FF2B5EF4-FFF2-40B4-BE49-F238E27FC236}">
                <a16:creationId xmlns:a16="http://schemas.microsoft.com/office/drawing/2014/main" id="{3B01BDAF-E333-EA14-2283-1F2612D47A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659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pic>
        <p:nvPicPr>
          <p:cNvPr id="27660" name="Picture 12">
            <a:extLst>
              <a:ext uri="{FF2B5EF4-FFF2-40B4-BE49-F238E27FC236}">
                <a16:creationId xmlns:a16="http://schemas.microsoft.com/office/drawing/2014/main" id="{1EB12503-0FA1-F3A2-4115-C1E8FEC21F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75" y="231775"/>
            <a:ext cx="19021425" cy="10699750"/>
          </a:xfrm>
          <a:prstGeom prst="rect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27661" name="Picture 13">
            <a:extLst>
              <a:ext uri="{FF2B5EF4-FFF2-40B4-BE49-F238E27FC236}">
                <a16:creationId xmlns:a16="http://schemas.microsoft.com/office/drawing/2014/main" id="{B3EC91F0-43C3-ED93-9375-B77EBFE11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Freeform 1">
            <a:extLst>
              <a:ext uri="{FF2B5EF4-FFF2-40B4-BE49-F238E27FC236}">
                <a16:creationId xmlns:a16="http://schemas.microsoft.com/office/drawing/2014/main" id="{56DF54E3-AA03-106F-2D6D-A103D8EF8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963" y="11323638"/>
            <a:ext cx="23458487" cy="1181100"/>
          </a:xfrm>
          <a:custGeom>
            <a:avLst/>
            <a:gdLst>
              <a:gd name="T0" fmla="*/ 0 w 65162"/>
              <a:gd name="T1" fmla="*/ 0 h 3283"/>
              <a:gd name="T2" fmla="*/ 65161 w 65162"/>
              <a:gd name="T3" fmla="*/ 0 h 3283"/>
              <a:gd name="T4" fmla="*/ 65161 w 65162"/>
              <a:gd name="T5" fmla="*/ 3282 h 3283"/>
              <a:gd name="T6" fmla="*/ 0 w 65162"/>
              <a:gd name="T7" fmla="*/ 3282 h 3283"/>
              <a:gd name="T8" fmla="*/ 0 w 65162"/>
              <a:gd name="T9" fmla="*/ 0 h 32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162" h="3283">
                <a:moveTo>
                  <a:pt x="0" y="0"/>
                </a:moveTo>
                <a:lnTo>
                  <a:pt x="65161" y="0"/>
                </a:lnTo>
                <a:lnTo>
                  <a:pt x="65161" y="3282"/>
                </a:lnTo>
                <a:lnTo>
                  <a:pt x="0" y="3282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8674" name="Freeform 2">
            <a:extLst>
              <a:ext uri="{FF2B5EF4-FFF2-40B4-BE49-F238E27FC236}">
                <a16:creationId xmlns:a16="http://schemas.microsoft.com/office/drawing/2014/main" id="{29471454-D112-949E-BA9E-E38B98E40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917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8675" name="Freeform 3">
            <a:extLst>
              <a:ext uri="{FF2B5EF4-FFF2-40B4-BE49-F238E27FC236}">
                <a16:creationId xmlns:a16="http://schemas.microsoft.com/office/drawing/2014/main" id="{A4A323E3-30B1-4917-DE2A-038842754C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02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8676" name="Freeform 4">
            <a:extLst>
              <a:ext uri="{FF2B5EF4-FFF2-40B4-BE49-F238E27FC236}">
                <a16:creationId xmlns:a16="http://schemas.microsoft.com/office/drawing/2014/main" id="{B403EB9B-6D5D-0772-7A5F-39D7EEC23A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965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8677" name="Freeform 5">
            <a:extLst>
              <a:ext uri="{FF2B5EF4-FFF2-40B4-BE49-F238E27FC236}">
                <a16:creationId xmlns:a16="http://schemas.microsoft.com/office/drawing/2014/main" id="{938F6906-6C57-60D4-37CD-CD15CEEF31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0756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8678" name="Freeform 6">
            <a:extLst>
              <a:ext uri="{FF2B5EF4-FFF2-40B4-BE49-F238E27FC236}">
                <a16:creationId xmlns:a16="http://schemas.microsoft.com/office/drawing/2014/main" id="{D10E32FB-E9AA-D824-9802-A8EAB5A34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186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8679" name="Freeform 7">
            <a:extLst>
              <a:ext uri="{FF2B5EF4-FFF2-40B4-BE49-F238E27FC236}">
                <a16:creationId xmlns:a16="http://schemas.microsoft.com/office/drawing/2014/main" id="{30085678-F56B-BB62-F677-E010E3327F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2490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8680" name="Freeform 8">
            <a:extLst>
              <a:ext uri="{FF2B5EF4-FFF2-40B4-BE49-F238E27FC236}">
                <a16:creationId xmlns:a16="http://schemas.microsoft.com/office/drawing/2014/main" id="{81209259-326D-6AE8-AF94-E65060E2A4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3595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8681" name="Freeform 9">
            <a:extLst>
              <a:ext uri="{FF2B5EF4-FFF2-40B4-BE49-F238E27FC236}">
                <a16:creationId xmlns:a16="http://schemas.microsoft.com/office/drawing/2014/main" id="{129AC4AD-87A6-825F-B98D-584C72E21C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4223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8682" name="Freeform 10">
            <a:extLst>
              <a:ext uri="{FF2B5EF4-FFF2-40B4-BE49-F238E27FC236}">
                <a16:creationId xmlns:a16="http://schemas.microsoft.com/office/drawing/2014/main" id="{C25A8B0B-76D3-78E5-9C9C-8530F3BFC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5328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8683" name="Freeform 11">
            <a:extLst>
              <a:ext uri="{FF2B5EF4-FFF2-40B4-BE49-F238E27FC236}">
                <a16:creationId xmlns:a16="http://schemas.microsoft.com/office/drawing/2014/main" id="{07E004F1-33CF-FB0A-84EE-DEE9BBBAB6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659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pic>
        <p:nvPicPr>
          <p:cNvPr id="28684" name="Picture 12">
            <a:extLst>
              <a:ext uri="{FF2B5EF4-FFF2-40B4-BE49-F238E27FC236}">
                <a16:creationId xmlns:a16="http://schemas.microsoft.com/office/drawing/2014/main" id="{E81F2636-2CB2-C61E-A7D1-44556C5B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75" y="231775"/>
            <a:ext cx="19021425" cy="10699750"/>
          </a:xfrm>
          <a:prstGeom prst="rect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28685" name="Picture 13">
            <a:extLst>
              <a:ext uri="{FF2B5EF4-FFF2-40B4-BE49-F238E27FC236}">
                <a16:creationId xmlns:a16="http://schemas.microsoft.com/office/drawing/2014/main" id="{AF344FAA-29C9-95E7-6C39-22FC6B4D60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Freeform 1">
            <a:extLst>
              <a:ext uri="{FF2B5EF4-FFF2-40B4-BE49-F238E27FC236}">
                <a16:creationId xmlns:a16="http://schemas.microsoft.com/office/drawing/2014/main" id="{61E86871-B5C8-CB2B-FAD5-C006DD4083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963" y="11323638"/>
            <a:ext cx="23458487" cy="1181100"/>
          </a:xfrm>
          <a:custGeom>
            <a:avLst/>
            <a:gdLst>
              <a:gd name="T0" fmla="*/ 0 w 65162"/>
              <a:gd name="T1" fmla="*/ 0 h 3283"/>
              <a:gd name="T2" fmla="*/ 65161 w 65162"/>
              <a:gd name="T3" fmla="*/ 0 h 3283"/>
              <a:gd name="T4" fmla="*/ 65161 w 65162"/>
              <a:gd name="T5" fmla="*/ 3282 h 3283"/>
              <a:gd name="T6" fmla="*/ 0 w 65162"/>
              <a:gd name="T7" fmla="*/ 3282 h 3283"/>
              <a:gd name="T8" fmla="*/ 0 w 65162"/>
              <a:gd name="T9" fmla="*/ 0 h 32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162" h="3283">
                <a:moveTo>
                  <a:pt x="0" y="0"/>
                </a:moveTo>
                <a:lnTo>
                  <a:pt x="65161" y="0"/>
                </a:lnTo>
                <a:lnTo>
                  <a:pt x="65161" y="3282"/>
                </a:lnTo>
                <a:lnTo>
                  <a:pt x="0" y="3282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9698" name="Freeform 2">
            <a:extLst>
              <a:ext uri="{FF2B5EF4-FFF2-40B4-BE49-F238E27FC236}">
                <a16:creationId xmlns:a16="http://schemas.microsoft.com/office/drawing/2014/main" id="{35B4BED9-BEF0-CADA-F590-B5E1D4D5D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917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9699" name="Freeform 3">
            <a:extLst>
              <a:ext uri="{FF2B5EF4-FFF2-40B4-BE49-F238E27FC236}">
                <a16:creationId xmlns:a16="http://schemas.microsoft.com/office/drawing/2014/main" id="{2455EA7C-51FA-1594-096A-B3A7301B06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02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9700" name="Freeform 4">
            <a:extLst>
              <a:ext uri="{FF2B5EF4-FFF2-40B4-BE49-F238E27FC236}">
                <a16:creationId xmlns:a16="http://schemas.microsoft.com/office/drawing/2014/main" id="{164F06C7-B532-52BF-BA8F-280D90663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965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9701" name="Freeform 5">
            <a:extLst>
              <a:ext uri="{FF2B5EF4-FFF2-40B4-BE49-F238E27FC236}">
                <a16:creationId xmlns:a16="http://schemas.microsoft.com/office/drawing/2014/main" id="{7A28C5F6-5B33-C351-0072-52C8F56AC9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0756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9702" name="Freeform 6">
            <a:extLst>
              <a:ext uri="{FF2B5EF4-FFF2-40B4-BE49-F238E27FC236}">
                <a16:creationId xmlns:a16="http://schemas.microsoft.com/office/drawing/2014/main" id="{111A305F-3A79-BEC6-1D75-A8D299B63D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186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9703" name="Freeform 7">
            <a:extLst>
              <a:ext uri="{FF2B5EF4-FFF2-40B4-BE49-F238E27FC236}">
                <a16:creationId xmlns:a16="http://schemas.microsoft.com/office/drawing/2014/main" id="{8AD24A73-003E-7C5F-D047-BC578B695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2490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9704" name="Freeform 8">
            <a:extLst>
              <a:ext uri="{FF2B5EF4-FFF2-40B4-BE49-F238E27FC236}">
                <a16:creationId xmlns:a16="http://schemas.microsoft.com/office/drawing/2014/main" id="{57A5AC71-2B05-8B48-D9E1-BAC90B8B97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3595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9705" name="Freeform 9">
            <a:extLst>
              <a:ext uri="{FF2B5EF4-FFF2-40B4-BE49-F238E27FC236}">
                <a16:creationId xmlns:a16="http://schemas.microsoft.com/office/drawing/2014/main" id="{B7788153-3007-4461-F4AE-5C97F8CBE4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4223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9706" name="Freeform 10">
            <a:extLst>
              <a:ext uri="{FF2B5EF4-FFF2-40B4-BE49-F238E27FC236}">
                <a16:creationId xmlns:a16="http://schemas.microsoft.com/office/drawing/2014/main" id="{62695BA2-9D02-7553-DEBA-C859C81F97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5328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29707" name="Freeform 11">
            <a:extLst>
              <a:ext uri="{FF2B5EF4-FFF2-40B4-BE49-F238E27FC236}">
                <a16:creationId xmlns:a16="http://schemas.microsoft.com/office/drawing/2014/main" id="{D4E2362E-A3E8-6F2A-2A2F-2E539888AC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659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pic>
        <p:nvPicPr>
          <p:cNvPr id="29708" name="Picture 12">
            <a:extLst>
              <a:ext uri="{FF2B5EF4-FFF2-40B4-BE49-F238E27FC236}">
                <a16:creationId xmlns:a16="http://schemas.microsoft.com/office/drawing/2014/main" id="{9D1171BD-5F08-83B2-D65F-1C0808863A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75" y="231775"/>
            <a:ext cx="19021425" cy="10699750"/>
          </a:xfrm>
          <a:prstGeom prst="rect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29709" name="Picture 13">
            <a:extLst>
              <a:ext uri="{FF2B5EF4-FFF2-40B4-BE49-F238E27FC236}">
                <a16:creationId xmlns:a16="http://schemas.microsoft.com/office/drawing/2014/main" id="{2B877CCC-A980-91A5-99F7-538356171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Freeform 1">
            <a:extLst>
              <a:ext uri="{FF2B5EF4-FFF2-40B4-BE49-F238E27FC236}">
                <a16:creationId xmlns:a16="http://schemas.microsoft.com/office/drawing/2014/main" id="{CCF3E6E3-6638-5AA8-67A4-20A1F1E71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963" y="11323638"/>
            <a:ext cx="23458487" cy="1181100"/>
          </a:xfrm>
          <a:custGeom>
            <a:avLst/>
            <a:gdLst>
              <a:gd name="T0" fmla="*/ 0 w 65162"/>
              <a:gd name="T1" fmla="*/ 0 h 3283"/>
              <a:gd name="T2" fmla="*/ 65161 w 65162"/>
              <a:gd name="T3" fmla="*/ 0 h 3283"/>
              <a:gd name="T4" fmla="*/ 65161 w 65162"/>
              <a:gd name="T5" fmla="*/ 3282 h 3283"/>
              <a:gd name="T6" fmla="*/ 0 w 65162"/>
              <a:gd name="T7" fmla="*/ 3282 h 3283"/>
              <a:gd name="T8" fmla="*/ 0 w 65162"/>
              <a:gd name="T9" fmla="*/ 0 h 32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162" h="3283">
                <a:moveTo>
                  <a:pt x="0" y="0"/>
                </a:moveTo>
                <a:lnTo>
                  <a:pt x="65161" y="0"/>
                </a:lnTo>
                <a:lnTo>
                  <a:pt x="65161" y="3282"/>
                </a:lnTo>
                <a:lnTo>
                  <a:pt x="0" y="3282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0722" name="Freeform 2">
            <a:extLst>
              <a:ext uri="{FF2B5EF4-FFF2-40B4-BE49-F238E27FC236}">
                <a16:creationId xmlns:a16="http://schemas.microsoft.com/office/drawing/2014/main" id="{CD827B80-CF7D-3F64-31D4-7286C47801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917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0723" name="Freeform 3">
            <a:extLst>
              <a:ext uri="{FF2B5EF4-FFF2-40B4-BE49-F238E27FC236}">
                <a16:creationId xmlns:a16="http://schemas.microsoft.com/office/drawing/2014/main" id="{0E156792-1E04-B7C8-231D-BA2BAC5E5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02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0724" name="Freeform 4">
            <a:extLst>
              <a:ext uri="{FF2B5EF4-FFF2-40B4-BE49-F238E27FC236}">
                <a16:creationId xmlns:a16="http://schemas.microsoft.com/office/drawing/2014/main" id="{2E05EB73-D897-44CE-D745-1FC101E83D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965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0725" name="Freeform 5">
            <a:extLst>
              <a:ext uri="{FF2B5EF4-FFF2-40B4-BE49-F238E27FC236}">
                <a16:creationId xmlns:a16="http://schemas.microsoft.com/office/drawing/2014/main" id="{1F089E1A-5203-49B3-08A7-4B6C22BEB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0756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0726" name="Freeform 6">
            <a:extLst>
              <a:ext uri="{FF2B5EF4-FFF2-40B4-BE49-F238E27FC236}">
                <a16:creationId xmlns:a16="http://schemas.microsoft.com/office/drawing/2014/main" id="{645E3B20-3F94-78AB-7B6B-7B2330A029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186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0727" name="Freeform 7">
            <a:extLst>
              <a:ext uri="{FF2B5EF4-FFF2-40B4-BE49-F238E27FC236}">
                <a16:creationId xmlns:a16="http://schemas.microsoft.com/office/drawing/2014/main" id="{DF5509D4-AB79-212B-BEA7-30BE29DBAD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2490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0728" name="Freeform 8">
            <a:extLst>
              <a:ext uri="{FF2B5EF4-FFF2-40B4-BE49-F238E27FC236}">
                <a16:creationId xmlns:a16="http://schemas.microsoft.com/office/drawing/2014/main" id="{1991CA90-457B-FA8E-586C-802A43BC20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3595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0729" name="Freeform 9">
            <a:extLst>
              <a:ext uri="{FF2B5EF4-FFF2-40B4-BE49-F238E27FC236}">
                <a16:creationId xmlns:a16="http://schemas.microsoft.com/office/drawing/2014/main" id="{0A833DA1-1D43-E72B-71AB-2D79BE2132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4223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0730" name="Freeform 10">
            <a:extLst>
              <a:ext uri="{FF2B5EF4-FFF2-40B4-BE49-F238E27FC236}">
                <a16:creationId xmlns:a16="http://schemas.microsoft.com/office/drawing/2014/main" id="{E31A6EE3-1BE4-2C9F-753C-D62A9A97FC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5328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0731" name="Freeform 11">
            <a:extLst>
              <a:ext uri="{FF2B5EF4-FFF2-40B4-BE49-F238E27FC236}">
                <a16:creationId xmlns:a16="http://schemas.microsoft.com/office/drawing/2014/main" id="{08AC5514-5437-E8B6-453B-AB9AF88139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659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pic>
        <p:nvPicPr>
          <p:cNvPr id="30732" name="Picture 12">
            <a:extLst>
              <a:ext uri="{FF2B5EF4-FFF2-40B4-BE49-F238E27FC236}">
                <a16:creationId xmlns:a16="http://schemas.microsoft.com/office/drawing/2014/main" id="{28D52357-2218-7936-2CD5-2AB42F66D6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75" y="231775"/>
            <a:ext cx="19021425" cy="10699750"/>
          </a:xfrm>
          <a:prstGeom prst="rect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30733" name="Picture 13">
            <a:extLst>
              <a:ext uri="{FF2B5EF4-FFF2-40B4-BE49-F238E27FC236}">
                <a16:creationId xmlns:a16="http://schemas.microsoft.com/office/drawing/2014/main" id="{AFAAF8B4-2F71-32F7-F380-8CFA5027D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Freeform 1">
            <a:extLst>
              <a:ext uri="{FF2B5EF4-FFF2-40B4-BE49-F238E27FC236}">
                <a16:creationId xmlns:a16="http://schemas.microsoft.com/office/drawing/2014/main" id="{15F67D83-C053-5FF5-1C44-2221AE6565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963" y="11323638"/>
            <a:ext cx="23458487" cy="1181100"/>
          </a:xfrm>
          <a:custGeom>
            <a:avLst/>
            <a:gdLst>
              <a:gd name="T0" fmla="*/ 0 w 65162"/>
              <a:gd name="T1" fmla="*/ 0 h 3283"/>
              <a:gd name="T2" fmla="*/ 65161 w 65162"/>
              <a:gd name="T3" fmla="*/ 0 h 3283"/>
              <a:gd name="T4" fmla="*/ 65161 w 65162"/>
              <a:gd name="T5" fmla="*/ 3282 h 3283"/>
              <a:gd name="T6" fmla="*/ 0 w 65162"/>
              <a:gd name="T7" fmla="*/ 3282 h 3283"/>
              <a:gd name="T8" fmla="*/ 0 w 65162"/>
              <a:gd name="T9" fmla="*/ 0 h 32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162" h="3283">
                <a:moveTo>
                  <a:pt x="0" y="0"/>
                </a:moveTo>
                <a:lnTo>
                  <a:pt x="65161" y="0"/>
                </a:lnTo>
                <a:lnTo>
                  <a:pt x="65161" y="3282"/>
                </a:lnTo>
                <a:lnTo>
                  <a:pt x="0" y="3282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1746" name="Freeform 2">
            <a:extLst>
              <a:ext uri="{FF2B5EF4-FFF2-40B4-BE49-F238E27FC236}">
                <a16:creationId xmlns:a16="http://schemas.microsoft.com/office/drawing/2014/main" id="{17CF9D2A-4589-BDA5-B8F0-A1BFD1938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917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1747" name="Freeform 3">
            <a:extLst>
              <a:ext uri="{FF2B5EF4-FFF2-40B4-BE49-F238E27FC236}">
                <a16:creationId xmlns:a16="http://schemas.microsoft.com/office/drawing/2014/main" id="{B0186FFC-DEC9-66B1-B45D-269F5FBF29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02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1748" name="Freeform 4">
            <a:extLst>
              <a:ext uri="{FF2B5EF4-FFF2-40B4-BE49-F238E27FC236}">
                <a16:creationId xmlns:a16="http://schemas.microsoft.com/office/drawing/2014/main" id="{064312DD-4478-122D-4C59-1C3AC7AC76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965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1749" name="Freeform 5">
            <a:extLst>
              <a:ext uri="{FF2B5EF4-FFF2-40B4-BE49-F238E27FC236}">
                <a16:creationId xmlns:a16="http://schemas.microsoft.com/office/drawing/2014/main" id="{DBD40C22-CE4E-9638-F773-B70E4B352F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0756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1750" name="Freeform 6">
            <a:extLst>
              <a:ext uri="{FF2B5EF4-FFF2-40B4-BE49-F238E27FC236}">
                <a16:creationId xmlns:a16="http://schemas.microsoft.com/office/drawing/2014/main" id="{8C65F1E0-400D-153D-3EC4-6A026618A4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186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1751" name="Freeform 7">
            <a:extLst>
              <a:ext uri="{FF2B5EF4-FFF2-40B4-BE49-F238E27FC236}">
                <a16:creationId xmlns:a16="http://schemas.microsoft.com/office/drawing/2014/main" id="{C4FB9316-2D91-ED69-7196-746EECBB25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2490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1752" name="Freeform 8">
            <a:extLst>
              <a:ext uri="{FF2B5EF4-FFF2-40B4-BE49-F238E27FC236}">
                <a16:creationId xmlns:a16="http://schemas.microsoft.com/office/drawing/2014/main" id="{8D592D5D-98B5-7E7F-FEFB-5319B7E2FC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3595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1753" name="Freeform 9">
            <a:extLst>
              <a:ext uri="{FF2B5EF4-FFF2-40B4-BE49-F238E27FC236}">
                <a16:creationId xmlns:a16="http://schemas.microsoft.com/office/drawing/2014/main" id="{F17AF428-D8F8-DF5E-9ED5-51A7DE3E46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4223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1754" name="Freeform 10">
            <a:extLst>
              <a:ext uri="{FF2B5EF4-FFF2-40B4-BE49-F238E27FC236}">
                <a16:creationId xmlns:a16="http://schemas.microsoft.com/office/drawing/2014/main" id="{6A5E9884-A626-0BCA-D0E5-7D9C71C9C3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5328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1755" name="Freeform 11">
            <a:extLst>
              <a:ext uri="{FF2B5EF4-FFF2-40B4-BE49-F238E27FC236}">
                <a16:creationId xmlns:a16="http://schemas.microsoft.com/office/drawing/2014/main" id="{A9A27029-DFE2-991A-97D1-66C54D9F5B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659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pic>
        <p:nvPicPr>
          <p:cNvPr id="31756" name="Picture 12">
            <a:extLst>
              <a:ext uri="{FF2B5EF4-FFF2-40B4-BE49-F238E27FC236}">
                <a16:creationId xmlns:a16="http://schemas.microsoft.com/office/drawing/2014/main" id="{07749557-D826-9346-E74E-943734E3B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75" y="231775"/>
            <a:ext cx="19021425" cy="10699750"/>
          </a:xfrm>
          <a:prstGeom prst="rect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31757" name="Picture 13">
            <a:extLst>
              <a:ext uri="{FF2B5EF4-FFF2-40B4-BE49-F238E27FC236}">
                <a16:creationId xmlns:a16="http://schemas.microsoft.com/office/drawing/2014/main" id="{A205E204-B316-9B22-E1B5-00BCF3CAE2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Freeform 1">
            <a:extLst>
              <a:ext uri="{FF2B5EF4-FFF2-40B4-BE49-F238E27FC236}">
                <a16:creationId xmlns:a16="http://schemas.microsoft.com/office/drawing/2014/main" id="{EAC7F049-4634-6D03-A3CD-3C97CE1136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8963" y="11323638"/>
            <a:ext cx="23458487" cy="1181100"/>
          </a:xfrm>
          <a:custGeom>
            <a:avLst/>
            <a:gdLst>
              <a:gd name="T0" fmla="*/ 0 w 65162"/>
              <a:gd name="T1" fmla="*/ 0 h 3283"/>
              <a:gd name="T2" fmla="*/ 65161 w 65162"/>
              <a:gd name="T3" fmla="*/ 0 h 3283"/>
              <a:gd name="T4" fmla="*/ 65161 w 65162"/>
              <a:gd name="T5" fmla="*/ 3282 h 3283"/>
              <a:gd name="T6" fmla="*/ 0 w 65162"/>
              <a:gd name="T7" fmla="*/ 3282 h 3283"/>
              <a:gd name="T8" fmla="*/ 0 w 65162"/>
              <a:gd name="T9" fmla="*/ 0 h 32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5162" h="3283">
                <a:moveTo>
                  <a:pt x="0" y="0"/>
                </a:moveTo>
                <a:lnTo>
                  <a:pt x="65161" y="0"/>
                </a:lnTo>
                <a:lnTo>
                  <a:pt x="65161" y="3282"/>
                </a:lnTo>
                <a:lnTo>
                  <a:pt x="0" y="3282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2770" name="Freeform 2">
            <a:extLst>
              <a:ext uri="{FF2B5EF4-FFF2-40B4-BE49-F238E27FC236}">
                <a16:creationId xmlns:a16="http://schemas.microsoft.com/office/drawing/2014/main" id="{DC729364-723A-66BD-B158-E2EE1C1C69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917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2771" name="Freeform 3">
            <a:extLst>
              <a:ext uri="{FF2B5EF4-FFF2-40B4-BE49-F238E27FC236}">
                <a16:creationId xmlns:a16="http://schemas.microsoft.com/office/drawing/2014/main" id="{D1952BF8-9979-5A67-5071-BDD9DB9A3A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02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2772" name="Freeform 4">
            <a:extLst>
              <a:ext uri="{FF2B5EF4-FFF2-40B4-BE49-F238E27FC236}">
                <a16:creationId xmlns:a16="http://schemas.microsoft.com/office/drawing/2014/main" id="{755C6F05-2B25-DCBC-5611-FC1606053E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965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2773" name="Freeform 5">
            <a:extLst>
              <a:ext uri="{FF2B5EF4-FFF2-40B4-BE49-F238E27FC236}">
                <a16:creationId xmlns:a16="http://schemas.microsoft.com/office/drawing/2014/main" id="{ED4371A4-A405-A0C1-EF55-7E96FEF038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40756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2774" name="Freeform 6">
            <a:extLst>
              <a:ext uri="{FF2B5EF4-FFF2-40B4-BE49-F238E27FC236}">
                <a16:creationId xmlns:a16="http://schemas.microsoft.com/office/drawing/2014/main" id="{8686E888-6D44-CBA8-1D4F-EF48DA81A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18613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2775" name="Freeform 7">
            <a:extLst>
              <a:ext uri="{FF2B5EF4-FFF2-40B4-BE49-F238E27FC236}">
                <a16:creationId xmlns:a16="http://schemas.microsoft.com/office/drawing/2014/main" id="{C6890B6C-3834-45CD-F033-D554469BD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42490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2776" name="Freeform 8">
            <a:extLst>
              <a:ext uri="{FF2B5EF4-FFF2-40B4-BE49-F238E27FC236}">
                <a16:creationId xmlns:a16="http://schemas.microsoft.com/office/drawing/2014/main" id="{4A939C4B-50BD-C169-7415-094422EA96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35950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2777" name="Freeform 9">
            <a:extLst>
              <a:ext uri="{FF2B5EF4-FFF2-40B4-BE49-F238E27FC236}">
                <a16:creationId xmlns:a16="http://schemas.microsoft.com/office/drawing/2014/main" id="{9D57A657-58DB-BF11-BF02-7E00BAFBAA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4223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2778" name="Freeform 10">
            <a:extLst>
              <a:ext uri="{FF2B5EF4-FFF2-40B4-BE49-F238E27FC236}">
                <a16:creationId xmlns:a16="http://schemas.microsoft.com/office/drawing/2014/main" id="{47900457-E328-CE5E-81DB-72C2F65BC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953288" y="10496550"/>
            <a:ext cx="401637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sp>
        <p:nvSpPr>
          <p:cNvPr id="32779" name="Freeform 11">
            <a:extLst>
              <a:ext uri="{FF2B5EF4-FFF2-40B4-BE49-F238E27FC236}">
                <a16:creationId xmlns:a16="http://schemas.microsoft.com/office/drawing/2014/main" id="{D00F7D8F-82C2-BE4A-9AD4-5AFFED5B32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65925" y="10496550"/>
            <a:ext cx="401638" cy="381000"/>
          </a:xfrm>
          <a:custGeom>
            <a:avLst/>
            <a:gdLst>
              <a:gd name="T0" fmla="*/ 557 w 1114"/>
              <a:gd name="T1" fmla="*/ 0 h 1060"/>
              <a:gd name="T2" fmla="*/ 729 w 1114"/>
              <a:gd name="T3" fmla="*/ 348 h 1060"/>
              <a:gd name="T4" fmla="*/ 1113 w 1114"/>
              <a:gd name="T5" fmla="*/ 405 h 1060"/>
              <a:gd name="T6" fmla="*/ 836 w 1114"/>
              <a:gd name="T7" fmla="*/ 676 h 1060"/>
              <a:gd name="T8" fmla="*/ 900 w 1114"/>
              <a:gd name="T9" fmla="*/ 1059 h 1060"/>
              <a:gd name="T10" fmla="*/ 557 w 1114"/>
              <a:gd name="T11" fmla="*/ 880 h 1060"/>
              <a:gd name="T12" fmla="*/ 212 w 1114"/>
              <a:gd name="T13" fmla="*/ 1059 h 1060"/>
              <a:gd name="T14" fmla="*/ 276 w 1114"/>
              <a:gd name="T15" fmla="*/ 676 h 1060"/>
              <a:gd name="T16" fmla="*/ 0 w 1114"/>
              <a:gd name="T17" fmla="*/ 405 h 1060"/>
              <a:gd name="T18" fmla="*/ 383 w 1114"/>
              <a:gd name="T19" fmla="*/ 348 h 1060"/>
              <a:gd name="T20" fmla="*/ 557 w 1114"/>
              <a:gd name="T21" fmla="*/ 0 h 10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114" h="1060">
                <a:moveTo>
                  <a:pt x="557" y="0"/>
                </a:moveTo>
                <a:lnTo>
                  <a:pt x="729" y="348"/>
                </a:lnTo>
                <a:lnTo>
                  <a:pt x="1113" y="405"/>
                </a:lnTo>
                <a:lnTo>
                  <a:pt x="836" y="676"/>
                </a:lnTo>
                <a:lnTo>
                  <a:pt x="900" y="1059"/>
                </a:lnTo>
                <a:lnTo>
                  <a:pt x="557" y="880"/>
                </a:lnTo>
                <a:lnTo>
                  <a:pt x="212" y="1059"/>
                </a:lnTo>
                <a:lnTo>
                  <a:pt x="276" y="676"/>
                </a:lnTo>
                <a:lnTo>
                  <a:pt x="0" y="405"/>
                </a:lnTo>
                <a:lnTo>
                  <a:pt x="383" y="348"/>
                </a:lnTo>
                <a:lnTo>
                  <a:pt x="557" y="0"/>
                </a:lnTo>
              </a:path>
            </a:pathLst>
          </a:custGeom>
          <a:solidFill>
            <a:srgbClr val="FFFFFF"/>
          </a:solidFill>
          <a:ln w="12600" cap="flat">
            <a:solidFill>
              <a:srgbClr val="000000"/>
            </a:solidFill>
            <a:miter lim="800000"/>
            <a:headEnd/>
            <a:tailEnd/>
          </a:ln>
          <a:effectLst>
            <a:outerShdw algn="ctr" rotWithShape="0">
              <a:srgbClr val="000000">
                <a:alpha val="55"/>
              </a:srgbClr>
            </a:outerShdw>
          </a:effectLst>
        </p:spPr>
        <p:txBody>
          <a:bodyPr wrap="none" anchor="ctr"/>
          <a:lstStyle/>
          <a:p>
            <a:endParaRPr lang="LID4096"/>
          </a:p>
        </p:txBody>
      </p:sp>
      <p:pic>
        <p:nvPicPr>
          <p:cNvPr id="32780" name="Picture 12">
            <a:extLst>
              <a:ext uri="{FF2B5EF4-FFF2-40B4-BE49-F238E27FC236}">
                <a16:creationId xmlns:a16="http://schemas.microsoft.com/office/drawing/2014/main" id="{214B1671-BF92-E587-E2E6-2C925E652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375" y="231775"/>
            <a:ext cx="19021425" cy="10699750"/>
          </a:xfrm>
          <a:prstGeom prst="rect">
            <a:avLst/>
          </a:prstGeom>
          <a:noFill/>
          <a:ln w="25560" cap="flat">
            <a:solidFill>
              <a:srgbClr val="163783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32781" name="Picture 13">
            <a:extLst>
              <a:ext uri="{FF2B5EF4-FFF2-40B4-BE49-F238E27FC236}">
                <a16:creationId xmlns:a16="http://schemas.microsoft.com/office/drawing/2014/main" id="{ECC8C7A5-D110-DB6D-7383-F98896FC61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8163" y="9332913"/>
            <a:ext cx="782637" cy="782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0075BA"/>
            </a:gs>
            <a:gs pos="100000">
              <a:srgbClr val="163783"/>
            </a:gs>
          </a:gsLst>
          <a:lin ang="20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Freeform 1">
            <a:extLst>
              <a:ext uri="{FF2B5EF4-FFF2-40B4-BE49-F238E27FC236}">
                <a16:creationId xmlns:a16="http://schemas.microsoft.com/office/drawing/2014/main" id="{EFF4424C-C1C9-CE0B-45F2-19E8588716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22113" y="8777288"/>
            <a:ext cx="5434012" cy="1104900"/>
          </a:xfrm>
          <a:custGeom>
            <a:avLst/>
            <a:gdLst>
              <a:gd name="T0" fmla="*/ 0 w 15094"/>
              <a:gd name="T1" fmla="*/ 0 h 3071"/>
              <a:gd name="T2" fmla="*/ 15093 w 15094"/>
              <a:gd name="T3" fmla="*/ 0 h 3071"/>
              <a:gd name="T4" fmla="*/ 15093 w 15094"/>
              <a:gd name="T5" fmla="*/ 3070 h 3071"/>
              <a:gd name="T6" fmla="*/ 0 w 15094"/>
              <a:gd name="T7" fmla="*/ 3070 h 3071"/>
              <a:gd name="T8" fmla="*/ 0 w 15094"/>
              <a:gd name="T9" fmla="*/ 0 h 30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5094" h="3071">
                <a:moveTo>
                  <a:pt x="0" y="0"/>
                </a:moveTo>
                <a:lnTo>
                  <a:pt x="15093" y="0"/>
                </a:lnTo>
                <a:lnTo>
                  <a:pt x="15093" y="3070"/>
                </a:lnTo>
                <a:lnTo>
                  <a:pt x="0" y="3070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LID4096"/>
          </a:p>
        </p:txBody>
      </p:sp>
    </p:spTree>
  </p:cSld>
  <p:clrMapOvr>
    <a:masterClrMapping/>
  </p:clrMapOvr>
  <p:transition spd="slow"/>
  <p:timing>
    <p:tnLst>
      <p:par>
        <p:cTn id="1" dur="indefinite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0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2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3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4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5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6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"/>
        <a:cs typeface="Source Han Sans CN"/>
      </a:majorFont>
      <a:minorFont>
        <a:latin typeface="Arial"/>
        <a:ea typeface=""/>
        <a:cs typeface="Source Han Sans C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ts val="13"/>
          </a:spcBef>
          <a:spcAft>
            <a:spcPts val="13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tabLst/>
          <a:defRPr kumimoji="0" lang="en-GB" altLang="LID4096" sz="1800" b="0" i="0" u="none" strike="noStrike" cap="none" normalizeH="0" baseline="0" smtClean="0">
            <a:ln>
              <a:noFill/>
            </a:ln>
            <a:effectLst/>
            <a:latin typeface="Arial" panose="020B0604020202020204" pitchFamily="34" charset="0"/>
            <a:cs typeface="Source Han Sans CN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7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596</Words>
  <Application>Microsoft Office PowerPoint</Application>
  <PresentationFormat>Custom</PresentationFormat>
  <Paragraphs>238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16</vt:i4>
      </vt:variant>
      <vt:variant>
        <vt:lpstr>Slide Titles</vt:lpstr>
      </vt:variant>
      <vt:variant>
        <vt:i4>16</vt:i4>
      </vt:variant>
    </vt:vector>
  </HeadingPairs>
  <TitlesOfParts>
    <vt:vector size="46" baseType="lpstr">
      <vt:lpstr>Times New Roman</vt:lpstr>
      <vt:lpstr>Arial</vt:lpstr>
      <vt:lpstr>Source Han Sans CN</vt:lpstr>
      <vt:lpstr>AvenirNext-Regular</vt:lpstr>
      <vt:lpstr>CenturyGothic</vt:lpstr>
      <vt:lpstr>Calibri</vt:lpstr>
      <vt:lpstr>AvenirNextCondensed-Bold</vt:lpstr>
      <vt:lpstr>AvenirNextCondensed-Regular</vt:lpstr>
      <vt:lpstr>DejaVu Sans</vt:lpstr>
      <vt:lpstr>Futura-CondensedMedium</vt:lpstr>
      <vt:lpstr>CenturyGothic-Bold</vt:lpstr>
      <vt:lpstr>Helvetica-Bold</vt:lpstr>
      <vt:lpstr>AcuminProCond-Regular</vt:lpstr>
      <vt:lpstr>HelveticaNeue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roeland kramer</cp:lastModifiedBy>
  <cp:revision>1</cp:revision>
  <cp:lastPrinted>1601-01-01T00:00:00Z</cp:lastPrinted>
  <dcterms:created xsi:type="dcterms:W3CDTF">1601-01-01T00:00:00Z</dcterms:created>
  <dcterms:modified xsi:type="dcterms:W3CDTF">2026-04-01T12:03:44Z</dcterms:modified>
</cp:coreProperties>
</file>