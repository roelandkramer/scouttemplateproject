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24384000" cy="13716000"/>
  <p:notesSz cx="6858000" cy="9144000"/>
  <p:defaultTextStyle>
    <a:defPPr>
      <a:defRPr lang="LID4096"/>
    </a:defPPr>
    <a:lvl1pPr algn="l" defTabSz="2436813" rtl="0" eaLnBrk="0" fontAlgn="base" hangingPunct="0">
      <a:spcBef>
        <a:spcPct val="0"/>
      </a:spcBef>
      <a:spcAft>
        <a:spcPct val="0"/>
      </a:spcAft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1pPr>
    <a:lvl2pPr indent="457200" algn="l" defTabSz="2436813" rtl="0" eaLnBrk="0" fontAlgn="base" hangingPunct="0">
      <a:spcBef>
        <a:spcPct val="0"/>
      </a:spcBef>
      <a:spcAft>
        <a:spcPct val="0"/>
      </a:spcAft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2pPr>
    <a:lvl3pPr indent="914400" algn="l" defTabSz="2436813" rtl="0" eaLnBrk="0" fontAlgn="base" hangingPunct="0">
      <a:spcBef>
        <a:spcPct val="0"/>
      </a:spcBef>
      <a:spcAft>
        <a:spcPct val="0"/>
      </a:spcAft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3pPr>
    <a:lvl4pPr indent="1371600" algn="l" defTabSz="2436813" rtl="0" eaLnBrk="0" fontAlgn="base" hangingPunct="0">
      <a:spcBef>
        <a:spcPct val="0"/>
      </a:spcBef>
      <a:spcAft>
        <a:spcPct val="0"/>
      </a:spcAft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4pPr>
    <a:lvl5pPr indent="1828800" algn="l" defTabSz="2436813" rtl="0" eaLnBrk="0" fontAlgn="base" hangingPunct="0">
      <a:spcBef>
        <a:spcPct val="0"/>
      </a:spcBef>
      <a:spcAft>
        <a:spcPct val="0"/>
      </a:spcAft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5pPr>
    <a:lvl6pPr marL="2286000" algn="l" defTabSz="914400" rtl="0" eaLnBrk="1" latinLnBrk="0" hangingPunct="1"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6pPr>
    <a:lvl7pPr marL="2743200" algn="l" defTabSz="914400" rtl="0" eaLnBrk="1" latinLnBrk="0" hangingPunct="1"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7pPr>
    <a:lvl8pPr marL="3200400" algn="l" defTabSz="914400" rtl="0" eaLnBrk="1" latinLnBrk="0" hangingPunct="1"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8pPr>
    <a:lvl9pPr marL="3657600" algn="l" defTabSz="914400" rtl="0" eaLnBrk="1" latinLnBrk="0" hangingPunct="1"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hape 576">
            <a:extLst>
              <a:ext uri="{FF2B5EF4-FFF2-40B4-BE49-F238E27FC236}">
                <a16:creationId xmlns:a16="http://schemas.microsoft.com/office/drawing/2014/main" id="{915AF747-7F97-61BB-C230-DBE1A9611332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5603" name="Shape 577">
            <a:extLst>
              <a:ext uri="{FF2B5EF4-FFF2-40B4-BE49-F238E27FC236}">
                <a16:creationId xmlns:a16="http://schemas.microsoft.com/office/drawing/2014/main" id="{4479BAE3-6E4D-0D9A-788D-D55A2794C84F}"/>
              </a:ext>
            </a:extLst>
          </p:cNvPr>
          <p:cNvSpPr>
            <a:spLocks noGrp="1" noChangeArrowheads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LID4096" altLang="LID4096">
              <a:sym typeface="Helvetica Neue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charset="0"/>
      </a:defRPr>
    </a:lvl1pPr>
    <a:lvl2pPr marL="742950" indent="-28575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charset="0"/>
      </a:defRPr>
    </a:lvl2pPr>
    <a:lvl3pPr marL="1143000" indent="-22860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charset="0"/>
      </a:defRPr>
    </a:lvl3pPr>
    <a:lvl4pPr marL="1600200" indent="-22860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charset="0"/>
      </a:defRPr>
    </a:lvl4pPr>
    <a:lvl5pPr marL="2057400" indent="-22860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charset="0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ositie kiezen (V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>
            <a:extLst>
              <a:ext uri="{FF2B5EF4-FFF2-40B4-BE49-F238E27FC236}">
                <a16:creationId xmlns:a16="http://schemas.microsoft.com/office/drawing/2014/main" id="{80F6531A-951C-1DA3-552D-762228CCFC8A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C3E98EB-2454-4CFB-A6ED-5A1E2A367BDF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939931849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fensief Koppen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25FEA568-8D23-AC08-A70A-7BC3F67F66A7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B7AED29A-E57F-FB28-1D4A-3D1F1EFB5F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5D486C0D-4714-4E3B-FA2F-EF224C522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397C32F1-47DF-A60C-6346-BA24D0BB3D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ED6B8688-7328-2F68-5B2D-C51992CB7DE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C474AACF-46CD-E025-A822-BA186B1D59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EE37DC92-95FB-85AA-023F-A534F7753B2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922866F9-B2C9-4E28-3A31-3981713EA986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Defensief…">
            <a:extLst>
              <a:ext uri="{FF2B5EF4-FFF2-40B4-BE49-F238E27FC236}">
                <a16:creationId xmlns:a16="http://schemas.microsoft.com/office/drawing/2014/main" id="{0DF8F6E4-68DD-4AA1-1589-6295F1C3E0AD}"/>
              </a:ext>
            </a:extLst>
          </p:cNvPr>
          <p:cNvSpPr txBox="1"/>
          <p:nvPr/>
        </p:nvSpPr>
        <p:spPr>
          <a:xfrm>
            <a:off x="19523075" y="215900"/>
            <a:ext cx="22098000" cy="1549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Defensief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koppen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3A5EFE36-2E78-8CCE-2CAB-740FCCC66AA9}"/>
              </a:ext>
            </a:extLst>
          </p:cNvPr>
          <p:cNvSpPr txBox="1"/>
          <p:nvPr/>
        </p:nvSpPr>
        <p:spPr>
          <a:xfrm>
            <a:off x="19854863" y="2338388"/>
            <a:ext cx="4160837" cy="53181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kern="0"/>
              <a:t>“Kopduel winnen op eigen helft/ in eigen 16m”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995934F2-DD24-80D8-062A-7609BF607E79}"/>
              </a:ext>
            </a:extLst>
          </p:cNvPr>
          <p:cNvSpPr txBox="1"/>
          <p:nvPr/>
        </p:nvSpPr>
        <p:spPr>
          <a:xfrm>
            <a:off x="19511963" y="3973513"/>
            <a:ext cx="4721225" cy="2743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Positie keuze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Duelkracht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Timing sprong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Richting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Slimheid / gogme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Sprongkracht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 spc="79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431BC94D-357F-F610-3085-A952242AB2D7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CAC65A9-285D-456B-A7FC-5FAA509B7F77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4161540696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assing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263ABA69-0518-4F44-4FC4-E4D9CD5F72E1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D35F7D5F-28E8-D39D-8C29-B56ECF5D0D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0539DC6A-6B01-16B6-74D1-692EC87F08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EFA9EC67-BE61-82AA-5F8C-E244249DE4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77D724C3-EFF4-85A4-168E-DA02268E3CAF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0817B7B7-F64D-6C3F-455D-3DEF4DFB3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439523AA-79D1-B492-82AB-6DD5DAC31CCF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0360BB59-7F13-C12C-C45F-9AFF839A2955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Passing">
            <a:extLst>
              <a:ext uri="{FF2B5EF4-FFF2-40B4-BE49-F238E27FC236}">
                <a16:creationId xmlns:a16="http://schemas.microsoft.com/office/drawing/2014/main" id="{4B392A3D-7041-9632-A33D-237C4395F042}"/>
              </a:ext>
            </a:extLst>
          </p:cNvPr>
          <p:cNvSpPr txBox="1"/>
          <p:nvPr/>
        </p:nvSpPr>
        <p:spPr>
          <a:xfrm>
            <a:off x="19523075" y="990600"/>
            <a:ext cx="22098000" cy="774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Passing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1427AB28-6905-5562-4985-6D2213C1B34C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“Passing korter dan 10-15m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(onder druk of door de linies)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of passing langer dan 30m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1A45B09C-6C92-6365-F5AA-DDDBD6DB301E}"/>
              </a:ext>
            </a:extLst>
          </p:cNvPr>
          <p:cNvSpPr txBox="1"/>
          <p:nvPr/>
        </p:nvSpPr>
        <p:spPr>
          <a:xfrm>
            <a:off x="19511963" y="3973513"/>
            <a:ext cx="4721225" cy="2743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 van acties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Type passes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Beide benen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Richting &amp; 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 &amp; hoogte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F24CABFE-E560-13DF-A99C-804AE2E295EC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B60F619-1F86-4E65-9B53-2C28B0E52AC1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798966837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ribbelen met bal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2D0633E7-95E9-9ED7-F23A-CB98BFCD146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2FAE6A1C-65F5-FEB8-658B-F7546375A9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C28D1B6A-088C-9662-FCA7-47132583F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14790A92-4AFB-40EF-BF24-6773A127F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81B7C3F9-7F92-1A4A-39BF-BCDB618F6D9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E8116B5C-B319-0687-8E39-AE28386CF7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69015258-B592-244E-ED21-0BF03ACFAF2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032AD34E-0AD2-6146-ED0D-1B42999EF0FA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Dribbelen…">
            <a:extLst>
              <a:ext uri="{FF2B5EF4-FFF2-40B4-BE49-F238E27FC236}">
                <a16:creationId xmlns:a16="http://schemas.microsoft.com/office/drawing/2014/main" id="{E8CCCEDE-59DB-9F51-09CC-DC41B48263FA}"/>
              </a:ext>
            </a:extLst>
          </p:cNvPr>
          <p:cNvSpPr txBox="1"/>
          <p:nvPr/>
        </p:nvSpPr>
        <p:spPr>
          <a:xfrm>
            <a:off x="19523075" y="215900"/>
            <a:ext cx="22098000" cy="1549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Dribbelen 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met bal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A061F29A-490F-086D-EE21-6AC8D27C6D31}"/>
              </a:ext>
            </a:extLst>
          </p:cNvPr>
          <p:cNvSpPr txBox="1"/>
          <p:nvPr/>
        </p:nvSpPr>
        <p:spPr>
          <a:xfrm>
            <a:off x="19854863" y="2338388"/>
            <a:ext cx="4160837" cy="53181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kern="0"/>
              <a:t>"Voorwaarts dribbelen met bal richting de open ruimtes”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9E882814-569B-D4D6-EA8E-98EAC219C15A}"/>
              </a:ext>
            </a:extLst>
          </p:cNvPr>
          <p:cNvSpPr txBox="1"/>
          <p:nvPr/>
        </p:nvSpPr>
        <p:spPr>
          <a:xfrm>
            <a:off x="19511963" y="3973513"/>
            <a:ext cx="4721225" cy="2743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Mobiliteit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Controle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Beide benen?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Afstand overbruggen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280929A3-6857-3E8F-C538-3AAE3D08A99A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040E6484-96AF-4EA4-945C-3772A0501B21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685532122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uelkracht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973A63F0-3F1B-2D72-C2A6-8F5662C84EB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EFB9DAA8-8699-C5B3-0EB5-D0B5076D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83AFDDEB-FCD8-6C80-C608-AF39B694DF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BED72315-6E6A-71AF-2F30-6EDF59F19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2F710693-3DC5-7C4C-4A96-8A5EBCC1F5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FC8C27E-8F4C-F959-0998-72E81387E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C163C7B4-D727-73C4-E5C1-68261F9C05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15E66D2-8701-7581-E982-ABAAC6768A11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Duelkracht">
            <a:extLst>
              <a:ext uri="{FF2B5EF4-FFF2-40B4-BE49-F238E27FC236}">
                <a16:creationId xmlns:a16="http://schemas.microsoft.com/office/drawing/2014/main" id="{D2CDF5AD-446C-73CC-BE67-947D855B0FAF}"/>
              </a:ext>
            </a:extLst>
          </p:cNvPr>
          <p:cNvSpPr txBox="1"/>
          <p:nvPr/>
        </p:nvSpPr>
        <p:spPr>
          <a:xfrm>
            <a:off x="19523075" y="990600"/>
            <a:ext cx="22098000" cy="774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Duelkracht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9B4401FA-2B3C-DD0C-F20D-3109E2BD71EA}"/>
              </a:ext>
            </a:extLst>
          </p:cNvPr>
          <p:cNvSpPr txBox="1"/>
          <p:nvPr/>
        </p:nvSpPr>
        <p:spPr>
          <a:xfrm>
            <a:off x="19791363" y="2271713"/>
            <a:ext cx="4160837" cy="7826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“Geslaagde pogingen om de bal </a:t>
            </a:r>
          </a:p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te winnen / behouden </a:t>
            </a:r>
          </a:p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 fysieke duels”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F2FA8BB2-905C-2D22-2749-43907AF932E7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Lichaamsdeel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Grondduels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Luchtduels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4CB059BA-B73B-2D2D-0F37-9CA59C3F9A68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B1E9D99-BE6D-4D68-A072-C96DCBC500C4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406446075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nelheid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319128CC-FE73-E1CF-8C48-25D0C5EF9371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E311B365-CBC4-0A20-9A31-506D1B88F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963204CE-1121-4F88-6E42-8073D0220B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F2C6C5CA-3DD5-3DD4-7A2A-D082810C4B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331F37DE-8298-5C17-AEA1-1927B82C59D0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CB4FA850-0904-8C17-FFB1-3404612CEC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2D1C8281-5F3B-A71A-30E4-0F09109FF0C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110227B6-001F-71D5-F442-FC6C8E2DB2F4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Snelheid">
            <a:extLst>
              <a:ext uri="{FF2B5EF4-FFF2-40B4-BE49-F238E27FC236}">
                <a16:creationId xmlns:a16="http://schemas.microsoft.com/office/drawing/2014/main" id="{AD183217-20B2-5C6F-B310-02DE646DDADC}"/>
              </a:ext>
            </a:extLst>
          </p:cNvPr>
          <p:cNvSpPr txBox="1"/>
          <p:nvPr/>
        </p:nvSpPr>
        <p:spPr>
          <a:xfrm>
            <a:off x="19523075" y="990600"/>
            <a:ext cx="22098000" cy="774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Snelheid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A96CF2C3-DA97-A2EA-DFB5-235EFBD52E70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“Absolute snelheid zonder bal” “Snelheid in de acties met bal” “Startsnelheid”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E9BEC0E7-ADAC-4425-AB2A-B0FC9289A8E7}"/>
              </a:ext>
            </a:extLst>
          </p:cNvPr>
          <p:cNvSpPr txBox="1"/>
          <p:nvPr/>
        </p:nvSpPr>
        <p:spPr>
          <a:xfrm>
            <a:off x="19511963" y="3973513"/>
            <a:ext cx="4721225" cy="2133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Topsnelheid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Acceleratie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Paslengte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Grote / kleine afstanden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1e meters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D8D73B6D-9213-87AD-26FC-56310B0B5A12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D1EE55-B7DA-40C2-BD46-AA6ADFF29B9A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600807234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oorzettingsvermogen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BED81F8E-A6FB-64CE-3795-0939CBFF50D8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FA908F33-1151-8C6A-4B78-CF81EBEF3C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5C917745-7092-97E4-D82B-2CA9D8F427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11FA7C13-24E1-798A-7C52-D841D54A63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D6D87E91-EC4E-5753-E405-FD39807F760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7F9A1F8E-07A1-013E-16A0-FC0D2B3D4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036336F9-906F-3FE6-78CB-7A7EC99E75D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1F76B857-11C9-A3E6-E6D6-F0E5B546CCBE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Doorzettings…">
            <a:extLst>
              <a:ext uri="{FF2B5EF4-FFF2-40B4-BE49-F238E27FC236}">
                <a16:creationId xmlns:a16="http://schemas.microsoft.com/office/drawing/2014/main" id="{7B68B212-3326-3650-46E6-A6ECF645CA86}"/>
              </a:ext>
            </a:extLst>
          </p:cNvPr>
          <p:cNvSpPr txBox="1"/>
          <p:nvPr/>
        </p:nvSpPr>
        <p:spPr>
          <a:xfrm>
            <a:off x="19523075" y="215900"/>
            <a:ext cx="22098000" cy="1549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Doorzettings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vermogen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80311049-B177-F227-11DC-B26BC3EA9D47}"/>
              </a:ext>
            </a:extLst>
          </p:cNvPr>
          <p:cNvSpPr txBox="1"/>
          <p:nvPr/>
        </p:nvSpPr>
        <p:spPr>
          <a:xfrm>
            <a:off x="19791363" y="2105025"/>
            <a:ext cx="4160837" cy="1117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“Heeft een echte winnaarsmentaliteit, geeft nooit op en probeert teamgenoten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te stimuleren”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DB08C501-840C-633E-D686-30FB92AE4E6E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Emotie controle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Gedrag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Rouwmomenten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Anderen inspireren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Nooit opgeven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Tot het einde vechten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Altijd 100%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3BC2D730-FB3F-31F9-A908-3016B5BCA41A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38447C4-4C8A-4675-98FC-9722E141453A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6890232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fensive positio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21B64C5B-367F-013F-FB54-82E5AE898FB4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DF9ADD21-A468-0245-A693-232A94676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3E821DB5-D569-59C9-AF23-15CA1AAFD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B4D5480A-1F64-DCAD-B4A3-987AF5D401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86EA40C3-A47D-0ECB-3D8F-CBA37430483F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1FC1BAD-EB80-EFFC-9494-AD09382CDF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46520C4D-0FF3-EADC-C0B8-4257C5B09D97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C95334FA-E337-9B32-771B-C57039A1F6F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" name="Defensive…">
            <a:extLst>
              <a:ext uri="{FF2B5EF4-FFF2-40B4-BE49-F238E27FC236}">
                <a16:creationId xmlns:a16="http://schemas.microsoft.com/office/drawing/2014/main" id="{B7FF6C2F-CCED-608A-14DD-FFDC5DE5DDD1}"/>
              </a:ext>
            </a:extLst>
          </p:cNvPr>
          <p:cNvSpPr txBox="1"/>
          <p:nvPr/>
        </p:nvSpPr>
        <p:spPr>
          <a:xfrm>
            <a:off x="19523075" y="241300"/>
            <a:ext cx="22098000" cy="1524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49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Defensive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49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positioning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A3F82048-D23B-C3B7-B295-3B58AA4004D3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“Prevent the direct opponent from finishing, crossing, dribbling or passing by defending well”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DBECE9C-5638-1017-EAE3-0ABF4A0111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43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190500" indent="-190500"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Man &amp; ball?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Body position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High or low line?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Danger recognition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Distance lines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Press opponent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Cover passing lines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?</a:t>
            </a:r>
          </a:p>
        </p:txBody>
      </p:sp>
      <p:pic>
        <p:nvPicPr>
          <p:cNvPr id="13" name="FC DEN BOSCH LOGO.png" descr="FC DEN BOSCH LOGO.png">
            <a:extLst>
              <a:ext uri="{FF2B5EF4-FFF2-40B4-BE49-F238E27FC236}">
                <a16:creationId xmlns:a16="http://schemas.microsoft.com/office/drawing/2014/main" id="{38D34603-EBF8-FEC8-7562-646C8D0B7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4" name="Slide Number">
            <a:extLst>
              <a:ext uri="{FF2B5EF4-FFF2-40B4-BE49-F238E27FC236}">
                <a16:creationId xmlns:a16="http://schemas.microsoft.com/office/drawing/2014/main" id="{37E65E33-6B77-FB19-8522-EF635F22556D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5D0763F-3023-42F4-8CE6-3D2FF487CA6A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863532725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fensive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0C56037E-F64C-9A18-BB3D-8A0A005B44C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F5906250-05CB-FE05-5F09-0F493C11FC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9297ABA0-C92E-FC00-F0B2-F4569B498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AFFC3FA8-AA16-E532-E459-DCD0B9D1EA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2746F30C-6ED9-A25D-23A3-D2BB204FAB8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49A2CA-92FF-73E5-9BCF-DBAB64F9A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07C43621-C035-3080-A069-ACA49907EBDC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8BA3EE86-AD14-C674-FCCC-B58C3AE4249B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" name="Defensive…">
            <a:extLst>
              <a:ext uri="{FF2B5EF4-FFF2-40B4-BE49-F238E27FC236}">
                <a16:creationId xmlns:a16="http://schemas.microsoft.com/office/drawing/2014/main" id="{C1E81B44-12BD-DE27-9F68-E8B3AB8F988B}"/>
              </a:ext>
            </a:extLst>
          </p:cNvPr>
          <p:cNvSpPr txBox="1"/>
          <p:nvPr/>
        </p:nvSpPr>
        <p:spPr>
          <a:xfrm>
            <a:off x="19523075" y="241300"/>
            <a:ext cx="22098000" cy="1524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49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Defensive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49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headers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11D8770D-4421-F458-9B5A-284D603471E4}"/>
              </a:ext>
            </a:extLst>
          </p:cNvPr>
          <p:cNvSpPr txBox="1"/>
          <p:nvPr/>
        </p:nvSpPr>
        <p:spPr>
          <a:xfrm>
            <a:off x="19791363" y="2384425"/>
            <a:ext cx="4160837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“Open play defensive air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challenge”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738B5E09-8026-A324-9C3F-588AE69BC85F}"/>
              </a:ext>
            </a:extLst>
          </p:cNvPr>
          <p:cNvSpPr txBox="1"/>
          <p:nvPr/>
        </p:nvSpPr>
        <p:spPr>
          <a:xfrm>
            <a:off x="19511963" y="3973513"/>
            <a:ext cx="4721225" cy="2743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Positioning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Strength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Jumping power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Direction of headers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Blocking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Frequency?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End result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pic>
        <p:nvPicPr>
          <p:cNvPr id="13" name="FC DEN BOSCH LOGO.png" descr="FC DEN BOSCH LOGO.png">
            <a:extLst>
              <a:ext uri="{FF2B5EF4-FFF2-40B4-BE49-F238E27FC236}">
                <a16:creationId xmlns:a16="http://schemas.microsoft.com/office/drawing/2014/main" id="{01FCB577-D45C-4DF0-35AF-7F1E57DCC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4" name="Slide Number">
            <a:extLst>
              <a:ext uri="{FF2B5EF4-FFF2-40B4-BE49-F238E27FC236}">
                <a16:creationId xmlns:a16="http://schemas.microsoft.com/office/drawing/2014/main" id="{26A3C585-8D23-15B6-B11E-5FC6A8F6E94B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9B573AE-EFF1-4D05-A548-5422A484ACF6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378091407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assing(EN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C5E63972-CC89-1165-9E76-D443778B7567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D093F6F1-5E96-DBD4-5F56-964AA8CCE5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76D5F9FD-338C-0191-232D-DF3A189DF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D6544A80-70DF-B076-921C-D3E1524EFD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2DEFCA11-85E7-A85D-8069-557C81418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30CBFB8D-8A7D-0313-EB8D-9BE42C6842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76C6232C-C135-C019-008D-B72980A4F28C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EAA6A123-E3E9-FF2E-D579-8B15AFF81B96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10" name="FC DEN BOSCH LOGO.png" descr="FC DEN BOSCH LOGO.png">
            <a:extLst>
              <a:ext uri="{FF2B5EF4-FFF2-40B4-BE49-F238E27FC236}">
                <a16:creationId xmlns:a16="http://schemas.microsoft.com/office/drawing/2014/main" id="{76223247-87BE-35D8-EC97-3933B000A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1" name="Passing">
            <a:extLst>
              <a:ext uri="{FF2B5EF4-FFF2-40B4-BE49-F238E27FC236}">
                <a16:creationId xmlns:a16="http://schemas.microsoft.com/office/drawing/2014/main" id="{DCD9D196-44A2-2914-4867-996F3B57F28D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Passing</a:t>
            </a:r>
          </a:p>
        </p:txBody>
      </p:sp>
      <p:sp>
        <p:nvSpPr>
          <p:cNvPr id="12" name="TextBox 30">
            <a:extLst>
              <a:ext uri="{FF2B5EF4-FFF2-40B4-BE49-F238E27FC236}">
                <a16:creationId xmlns:a16="http://schemas.microsoft.com/office/drawing/2014/main" id="{8C094146-A5BF-5910-9BDE-539C47831E4D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“Open play pass &lt;10m (under pressure or through the lines) or open play pass &gt;30m”</a:t>
            </a:r>
          </a:p>
        </p:txBody>
      </p:sp>
      <p:sp>
        <p:nvSpPr>
          <p:cNvPr id="13" name="TextBox 31">
            <a:extLst>
              <a:ext uri="{FF2B5EF4-FFF2-40B4-BE49-F238E27FC236}">
                <a16:creationId xmlns:a16="http://schemas.microsoft.com/office/drawing/2014/main" id="{D55606CD-247F-CF35-3C8B-EED84A34314D}"/>
              </a:ext>
            </a:extLst>
          </p:cNvPr>
          <p:cNvSpPr txBox="1"/>
          <p:nvPr/>
        </p:nvSpPr>
        <p:spPr>
          <a:xfrm>
            <a:off x="19511963" y="3973513"/>
            <a:ext cx="4721225" cy="2743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Speed of actions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Type of pass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Both legs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Direction &amp; 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Pace &amp; height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Preparation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Frequency?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End result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46775BAA-9E02-FE36-7E31-F6CCA2C37AB3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4EA2FE6-D22A-406F-BCC6-AB7F03F7C403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10664729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ar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AF204234-0608-4F61-96A5-5331169C34A8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8CFBCFD8-E78C-E6EB-31D5-6531FC4E9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DFFB5792-0D6C-D3BA-0151-06E3A48C84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43E6C2E6-5EE2-BD22-2569-DDDC8EAA94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484EAB48-9633-6377-414C-24068CE0319C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56C3297F-F681-F0AA-22CF-A8856DE226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7ACCF513-F253-DF9C-53EC-FA16E45A5E3B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5626ACD5-7839-E186-F8F6-B3EB6312916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10" name="FC DEN BOSCH LOGO.png" descr="FC DEN BOSCH LOGO.png">
            <a:extLst>
              <a:ext uri="{FF2B5EF4-FFF2-40B4-BE49-F238E27FC236}">
                <a16:creationId xmlns:a16="http://schemas.microsoft.com/office/drawing/2014/main" id="{A9AE7BC8-60DC-6FFA-5479-AA969A013E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1" name="Carries">
            <a:extLst>
              <a:ext uri="{FF2B5EF4-FFF2-40B4-BE49-F238E27FC236}">
                <a16:creationId xmlns:a16="http://schemas.microsoft.com/office/drawing/2014/main" id="{1B208BEF-E02D-6182-E574-D254926864FA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Carries</a:t>
            </a:r>
          </a:p>
        </p:txBody>
      </p:sp>
      <p:sp>
        <p:nvSpPr>
          <p:cNvPr id="12" name="TextBox 30">
            <a:extLst>
              <a:ext uri="{FF2B5EF4-FFF2-40B4-BE49-F238E27FC236}">
                <a16:creationId xmlns:a16="http://schemas.microsoft.com/office/drawing/2014/main" id="{D854631A-9F7B-63AD-6820-F59E3A8D2978}"/>
              </a:ext>
            </a:extLst>
          </p:cNvPr>
          <p:cNvSpPr txBox="1"/>
          <p:nvPr/>
        </p:nvSpPr>
        <p:spPr>
          <a:xfrm>
            <a:off x="19791363" y="2384425"/>
            <a:ext cx="4160837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'"Dribble with the ball resulting in &gt;5m forward displacement”</a:t>
            </a:r>
          </a:p>
        </p:txBody>
      </p:sp>
      <p:sp>
        <p:nvSpPr>
          <p:cNvPr id="13" name="TextBox 31">
            <a:extLst>
              <a:ext uri="{FF2B5EF4-FFF2-40B4-BE49-F238E27FC236}">
                <a16:creationId xmlns:a16="http://schemas.microsoft.com/office/drawing/2014/main" id="{124719AC-6235-7A52-2A54-E0A59DAA697F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Mobility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Pace &amp; control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Which leg(s)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Covering distance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Space recognition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Frequency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End result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D88F68D0-7AAA-2A1D-6BE8-85D9D1B4815B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0C530076-0F88-4179-A9B0-106E9A3E332A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367618536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owerpl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6D627233-D738-88EA-121D-705B7215C0C1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5CBC696B-9751-3DA6-E2CA-D74151A746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BEE8786D-38EF-CF82-63D7-BF1A11152C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2C27FCF8-1B20-3B19-A836-32128427C3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DD39F93B-CFA1-1C32-D0BD-E2FBD2EF7AA9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1A8E6874-57F5-2CF6-E731-D1625BD96D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A920AD99-B148-D37D-FC37-617BE9A8587E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78314F92-91EE-8E9A-9140-1EDC789C535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10" name="FC DEN BOSCH LOGO.png" descr="FC DEN BOSCH LOGO.png">
            <a:extLst>
              <a:ext uri="{FF2B5EF4-FFF2-40B4-BE49-F238E27FC236}">
                <a16:creationId xmlns:a16="http://schemas.microsoft.com/office/drawing/2014/main" id="{5B0458EF-67A3-3F76-8499-315AC302BE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1" name="Power play">
            <a:extLst>
              <a:ext uri="{FF2B5EF4-FFF2-40B4-BE49-F238E27FC236}">
                <a16:creationId xmlns:a16="http://schemas.microsoft.com/office/drawing/2014/main" id="{B0AD3F79-8989-89BA-5758-6D238CD7D37C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Power play</a:t>
            </a:r>
          </a:p>
        </p:txBody>
      </p:sp>
      <p:sp>
        <p:nvSpPr>
          <p:cNvPr id="12" name="TextBox 30">
            <a:extLst>
              <a:ext uri="{FF2B5EF4-FFF2-40B4-BE49-F238E27FC236}">
                <a16:creationId xmlns:a16="http://schemas.microsoft.com/office/drawing/2014/main" id="{A859631B-71F8-6C81-2583-D377610D089B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“Attempts by physical strength and forceful challenges to dominate opponents in duels”</a:t>
            </a:r>
          </a:p>
        </p:txBody>
      </p:sp>
      <p:sp>
        <p:nvSpPr>
          <p:cNvPr id="13" name="TextBox 31">
            <a:extLst>
              <a:ext uri="{FF2B5EF4-FFF2-40B4-BE49-F238E27FC236}">
                <a16:creationId xmlns:a16="http://schemas.microsoft.com/office/drawing/2014/main" id="{CFD150B9-9EEB-01F2-D6E6-6CBF8066A17E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Strong body part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Groundduels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Aerial 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Preparation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End result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91E802D3-6110-EA1D-66E5-12A50694A8F0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E83C37B-5C15-4D45-87BA-804A9D0DA70D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4207447480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p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A1E02BFD-E834-97D3-2272-126C00EABAD5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95E7CA40-CE0D-00A5-7BBB-B139F6C6F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6F4F76F1-BA77-1B95-0381-4E0D96CF9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C1840CA0-664A-F822-B3E8-4251EFC7C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3A654AFF-A07E-35EC-CAF1-F5DB6942295F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2B87B456-050D-130E-EFA2-7ADE61B316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134203F7-343F-73B8-B536-343A677FFE56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549A54C8-5B1C-1473-D51D-708CB1F47E8E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10" name="FC DEN BOSCH LOGO.png" descr="FC DEN BOSCH LOGO.png">
            <a:extLst>
              <a:ext uri="{FF2B5EF4-FFF2-40B4-BE49-F238E27FC236}">
                <a16:creationId xmlns:a16="http://schemas.microsoft.com/office/drawing/2014/main" id="{91D6A4AF-02AB-A57D-DF7B-005B62BA4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1" name="Speed">
            <a:extLst>
              <a:ext uri="{FF2B5EF4-FFF2-40B4-BE49-F238E27FC236}">
                <a16:creationId xmlns:a16="http://schemas.microsoft.com/office/drawing/2014/main" id="{79A7228A-C92D-AE36-1689-8A9F5CE53A3D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Speed</a:t>
            </a:r>
          </a:p>
        </p:txBody>
      </p:sp>
      <p:sp>
        <p:nvSpPr>
          <p:cNvPr id="12" name="TextBox 30">
            <a:extLst>
              <a:ext uri="{FF2B5EF4-FFF2-40B4-BE49-F238E27FC236}">
                <a16:creationId xmlns:a16="http://schemas.microsoft.com/office/drawing/2014/main" id="{6C010525-52A1-D150-FE79-B4F71F64A63A}"/>
              </a:ext>
            </a:extLst>
          </p:cNvPr>
          <p:cNvSpPr txBox="1"/>
          <p:nvPr/>
        </p:nvSpPr>
        <p:spPr>
          <a:xfrm>
            <a:off x="19791363" y="2384425"/>
            <a:ext cx="4160837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“Top speed and acceleration capabilities”</a:t>
            </a:r>
          </a:p>
        </p:txBody>
      </p:sp>
      <p:sp>
        <p:nvSpPr>
          <p:cNvPr id="13" name="TextBox 31">
            <a:extLst>
              <a:ext uri="{FF2B5EF4-FFF2-40B4-BE49-F238E27FC236}">
                <a16:creationId xmlns:a16="http://schemas.microsoft.com/office/drawing/2014/main" id="{98B313C2-D738-EB56-4E4B-71E79914FC1E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Top speed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Acceleration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Stride length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Big / small distance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First meters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End result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ED08A063-9FC7-3D01-EBAF-2123C226784E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E2ED22C-F82E-4D83-A2F0-17E3E4739FF8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155692738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termi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BEAF7DE6-1949-7599-6FF8-7367F77506CD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A89C51E9-79DF-8CB7-24ED-344663BB2C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D3C08D17-A35A-CE9D-5D36-CCE780CCE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AF418B68-1DFF-038F-AE7A-F877CE9BA3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341BFA57-D8FF-6067-D701-D32AEA48771F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1B6F4539-E941-F36F-25EC-FA58BFDA3D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04442FB7-82D3-5AA8-7D7B-77AE8ACC9C7C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222E1008-900C-C99C-8A9D-194641BF9E18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10" name="FC DEN BOSCH LOGO.png" descr="FC DEN BOSCH LOGO.png">
            <a:extLst>
              <a:ext uri="{FF2B5EF4-FFF2-40B4-BE49-F238E27FC236}">
                <a16:creationId xmlns:a16="http://schemas.microsoft.com/office/drawing/2014/main" id="{2FFF7D24-FBEA-A8B1-C1A1-DBF1E8E4D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1" name="Determination">
            <a:extLst>
              <a:ext uri="{FF2B5EF4-FFF2-40B4-BE49-F238E27FC236}">
                <a16:creationId xmlns:a16="http://schemas.microsoft.com/office/drawing/2014/main" id="{C61070C8-4844-C0A0-ECA0-2DA8EB797F6A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Determination</a:t>
            </a:r>
          </a:p>
        </p:txBody>
      </p:sp>
      <p:sp>
        <p:nvSpPr>
          <p:cNvPr id="12" name="TextBox 30">
            <a:extLst>
              <a:ext uri="{FF2B5EF4-FFF2-40B4-BE49-F238E27FC236}">
                <a16:creationId xmlns:a16="http://schemas.microsoft.com/office/drawing/2014/main" id="{2D2A411E-6889-3FE5-1A3D-93012B89CE07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“Showing strong will, persistence, and commitment to succeed, even in difficult situations”</a:t>
            </a:r>
          </a:p>
        </p:txBody>
      </p:sp>
      <p:sp>
        <p:nvSpPr>
          <p:cNvPr id="13" name="TextBox 31">
            <a:extLst>
              <a:ext uri="{FF2B5EF4-FFF2-40B4-BE49-F238E27FC236}">
                <a16:creationId xmlns:a16="http://schemas.microsoft.com/office/drawing/2014/main" id="{5F149026-62DD-277B-A86F-16037B0C3B11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Emotion control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Behaviour (by result)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Mourning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Inspiring others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Never give up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Fight until the end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Always 100%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C780D2DB-A9D1-3BEA-9425-F8F84CB7FF8C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981B3FB-3AF3-405F-9B0E-C1A7AE39EE15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77359288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(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C98C0434-8237-1A39-6345-BA8D01E99992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78FDF3EB-66AC-E30C-C95B-CBA210F54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76200" y="-134938"/>
            <a:ext cx="24536400" cy="1282701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Line">
            <a:extLst>
              <a:ext uri="{FF2B5EF4-FFF2-40B4-BE49-F238E27FC236}">
                <a16:creationId xmlns:a16="http://schemas.microsoft.com/office/drawing/2014/main" id="{BA097026-2217-FFA2-1B20-AF322EBCF44D}"/>
              </a:ext>
            </a:extLst>
          </p:cNvPr>
          <p:cNvSpPr>
            <a:spLocks noChangeShapeType="1"/>
          </p:cNvSpPr>
          <p:nvPr/>
        </p:nvSpPr>
        <p:spPr bwMode="auto">
          <a:xfrm>
            <a:off x="-257175" y="1168400"/>
            <a:ext cx="24898350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5" name="Line">
            <a:extLst>
              <a:ext uri="{FF2B5EF4-FFF2-40B4-BE49-F238E27FC236}">
                <a16:creationId xmlns:a16="http://schemas.microsoft.com/office/drawing/2014/main" id="{FE7C6B61-AB98-F118-F9A3-B105D373283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9675" y="5089525"/>
            <a:ext cx="15568613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6" name="FC DEN BOSCH LOGO.png" descr="FC DEN BOSCH LOGO.png">
            <a:extLst>
              <a:ext uri="{FF2B5EF4-FFF2-40B4-BE49-F238E27FC236}">
                <a16:creationId xmlns:a16="http://schemas.microsoft.com/office/drawing/2014/main" id="{58BACA35-CB6D-0DBE-79C0-D53AA92EE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blurRad="139700" dist="148130" dir="5400000" rotWithShape="0">
              <a:srgbClr val="000000">
                <a:alpha val="50000"/>
              </a:srgbClr>
            </a:outerShdw>
            <a:reflection stA="50000" endPos="40000" dir="5400000" sy="-100000" algn="bl" rotWithShape="0"/>
          </a:effectLst>
        </p:spPr>
      </p:pic>
      <p:sp>
        <p:nvSpPr>
          <p:cNvPr id="7" name="Rectangle">
            <a:extLst>
              <a:ext uri="{FF2B5EF4-FFF2-40B4-BE49-F238E27FC236}">
                <a16:creationId xmlns:a16="http://schemas.microsoft.com/office/drawing/2014/main" id="{55D2F352-B779-3024-1042-DE6651C06BE4}"/>
              </a:ext>
            </a:extLst>
          </p:cNvPr>
          <p:cNvSpPr/>
          <p:nvPr/>
        </p:nvSpPr>
        <p:spPr>
          <a:xfrm>
            <a:off x="2628900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6685FF7-7615-6326-B878-CCB078A4A782}"/>
              </a:ext>
            </a:extLst>
          </p:cNvPr>
          <p:cNvSpPr txBox="1"/>
          <p:nvPr/>
        </p:nvSpPr>
        <p:spPr>
          <a:xfrm>
            <a:off x="2582863" y="3613150"/>
            <a:ext cx="4479925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FOOTBALL</a:t>
            </a:r>
          </a:p>
        </p:txBody>
      </p:sp>
      <p:sp>
        <p:nvSpPr>
          <p:cNvPr id="9" name="Rectangle">
            <a:extLst>
              <a:ext uri="{FF2B5EF4-FFF2-40B4-BE49-F238E27FC236}">
                <a16:creationId xmlns:a16="http://schemas.microsoft.com/office/drawing/2014/main" id="{6F2385AF-2BCA-1D84-E230-536B98812594}"/>
              </a:ext>
            </a:extLst>
          </p:cNvPr>
          <p:cNvSpPr/>
          <p:nvPr/>
        </p:nvSpPr>
        <p:spPr>
          <a:xfrm>
            <a:off x="7481888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" name="Rectangle">
            <a:extLst>
              <a:ext uri="{FF2B5EF4-FFF2-40B4-BE49-F238E27FC236}">
                <a16:creationId xmlns:a16="http://schemas.microsoft.com/office/drawing/2014/main" id="{4E150AE0-DFA9-1125-BC0D-DB120A229DDE}"/>
              </a:ext>
            </a:extLst>
          </p:cNvPr>
          <p:cNvSpPr/>
          <p:nvPr/>
        </p:nvSpPr>
        <p:spPr>
          <a:xfrm>
            <a:off x="12393613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11" name="Group">
            <a:extLst>
              <a:ext uri="{FF2B5EF4-FFF2-40B4-BE49-F238E27FC236}">
                <a16:creationId xmlns:a16="http://schemas.microsoft.com/office/drawing/2014/main" id="{BC2DC35F-C9AA-4BA6-6CF0-D929233D4F24}"/>
              </a:ext>
            </a:extLst>
          </p:cNvPr>
          <p:cNvGrpSpPr>
            <a:grpSpLocks/>
          </p:cNvGrpSpPr>
          <p:nvPr/>
        </p:nvGrpSpPr>
        <p:grpSpPr bwMode="auto">
          <a:xfrm>
            <a:off x="18383250" y="3832225"/>
            <a:ext cx="4746625" cy="7153275"/>
            <a:chOff x="0" y="0"/>
            <a:chExt cx="4746646" cy="7153726"/>
          </a:xfrm>
        </p:grpSpPr>
        <p:sp>
          <p:nvSpPr>
            <p:cNvPr id="12" name="Rounded Rectangle">
              <a:extLst>
                <a:ext uri="{FF2B5EF4-FFF2-40B4-BE49-F238E27FC236}">
                  <a16:creationId xmlns:a16="http://schemas.microsoft.com/office/drawing/2014/main" id="{951ECC80-7C8A-B055-0220-C856F0D62366}"/>
                </a:ext>
              </a:extLst>
            </p:cNvPr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blurRad="139700" dist="148130" dir="5400000" rotWithShape="0">
                <a:srgbClr val="000000">
                  <a:alpha val="50000"/>
                </a:srgbClr>
              </a:outerShdw>
              <a:reflection stA="50000" endPos="40000" dir="5400000" sy="-100000" algn="bl" rotWithShape="0"/>
            </a:effectLst>
          </p:spPr>
          <p:txBody>
            <a:bodyPr lIns="71437" tIns="71437" rIns="71437" bIns="71437" anchor="ctr"/>
            <a:lstStyle/>
            <a:p>
              <a:pPr algn="ctr" defTabSz="821531" eaLnBrk="1" fontAlgn="auto">
                <a:spcBef>
                  <a:spcPts val="0"/>
                </a:spcBef>
                <a:spcAft>
                  <a:spcPts val="0"/>
                </a:spcAft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3600" kern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endParaRPr>
            </a:p>
          </p:txBody>
        </p:sp>
        <p:pic>
          <p:nvPicPr>
            <p:cNvPr id="13" name="Image" descr="Image">
              <a:extLst>
                <a:ext uri="{FF2B5EF4-FFF2-40B4-BE49-F238E27FC236}">
                  <a16:creationId xmlns:a16="http://schemas.microsoft.com/office/drawing/2014/main" id="{ADFEDABE-FCC2-CCE9-2529-543AA8232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79311"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4" name="Freeform 7">
            <a:extLst>
              <a:ext uri="{FF2B5EF4-FFF2-40B4-BE49-F238E27FC236}">
                <a16:creationId xmlns:a16="http://schemas.microsoft.com/office/drawing/2014/main" id="{2C2D4CB4-FFBC-9ABA-C6E1-897E21B1B1F0}"/>
              </a:ext>
            </a:extLst>
          </p:cNvPr>
          <p:cNvSpPr/>
          <p:nvPr/>
        </p:nvSpPr>
        <p:spPr>
          <a:xfrm>
            <a:off x="2663825" y="5924550"/>
            <a:ext cx="4443413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A4F3F632-506F-51DB-FBF1-586AD641EABE}"/>
              </a:ext>
            </a:extLst>
          </p:cNvPr>
          <p:cNvSpPr/>
          <p:nvPr/>
        </p:nvSpPr>
        <p:spPr>
          <a:xfrm>
            <a:off x="2663825" y="6988175"/>
            <a:ext cx="4443413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48154DC8-4F40-0D4C-D112-942450B4F52B}"/>
              </a:ext>
            </a:extLst>
          </p:cNvPr>
          <p:cNvSpPr/>
          <p:nvPr/>
        </p:nvSpPr>
        <p:spPr>
          <a:xfrm>
            <a:off x="2663825" y="9725025"/>
            <a:ext cx="4443413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Freeform 7">
            <a:extLst>
              <a:ext uri="{FF2B5EF4-FFF2-40B4-BE49-F238E27FC236}">
                <a16:creationId xmlns:a16="http://schemas.microsoft.com/office/drawing/2014/main" id="{9051A393-8E62-450C-7DDE-3F6E6200B3FC}"/>
              </a:ext>
            </a:extLst>
          </p:cNvPr>
          <p:cNvSpPr/>
          <p:nvPr/>
        </p:nvSpPr>
        <p:spPr>
          <a:xfrm>
            <a:off x="2663825" y="10788650"/>
            <a:ext cx="4443413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Line">
            <a:extLst>
              <a:ext uri="{FF2B5EF4-FFF2-40B4-BE49-F238E27FC236}">
                <a16:creationId xmlns:a16="http://schemas.microsoft.com/office/drawing/2014/main" id="{93B2E69E-706D-88FC-6EE3-855418DD134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8809038"/>
            <a:ext cx="15570200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8DD8970B-6486-C9C0-48E0-97FED2E36C8B}"/>
              </a:ext>
            </a:extLst>
          </p:cNvPr>
          <p:cNvSpPr/>
          <p:nvPr/>
        </p:nvSpPr>
        <p:spPr>
          <a:xfrm>
            <a:off x="7553325" y="5924550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A8F62371-0E89-3509-5DF4-6FA5174C9807}"/>
              </a:ext>
            </a:extLst>
          </p:cNvPr>
          <p:cNvSpPr/>
          <p:nvPr/>
        </p:nvSpPr>
        <p:spPr>
          <a:xfrm>
            <a:off x="7553325" y="6988175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Freeform 7">
            <a:extLst>
              <a:ext uri="{FF2B5EF4-FFF2-40B4-BE49-F238E27FC236}">
                <a16:creationId xmlns:a16="http://schemas.microsoft.com/office/drawing/2014/main" id="{81F2C428-65EC-2D2A-C760-40689F817FCD}"/>
              </a:ext>
            </a:extLst>
          </p:cNvPr>
          <p:cNvSpPr/>
          <p:nvPr/>
        </p:nvSpPr>
        <p:spPr>
          <a:xfrm>
            <a:off x="7553325" y="9725025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6A0236BC-19FB-60BE-A380-601A0C572CC3}"/>
              </a:ext>
            </a:extLst>
          </p:cNvPr>
          <p:cNvSpPr/>
          <p:nvPr/>
        </p:nvSpPr>
        <p:spPr>
          <a:xfrm>
            <a:off x="7553325" y="10788650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9EDDB0DB-D95E-4003-234E-42F3F53EF397}"/>
              </a:ext>
            </a:extLst>
          </p:cNvPr>
          <p:cNvSpPr/>
          <p:nvPr/>
        </p:nvSpPr>
        <p:spPr>
          <a:xfrm>
            <a:off x="12385675" y="5924550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F60C82FD-7FD8-D38A-E7E7-10C281B27E60}"/>
              </a:ext>
            </a:extLst>
          </p:cNvPr>
          <p:cNvSpPr/>
          <p:nvPr/>
        </p:nvSpPr>
        <p:spPr>
          <a:xfrm>
            <a:off x="12385675" y="6988175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668BB4C9-DC64-706D-45CB-F42CF76D60FF}"/>
              </a:ext>
            </a:extLst>
          </p:cNvPr>
          <p:cNvSpPr/>
          <p:nvPr/>
        </p:nvSpPr>
        <p:spPr>
          <a:xfrm>
            <a:off x="12385675" y="9725025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07509B9F-00D7-8B87-9D28-43EA2E97D766}"/>
              </a:ext>
            </a:extLst>
          </p:cNvPr>
          <p:cNvSpPr/>
          <p:nvPr/>
        </p:nvSpPr>
        <p:spPr>
          <a:xfrm>
            <a:off x="12385675" y="10788650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CF16E6AF-9D76-799A-28BC-76A16A0E58A0}"/>
              </a:ext>
            </a:extLst>
          </p:cNvPr>
          <p:cNvSpPr txBox="1"/>
          <p:nvPr/>
        </p:nvSpPr>
        <p:spPr>
          <a:xfrm rot="16200000">
            <a:off x="-234156" y="6557169"/>
            <a:ext cx="3771900" cy="7540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46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NEEDS</a:t>
            </a: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6E6CD4CA-099A-A06C-AB46-5DC5C9A238CE}"/>
              </a:ext>
            </a:extLst>
          </p:cNvPr>
          <p:cNvSpPr txBox="1"/>
          <p:nvPr/>
        </p:nvSpPr>
        <p:spPr>
          <a:xfrm rot="16200000">
            <a:off x="-236538" y="10309226"/>
            <a:ext cx="3776663" cy="7540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46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PREFENCES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9D1BF52E-357A-E9B4-CAA7-48907E1F03E4}"/>
              </a:ext>
            </a:extLst>
          </p:cNvPr>
          <p:cNvSpPr txBox="1"/>
          <p:nvPr/>
        </p:nvSpPr>
        <p:spPr>
          <a:xfrm>
            <a:off x="7488238" y="3613150"/>
            <a:ext cx="4481512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Physical</a:t>
            </a: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81B2F384-E186-29C9-4457-CA8AAA37CFCB}"/>
              </a:ext>
            </a:extLst>
          </p:cNvPr>
          <p:cNvSpPr txBox="1"/>
          <p:nvPr/>
        </p:nvSpPr>
        <p:spPr>
          <a:xfrm>
            <a:off x="12392025" y="3613150"/>
            <a:ext cx="4481513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PERSONALITY</a:t>
            </a:r>
          </a:p>
        </p:txBody>
      </p:sp>
      <p:sp>
        <p:nvSpPr>
          <p:cNvPr id="31" name="Line">
            <a:extLst>
              <a:ext uri="{FF2B5EF4-FFF2-40B4-BE49-F238E27FC236}">
                <a16:creationId xmlns:a16="http://schemas.microsoft.com/office/drawing/2014/main" id="{09CDF774-1A8F-0B46-6E8B-6317BCA65D8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12561888"/>
            <a:ext cx="15570200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32" name="Slide Number">
            <a:extLst>
              <a:ext uri="{FF2B5EF4-FFF2-40B4-BE49-F238E27FC236}">
                <a16:creationId xmlns:a16="http://schemas.microsoft.com/office/drawing/2014/main" id="{E84F33D3-75E0-A769-EC3A-5FA8EB735929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190391F-6890-47DF-ADD9-B95A19123AFB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4250244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FF2D5BB0-2045-D7D6-177F-E99B737869B4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C091EEA4-6944-12EF-9E39-2BDAA469EF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76200" y="-134938"/>
            <a:ext cx="24536400" cy="1282701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Line">
            <a:extLst>
              <a:ext uri="{FF2B5EF4-FFF2-40B4-BE49-F238E27FC236}">
                <a16:creationId xmlns:a16="http://schemas.microsoft.com/office/drawing/2014/main" id="{66EB0BF3-C33C-F9FB-B2EF-D5D66CA77D97}"/>
              </a:ext>
            </a:extLst>
          </p:cNvPr>
          <p:cNvSpPr>
            <a:spLocks noChangeShapeType="1"/>
          </p:cNvSpPr>
          <p:nvPr/>
        </p:nvSpPr>
        <p:spPr bwMode="auto">
          <a:xfrm>
            <a:off x="-257175" y="1168400"/>
            <a:ext cx="24898350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5" name="Line">
            <a:extLst>
              <a:ext uri="{FF2B5EF4-FFF2-40B4-BE49-F238E27FC236}">
                <a16:creationId xmlns:a16="http://schemas.microsoft.com/office/drawing/2014/main" id="{AD65013A-6ACA-3740-C370-D8886827470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9675" y="5089525"/>
            <a:ext cx="15568613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6" name="FC DEN BOSCH LOGO.png" descr="FC DEN BOSCH LOGO.png">
            <a:extLst>
              <a:ext uri="{FF2B5EF4-FFF2-40B4-BE49-F238E27FC236}">
                <a16:creationId xmlns:a16="http://schemas.microsoft.com/office/drawing/2014/main" id="{A153F33A-0510-93D7-FC5F-390083387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blurRad="139700" dist="148130" dir="5400000" rotWithShape="0">
              <a:srgbClr val="000000">
                <a:alpha val="50000"/>
              </a:srgbClr>
            </a:outerShdw>
            <a:reflection stA="50000" endPos="40000" dir="5400000" sy="-100000" algn="bl" rotWithShape="0"/>
          </a:effectLst>
        </p:spPr>
      </p:pic>
      <p:sp>
        <p:nvSpPr>
          <p:cNvPr id="7" name="Rectangle">
            <a:extLst>
              <a:ext uri="{FF2B5EF4-FFF2-40B4-BE49-F238E27FC236}">
                <a16:creationId xmlns:a16="http://schemas.microsoft.com/office/drawing/2014/main" id="{6031548C-2766-0A32-0670-FDA6DB6613DE}"/>
              </a:ext>
            </a:extLst>
          </p:cNvPr>
          <p:cNvSpPr/>
          <p:nvPr/>
        </p:nvSpPr>
        <p:spPr>
          <a:xfrm>
            <a:off x="2628900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FFFDD03-29EA-EB2E-67E7-9FCA6998300B}"/>
              </a:ext>
            </a:extLst>
          </p:cNvPr>
          <p:cNvSpPr txBox="1"/>
          <p:nvPr/>
        </p:nvSpPr>
        <p:spPr>
          <a:xfrm>
            <a:off x="2582863" y="3613150"/>
            <a:ext cx="4479925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VOETBAL</a:t>
            </a:r>
          </a:p>
        </p:txBody>
      </p:sp>
      <p:sp>
        <p:nvSpPr>
          <p:cNvPr id="9" name="Rectangle">
            <a:extLst>
              <a:ext uri="{FF2B5EF4-FFF2-40B4-BE49-F238E27FC236}">
                <a16:creationId xmlns:a16="http://schemas.microsoft.com/office/drawing/2014/main" id="{F8DEE32D-3632-D228-7C5C-3755C97EA9B4}"/>
              </a:ext>
            </a:extLst>
          </p:cNvPr>
          <p:cNvSpPr/>
          <p:nvPr/>
        </p:nvSpPr>
        <p:spPr>
          <a:xfrm>
            <a:off x="7481888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" name="Rectangle">
            <a:extLst>
              <a:ext uri="{FF2B5EF4-FFF2-40B4-BE49-F238E27FC236}">
                <a16:creationId xmlns:a16="http://schemas.microsoft.com/office/drawing/2014/main" id="{FB4EC03C-34B8-AF3F-83C2-D387A8DDB510}"/>
              </a:ext>
            </a:extLst>
          </p:cNvPr>
          <p:cNvSpPr/>
          <p:nvPr/>
        </p:nvSpPr>
        <p:spPr>
          <a:xfrm>
            <a:off x="12393613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11" name="Group">
            <a:extLst>
              <a:ext uri="{FF2B5EF4-FFF2-40B4-BE49-F238E27FC236}">
                <a16:creationId xmlns:a16="http://schemas.microsoft.com/office/drawing/2014/main" id="{C6F2B813-61A4-57FA-E291-F7680F774BB3}"/>
              </a:ext>
            </a:extLst>
          </p:cNvPr>
          <p:cNvGrpSpPr>
            <a:grpSpLocks/>
          </p:cNvGrpSpPr>
          <p:nvPr/>
        </p:nvGrpSpPr>
        <p:grpSpPr bwMode="auto">
          <a:xfrm>
            <a:off x="18383250" y="3832225"/>
            <a:ext cx="4746625" cy="7153275"/>
            <a:chOff x="0" y="0"/>
            <a:chExt cx="4746646" cy="7153726"/>
          </a:xfrm>
        </p:grpSpPr>
        <p:sp>
          <p:nvSpPr>
            <p:cNvPr id="12" name="Rounded Rectangle">
              <a:extLst>
                <a:ext uri="{FF2B5EF4-FFF2-40B4-BE49-F238E27FC236}">
                  <a16:creationId xmlns:a16="http://schemas.microsoft.com/office/drawing/2014/main" id="{8A311AFB-2656-7EFD-E748-C5E2A9E961CD}"/>
                </a:ext>
              </a:extLst>
            </p:cNvPr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blurRad="139700" dist="148130" dir="5400000" rotWithShape="0">
                <a:srgbClr val="000000">
                  <a:alpha val="50000"/>
                </a:srgbClr>
              </a:outerShdw>
              <a:reflection stA="50000" endPos="40000" dir="5400000" sy="-100000" algn="bl" rotWithShape="0"/>
            </a:effectLst>
          </p:spPr>
          <p:txBody>
            <a:bodyPr lIns="71437" tIns="71437" rIns="71437" bIns="71437" anchor="ctr"/>
            <a:lstStyle/>
            <a:p>
              <a:pPr algn="ctr" defTabSz="821531" eaLnBrk="1" fontAlgn="auto">
                <a:spcBef>
                  <a:spcPts val="0"/>
                </a:spcBef>
                <a:spcAft>
                  <a:spcPts val="0"/>
                </a:spcAft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3600" kern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endParaRPr>
            </a:p>
          </p:txBody>
        </p:sp>
        <p:pic>
          <p:nvPicPr>
            <p:cNvPr id="13" name="Image" descr="Image">
              <a:extLst>
                <a:ext uri="{FF2B5EF4-FFF2-40B4-BE49-F238E27FC236}">
                  <a16:creationId xmlns:a16="http://schemas.microsoft.com/office/drawing/2014/main" id="{5537AB20-3DA6-0C26-6C4F-3AA19AD200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79311"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4" name="Freeform 7">
            <a:extLst>
              <a:ext uri="{FF2B5EF4-FFF2-40B4-BE49-F238E27FC236}">
                <a16:creationId xmlns:a16="http://schemas.microsoft.com/office/drawing/2014/main" id="{6CAF45B4-5FCD-C55B-CF4D-51120FAB20B2}"/>
              </a:ext>
            </a:extLst>
          </p:cNvPr>
          <p:cNvSpPr/>
          <p:nvPr/>
        </p:nvSpPr>
        <p:spPr>
          <a:xfrm>
            <a:off x="2663825" y="5924550"/>
            <a:ext cx="4443413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CB9679E7-D5D2-DC65-2FDD-DBDD0AFDBC33}"/>
              </a:ext>
            </a:extLst>
          </p:cNvPr>
          <p:cNvSpPr/>
          <p:nvPr/>
        </p:nvSpPr>
        <p:spPr>
          <a:xfrm>
            <a:off x="2663825" y="6988175"/>
            <a:ext cx="4443413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34CE2BCC-67E7-29A7-71A0-C03333B62E61}"/>
              </a:ext>
            </a:extLst>
          </p:cNvPr>
          <p:cNvSpPr/>
          <p:nvPr/>
        </p:nvSpPr>
        <p:spPr>
          <a:xfrm>
            <a:off x="2663825" y="9725025"/>
            <a:ext cx="4443413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Freeform 7">
            <a:extLst>
              <a:ext uri="{FF2B5EF4-FFF2-40B4-BE49-F238E27FC236}">
                <a16:creationId xmlns:a16="http://schemas.microsoft.com/office/drawing/2014/main" id="{AAEE7048-ACA0-D625-14D5-03D46F893ED2}"/>
              </a:ext>
            </a:extLst>
          </p:cNvPr>
          <p:cNvSpPr/>
          <p:nvPr/>
        </p:nvSpPr>
        <p:spPr>
          <a:xfrm>
            <a:off x="2663825" y="10788650"/>
            <a:ext cx="4443413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Line">
            <a:extLst>
              <a:ext uri="{FF2B5EF4-FFF2-40B4-BE49-F238E27FC236}">
                <a16:creationId xmlns:a16="http://schemas.microsoft.com/office/drawing/2014/main" id="{3C817642-9C93-DB82-4F27-5FAF44DA90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8809038"/>
            <a:ext cx="15570200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C5B55A28-F68A-7388-1C48-A8359C015742}"/>
              </a:ext>
            </a:extLst>
          </p:cNvPr>
          <p:cNvSpPr/>
          <p:nvPr/>
        </p:nvSpPr>
        <p:spPr>
          <a:xfrm>
            <a:off x="7553325" y="5924550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47102B08-E437-1B46-8C5A-1F9A563522F5}"/>
              </a:ext>
            </a:extLst>
          </p:cNvPr>
          <p:cNvSpPr/>
          <p:nvPr/>
        </p:nvSpPr>
        <p:spPr>
          <a:xfrm>
            <a:off x="7553325" y="6988175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Freeform 7">
            <a:extLst>
              <a:ext uri="{FF2B5EF4-FFF2-40B4-BE49-F238E27FC236}">
                <a16:creationId xmlns:a16="http://schemas.microsoft.com/office/drawing/2014/main" id="{843FA657-BA9A-BB48-6E3C-BA17C1A816BA}"/>
              </a:ext>
            </a:extLst>
          </p:cNvPr>
          <p:cNvSpPr/>
          <p:nvPr/>
        </p:nvSpPr>
        <p:spPr>
          <a:xfrm>
            <a:off x="7553325" y="9725025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499536E5-6F48-0672-E2A9-E71959FE494F}"/>
              </a:ext>
            </a:extLst>
          </p:cNvPr>
          <p:cNvSpPr/>
          <p:nvPr/>
        </p:nvSpPr>
        <p:spPr>
          <a:xfrm>
            <a:off x="7553325" y="10788650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2A149D96-C8F6-C653-24B4-AE941377EF83}"/>
              </a:ext>
            </a:extLst>
          </p:cNvPr>
          <p:cNvSpPr/>
          <p:nvPr/>
        </p:nvSpPr>
        <p:spPr>
          <a:xfrm>
            <a:off x="12385675" y="5924550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A9D6DAE4-9AA0-8C44-FDD4-AFDE497F612A}"/>
              </a:ext>
            </a:extLst>
          </p:cNvPr>
          <p:cNvSpPr/>
          <p:nvPr/>
        </p:nvSpPr>
        <p:spPr>
          <a:xfrm>
            <a:off x="12385675" y="6988175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02B31CF2-62C1-5604-BBF2-7935A9A072EB}"/>
              </a:ext>
            </a:extLst>
          </p:cNvPr>
          <p:cNvSpPr/>
          <p:nvPr/>
        </p:nvSpPr>
        <p:spPr>
          <a:xfrm>
            <a:off x="12385675" y="9725025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CE44E7BF-52C1-1AE0-2419-72A8B3E9A958}"/>
              </a:ext>
            </a:extLst>
          </p:cNvPr>
          <p:cNvSpPr/>
          <p:nvPr/>
        </p:nvSpPr>
        <p:spPr>
          <a:xfrm>
            <a:off x="12385675" y="10788650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EC797E1B-BC63-47F2-1DEF-39873032AB38}"/>
              </a:ext>
            </a:extLst>
          </p:cNvPr>
          <p:cNvSpPr txBox="1"/>
          <p:nvPr/>
        </p:nvSpPr>
        <p:spPr>
          <a:xfrm rot="16200000">
            <a:off x="-234156" y="6557169"/>
            <a:ext cx="3771900" cy="7540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46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BEHOEFTEN</a:t>
            </a: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928FAD1F-91AD-ADD8-152D-8F1BED8897EE}"/>
              </a:ext>
            </a:extLst>
          </p:cNvPr>
          <p:cNvSpPr txBox="1"/>
          <p:nvPr/>
        </p:nvSpPr>
        <p:spPr>
          <a:xfrm rot="16200000">
            <a:off x="-236538" y="10309226"/>
            <a:ext cx="3776663" cy="7540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46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VOORKEUR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A918BCBE-0B36-E589-B35F-FCCB3368DF3B}"/>
              </a:ext>
            </a:extLst>
          </p:cNvPr>
          <p:cNvSpPr txBox="1"/>
          <p:nvPr/>
        </p:nvSpPr>
        <p:spPr>
          <a:xfrm>
            <a:off x="7488238" y="3613150"/>
            <a:ext cx="4481512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FYSIEK</a:t>
            </a: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4474DD26-572C-47F0-5522-08AF85CC2207}"/>
              </a:ext>
            </a:extLst>
          </p:cNvPr>
          <p:cNvSpPr txBox="1"/>
          <p:nvPr/>
        </p:nvSpPr>
        <p:spPr>
          <a:xfrm>
            <a:off x="12392025" y="3613150"/>
            <a:ext cx="4481513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PERSOONLIJKHEID</a:t>
            </a:r>
          </a:p>
        </p:txBody>
      </p:sp>
      <p:sp>
        <p:nvSpPr>
          <p:cNvPr id="31" name="Line">
            <a:extLst>
              <a:ext uri="{FF2B5EF4-FFF2-40B4-BE49-F238E27FC236}">
                <a16:creationId xmlns:a16="http://schemas.microsoft.com/office/drawing/2014/main" id="{A894407D-BB5F-3107-21FF-38AF2EA7616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12561888"/>
            <a:ext cx="15570200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32" name="Slide Number">
            <a:extLst>
              <a:ext uri="{FF2B5EF4-FFF2-40B4-BE49-F238E27FC236}">
                <a16:creationId xmlns:a16="http://schemas.microsoft.com/office/drawing/2014/main" id="{97548B04-852C-B921-CC4E-55DA0CF552B1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3B34576-D420-43E2-A281-51E8DEC40729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4115247785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Leeg kopie 7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>
            <a:extLst>
              <a:ext uri="{FF2B5EF4-FFF2-40B4-BE49-F238E27FC236}">
                <a16:creationId xmlns:a16="http://schemas.microsoft.com/office/drawing/2014/main" id="{1879F972-D5C7-42E6-51B0-F00C2A59B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925" y="215900"/>
            <a:ext cx="13520738" cy="1362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Slide Number">
            <a:extLst>
              <a:ext uri="{FF2B5EF4-FFF2-40B4-BE49-F238E27FC236}">
                <a16:creationId xmlns:a16="http://schemas.microsoft.com/office/drawing/2014/main" id="{E14D79FD-C34C-3A62-89F2-61B74DEDE2A5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7F141B0-63CB-4A08-BBD8-60F6B1743C4F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409969412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Leeg kopie 4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>
            <a:extLst>
              <a:ext uri="{FF2B5EF4-FFF2-40B4-BE49-F238E27FC236}">
                <a16:creationId xmlns:a16="http://schemas.microsoft.com/office/drawing/2014/main" id="{18415B15-55CE-DBB2-B74F-1F6DB8601C05}"/>
              </a:ext>
            </a:extLst>
          </p:cNvPr>
          <p:cNvSpPr/>
          <p:nvPr/>
        </p:nvSpPr>
        <p:spPr>
          <a:xfrm>
            <a:off x="228600" y="9285288"/>
            <a:ext cx="7296150" cy="4159250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Rectangle">
            <a:extLst>
              <a:ext uri="{FF2B5EF4-FFF2-40B4-BE49-F238E27FC236}">
                <a16:creationId xmlns:a16="http://schemas.microsoft.com/office/drawing/2014/main" id="{AF682C1E-3A9B-6E8F-8910-71A2A8D1C03F}"/>
              </a:ext>
            </a:extLst>
          </p:cNvPr>
          <p:cNvSpPr/>
          <p:nvPr/>
        </p:nvSpPr>
        <p:spPr>
          <a:xfrm>
            <a:off x="16452850" y="4481513"/>
            <a:ext cx="7805738" cy="3844925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92951BF1-79DC-A885-599E-D76AC351B4E9}"/>
              </a:ext>
            </a:extLst>
          </p:cNvPr>
          <p:cNvSpPr/>
          <p:nvPr/>
        </p:nvSpPr>
        <p:spPr>
          <a:xfrm>
            <a:off x="7858125" y="8534400"/>
            <a:ext cx="8289925" cy="491966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1C787132-CC2D-9FF7-2A28-C2D2E822CA67}"/>
              </a:ext>
            </a:extLst>
          </p:cNvPr>
          <p:cNvSpPr/>
          <p:nvPr/>
        </p:nvSpPr>
        <p:spPr>
          <a:xfrm>
            <a:off x="16452850" y="8534400"/>
            <a:ext cx="7805738" cy="491966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Rectangle">
            <a:extLst>
              <a:ext uri="{FF2B5EF4-FFF2-40B4-BE49-F238E27FC236}">
                <a16:creationId xmlns:a16="http://schemas.microsoft.com/office/drawing/2014/main" id="{CBF01031-3185-8E6D-FFD0-E8887DCF7EF1}"/>
              </a:ext>
            </a:extLst>
          </p:cNvPr>
          <p:cNvSpPr/>
          <p:nvPr/>
        </p:nvSpPr>
        <p:spPr>
          <a:xfrm>
            <a:off x="16452850" y="238125"/>
            <a:ext cx="7805738" cy="4035425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Rectangle">
            <a:extLst>
              <a:ext uri="{FF2B5EF4-FFF2-40B4-BE49-F238E27FC236}">
                <a16:creationId xmlns:a16="http://schemas.microsoft.com/office/drawing/2014/main" id="{C86B2036-65FF-183C-BB47-6DF9F99804D2}"/>
              </a:ext>
            </a:extLst>
          </p:cNvPr>
          <p:cNvSpPr/>
          <p:nvPr/>
        </p:nvSpPr>
        <p:spPr>
          <a:xfrm>
            <a:off x="7815263" y="4484688"/>
            <a:ext cx="3971925" cy="3838575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E3FC68B1-ED4F-E7E0-897C-3A3D8DFFD3B8}"/>
              </a:ext>
            </a:extLst>
          </p:cNvPr>
          <p:cNvSpPr/>
          <p:nvPr/>
        </p:nvSpPr>
        <p:spPr>
          <a:xfrm>
            <a:off x="7815263" y="238125"/>
            <a:ext cx="8289925" cy="4035425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Rectangle">
            <a:extLst>
              <a:ext uri="{FF2B5EF4-FFF2-40B4-BE49-F238E27FC236}">
                <a16:creationId xmlns:a16="http://schemas.microsoft.com/office/drawing/2014/main" id="{E43ABDF5-CCC6-F885-4F71-B3471EB23FFA}"/>
              </a:ext>
            </a:extLst>
          </p:cNvPr>
          <p:cNvSpPr/>
          <p:nvPr/>
        </p:nvSpPr>
        <p:spPr>
          <a:xfrm>
            <a:off x="236538" y="238125"/>
            <a:ext cx="7297737" cy="863123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TextBox 38">
            <a:extLst>
              <a:ext uri="{FF2B5EF4-FFF2-40B4-BE49-F238E27FC236}">
                <a16:creationId xmlns:a16="http://schemas.microsoft.com/office/drawing/2014/main" id="{F7B75FDA-C840-D6DF-6130-1A28F6C004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1795463"/>
            <a:ext cx="2233612" cy="80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Date of birth</a:t>
            </a:r>
          </a:p>
        </p:txBody>
      </p:sp>
      <p:sp>
        <p:nvSpPr>
          <p:cNvPr id="11" name="TextBox 38">
            <a:extLst>
              <a:ext uri="{FF2B5EF4-FFF2-40B4-BE49-F238E27FC236}">
                <a16:creationId xmlns:a16="http://schemas.microsoft.com/office/drawing/2014/main" id="{DE4F021C-6E0F-42E9-B77E-BA1BDE2400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2555875"/>
            <a:ext cx="2233612" cy="80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City of Birth </a:t>
            </a:r>
          </a:p>
        </p:txBody>
      </p:sp>
      <p:sp>
        <p:nvSpPr>
          <p:cNvPr id="12" name="TextBox 38">
            <a:extLst>
              <a:ext uri="{FF2B5EF4-FFF2-40B4-BE49-F238E27FC236}">
                <a16:creationId xmlns:a16="http://schemas.microsoft.com/office/drawing/2014/main" id="{7AD02E29-288A-67A0-31C5-C701B77B58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825" y="3289300"/>
            <a:ext cx="3000375" cy="166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Nationality</a:t>
            </a:r>
          </a:p>
        </p:txBody>
      </p:sp>
      <p:sp>
        <p:nvSpPr>
          <p:cNvPr id="13" name="TextBox 38">
            <a:extLst>
              <a:ext uri="{FF2B5EF4-FFF2-40B4-BE49-F238E27FC236}">
                <a16:creationId xmlns:a16="http://schemas.microsoft.com/office/drawing/2014/main" id="{DAEB2C90-3D3E-E9A7-140E-0243130F0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4081463"/>
            <a:ext cx="2233612" cy="166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Height</a:t>
            </a:r>
          </a:p>
        </p:txBody>
      </p:sp>
      <p:sp>
        <p:nvSpPr>
          <p:cNvPr id="14" name="TextBox 38">
            <a:extLst>
              <a:ext uri="{FF2B5EF4-FFF2-40B4-BE49-F238E27FC236}">
                <a16:creationId xmlns:a16="http://schemas.microsoft.com/office/drawing/2014/main" id="{EC816005-5AD3-F0EC-9C78-E1CB16BFE6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4806950"/>
            <a:ext cx="2233612" cy="166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Preferred foot</a:t>
            </a:r>
          </a:p>
        </p:txBody>
      </p:sp>
      <p:sp>
        <p:nvSpPr>
          <p:cNvPr id="15" name="TextBox 38">
            <a:extLst>
              <a:ext uri="{FF2B5EF4-FFF2-40B4-BE49-F238E27FC236}">
                <a16:creationId xmlns:a16="http://schemas.microsoft.com/office/drawing/2014/main" id="{1138A391-970A-F1A2-99DE-58190908C7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5570538"/>
            <a:ext cx="2233612" cy="166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Club</a:t>
            </a:r>
          </a:p>
        </p:txBody>
      </p:sp>
      <p:sp>
        <p:nvSpPr>
          <p:cNvPr id="16" name="TextBox 38">
            <a:extLst>
              <a:ext uri="{FF2B5EF4-FFF2-40B4-BE49-F238E27FC236}">
                <a16:creationId xmlns:a16="http://schemas.microsoft.com/office/drawing/2014/main" id="{C3C7A9BB-733D-78C6-B475-03776E3AE8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6264275"/>
            <a:ext cx="2233612" cy="166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League</a:t>
            </a:r>
          </a:p>
        </p:txBody>
      </p:sp>
      <p:sp>
        <p:nvSpPr>
          <p:cNvPr id="17" name="Freeform 5">
            <a:extLst>
              <a:ext uri="{FF2B5EF4-FFF2-40B4-BE49-F238E27FC236}">
                <a16:creationId xmlns:a16="http://schemas.microsoft.com/office/drawing/2014/main" id="{84ABFC0C-DFFA-BFE6-78F8-D7820B3EDF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0650" y="1782763"/>
            <a:ext cx="5348288" cy="2540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/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</a:pPr>
            <a:endParaRPr lang="LID4096" altLang="LID4096" sz="24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8" name="Rectangle">
            <a:extLst>
              <a:ext uri="{FF2B5EF4-FFF2-40B4-BE49-F238E27FC236}">
                <a16:creationId xmlns:a16="http://schemas.microsoft.com/office/drawing/2014/main" id="{AE6B3A24-0593-E855-AB34-4B4357D8927F}"/>
              </a:ext>
            </a:extLst>
          </p:cNvPr>
          <p:cNvSpPr/>
          <p:nvPr/>
        </p:nvSpPr>
        <p:spPr>
          <a:xfrm>
            <a:off x="11217275" y="979488"/>
            <a:ext cx="2112963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Rectangle">
            <a:extLst>
              <a:ext uri="{FF2B5EF4-FFF2-40B4-BE49-F238E27FC236}">
                <a16:creationId xmlns:a16="http://schemas.microsoft.com/office/drawing/2014/main" id="{8229902B-9308-61A8-F6CA-44DFE77276F6}"/>
              </a:ext>
            </a:extLst>
          </p:cNvPr>
          <p:cNvSpPr/>
          <p:nvPr/>
        </p:nvSpPr>
        <p:spPr>
          <a:xfrm>
            <a:off x="13606463" y="979488"/>
            <a:ext cx="2114550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Rectangle">
            <a:extLst>
              <a:ext uri="{FF2B5EF4-FFF2-40B4-BE49-F238E27FC236}">
                <a16:creationId xmlns:a16="http://schemas.microsoft.com/office/drawing/2014/main" id="{1D0BE9B9-D992-F967-4DA6-299DC8269C12}"/>
              </a:ext>
            </a:extLst>
          </p:cNvPr>
          <p:cNvSpPr/>
          <p:nvPr/>
        </p:nvSpPr>
        <p:spPr>
          <a:xfrm>
            <a:off x="11217275" y="1711325"/>
            <a:ext cx="2112963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Rectangle">
            <a:extLst>
              <a:ext uri="{FF2B5EF4-FFF2-40B4-BE49-F238E27FC236}">
                <a16:creationId xmlns:a16="http://schemas.microsoft.com/office/drawing/2014/main" id="{65F2FE85-7856-DA6B-C538-C37055A86961}"/>
              </a:ext>
            </a:extLst>
          </p:cNvPr>
          <p:cNvSpPr/>
          <p:nvPr/>
        </p:nvSpPr>
        <p:spPr>
          <a:xfrm>
            <a:off x="13606463" y="1711325"/>
            <a:ext cx="2114550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Rectangle">
            <a:extLst>
              <a:ext uri="{FF2B5EF4-FFF2-40B4-BE49-F238E27FC236}">
                <a16:creationId xmlns:a16="http://schemas.microsoft.com/office/drawing/2014/main" id="{833416CD-CC7C-D499-5124-0DDC84B894D9}"/>
              </a:ext>
            </a:extLst>
          </p:cNvPr>
          <p:cNvSpPr/>
          <p:nvPr/>
        </p:nvSpPr>
        <p:spPr>
          <a:xfrm>
            <a:off x="11217275" y="2500313"/>
            <a:ext cx="2112963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Rectangle">
            <a:extLst>
              <a:ext uri="{FF2B5EF4-FFF2-40B4-BE49-F238E27FC236}">
                <a16:creationId xmlns:a16="http://schemas.microsoft.com/office/drawing/2014/main" id="{559E8EC1-0226-FEB0-B188-9BE7F16BB96F}"/>
              </a:ext>
            </a:extLst>
          </p:cNvPr>
          <p:cNvSpPr/>
          <p:nvPr/>
        </p:nvSpPr>
        <p:spPr>
          <a:xfrm>
            <a:off x="13606463" y="2500313"/>
            <a:ext cx="2114550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Rectangle">
            <a:extLst>
              <a:ext uri="{FF2B5EF4-FFF2-40B4-BE49-F238E27FC236}">
                <a16:creationId xmlns:a16="http://schemas.microsoft.com/office/drawing/2014/main" id="{97384B8E-21E1-58BF-DB16-BB94A9C470D5}"/>
              </a:ext>
            </a:extLst>
          </p:cNvPr>
          <p:cNvSpPr/>
          <p:nvPr/>
        </p:nvSpPr>
        <p:spPr>
          <a:xfrm>
            <a:off x="11217275" y="3276600"/>
            <a:ext cx="2112963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Rectangle">
            <a:extLst>
              <a:ext uri="{FF2B5EF4-FFF2-40B4-BE49-F238E27FC236}">
                <a16:creationId xmlns:a16="http://schemas.microsoft.com/office/drawing/2014/main" id="{68EABA78-D797-13A2-C72A-92C8119A9E5B}"/>
              </a:ext>
            </a:extLst>
          </p:cNvPr>
          <p:cNvSpPr/>
          <p:nvPr/>
        </p:nvSpPr>
        <p:spPr>
          <a:xfrm>
            <a:off x="13606463" y="3276600"/>
            <a:ext cx="2114550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TextBox 40">
            <a:extLst>
              <a:ext uri="{FF2B5EF4-FFF2-40B4-BE49-F238E27FC236}">
                <a16:creationId xmlns:a16="http://schemas.microsoft.com/office/drawing/2014/main" id="{7651CA3A-7AE6-7712-3A8A-8C0EE7CD7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7825" y="131763"/>
            <a:ext cx="1806575" cy="3579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ts val="56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STATS</a:t>
            </a:r>
          </a:p>
          <a:p>
            <a:pPr eaLnBrk="1">
              <a:lnSpc>
                <a:spcPts val="56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Matches</a:t>
            </a:r>
          </a:p>
          <a:p>
            <a:pPr eaLnBrk="1">
              <a:lnSpc>
                <a:spcPts val="61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Minutes</a:t>
            </a:r>
          </a:p>
          <a:p>
            <a:pPr eaLnBrk="1">
              <a:lnSpc>
                <a:spcPts val="5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Goals</a:t>
            </a:r>
          </a:p>
          <a:p>
            <a:pPr eaLnBrk="1">
              <a:lnSpc>
                <a:spcPts val="61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Assists</a:t>
            </a:r>
          </a:p>
        </p:txBody>
      </p:sp>
      <p:sp>
        <p:nvSpPr>
          <p:cNvPr id="27" name="TextBox 41">
            <a:extLst>
              <a:ext uri="{FF2B5EF4-FFF2-40B4-BE49-F238E27FC236}">
                <a16:creationId xmlns:a16="http://schemas.microsoft.com/office/drawing/2014/main" id="{C4C977F8-62BC-8E0F-A702-9F7D5BBA1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7825" y="4521200"/>
            <a:ext cx="2754313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ts val="34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PLAYER RATING</a:t>
            </a:r>
          </a:p>
        </p:txBody>
      </p:sp>
      <p:sp>
        <p:nvSpPr>
          <p:cNvPr id="28" name="TextBox 46">
            <a:extLst>
              <a:ext uri="{FF2B5EF4-FFF2-40B4-BE49-F238E27FC236}">
                <a16:creationId xmlns:a16="http://schemas.microsoft.com/office/drawing/2014/main" id="{C05C3288-4EC4-0D26-1C2D-01804F50C8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0361613"/>
            <a:ext cx="2913062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240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Transfer value</a:t>
            </a:r>
          </a:p>
        </p:txBody>
      </p:sp>
      <p:sp>
        <p:nvSpPr>
          <p:cNvPr id="29" name="Rectangle">
            <a:extLst>
              <a:ext uri="{FF2B5EF4-FFF2-40B4-BE49-F238E27FC236}">
                <a16:creationId xmlns:a16="http://schemas.microsoft.com/office/drawing/2014/main" id="{FA9E6BCC-8E0B-5AE3-9F96-B9AC1EBC9F34}"/>
              </a:ext>
            </a:extLst>
          </p:cNvPr>
          <p:cNvSpPr/>
          <p:nvPr/>
        </p:nvSpPr>
        <p:spPr>
          <a:xfrm>
            <a:off x="19705638" y="11071225"/>
            <a:ext cx="3648075" cy="60642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Rectangle">
            <a:extLst>
              <a:ext uri="{FF2B5EF4-FFF2-40B4-BE49-F238E27FC236}">
                <a16:creationId xmlns:a16="http://schemas.microsoft.com/office/drawing/2014/main" id="{3B284091-FDF0-4A38-4F1E-14586DB0BF30}"/>
              </a:ext>
            </a:extLst>
          </p:cNvPr>
          <p:cNvSpPr/>
          <p:nvPr/>
        </p:nvSpPr>
        <p:spPr>
          <a:xfrm>
            <a:off x="19705638" y="11818938"/>
            <a:ext cx="3648075" cy="60483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Rectangle">
            <a:extLst>
              <a:ext uri="{FF2B5EF4-FFF2-40B4-BE49-F238E27FC236}">
                <a16:creationId xmlns:a16="http://schemas.microsoft.com/office/drawing/2014/main" id="{E622A4DA-7077-E6C1-67E8-B05B60E82D0C}"/>
              </a:ext>
            </a:extLst>
          </p:cNvPr>
          <p:cNvSpPr/>
          <p:nvPr/>
        </p:nvSpPr>
        <p:spPr>
          <a:xfrm>
            <a:off x="19705638" y="12547600"/>
            <a:ext cx="3648075" cy="60642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Rectangle">
            <a:extLst>
              <a:ext uri="{FF2B5EF4-FFF2-40B4-BE49-F238E27FC236}">
                <a16:creationId xmlns:a16="http://schemas.microsoft.com/office/drawing/2014/main" id="{A8BDB78A-6BA9-A5F5-3F31-98D527AB3498}"/>
              </a:ext>
            </a:extLst>
          </p:cNvPr>
          <p:cNvSpPr/>
          <p:nvPr/>
        </p:nvSpPr>
        <p:spPr>
          <a:xfrm>
            <a:off x="18197513" y="398463"/>
            <a:ext cx="5799137" cy="371633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TextBox 43">
            <a:extLst>
              <a:ext uri="{FF2B5EF4-FFF2-40B4-BE49-F238E27FC236}">
                <a16:creationId xmlns:a16="http://schemas.microsoft.com/office/drawing/2014/main" id="{4A5D04A7-D989-0409-4C40-ECE0ADE997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334963"/>
            <a:ext cx="2138363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34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CURRENT SEASON</a:t>
            </a:r>
          </a:p>
        </p:txBody>
      </p:sp>
      <p:sp>
        <p:nvSpPr>
          <p:cNvPr id="34" name="TextBox 44">
            <a:extLst>
              <a:ext uri="{FF2B5EF4-FFF2-40B4-BE49-F238E27FC236}">
                <a16:creationId xmlns:a16="http://schemas.microsoft.com/office/drawing/2014/main" id="{5EF82426-EEE7-3E7B-35EA-2147F9A6B7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89063" y="334963"/>
            <a:ext cx="114935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34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CAREER</a:t>
            </a:r>
          </a:p>
        </p:txBody>
      </p:sp>
      <p:sp>
        <p:nvSpPr>
          <p:cNvPr id="35" name="TextBox 46">
            <a:extLst>
              <a:ext uri="{FF2B5EF4-FFF2-40B4-BE49-F238E27FC236}">
                <a16:creationId xmlns:a16="http://schemas.microsoft.com/office/drawing/2014/main" id="{0B878723-D103-A956-56B3-22B793189EC6}"/>
              </a:ext>
            </a:extLst>
          </p:cNvPr>
          <p:cNvSpPr txBox="1"/>
          <p:nvPr/>
        </p:nvSpPr>
        <p:spPr>
          <a:xfrm>
            <a:off x="16765588" y="8728075"/>
            <a:ext cx="2914650" cy="4191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sz="2400" b="1"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kern="0"/>
              <a:t>Transfer details</a:t>
            </a:r>
          </a:p>
        </p:txBody>
      </p:sp>
      <p:sp>
        <p:nvSpPr>
          <p:cNvPr id="36" name="TextBox 45">
            <a:extLst>
              <a:ext uri="{FF2B5EF4-FFF2-40B4-BE49-F238E27FC236}">
                <a16:creationId xmlns:a16="http://schemas.microsoft.com/office/drawing/2014/main" id="{F0785A45-993D-C064-C6CE-66A8896B04E0}"/>
              </a:ext>
            </a:extLst>
          </p:cNvPr>
          <p:cNvSpPr txBox="1"/>
          <p:nvPr/>
        </p:nvSpPr>
        <p:spPr>
          <a:xfrm>
            <a:off x="16681450" y="387350"/>
            <a:ext cx="1743075" cy="4191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2400" b="1"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 b="0" cap="none"/>
            </a:pPr>
            <a:r>
              <a:rPr kern="0"/>
              <a:t>Scouting</a:t>
            </a:r>
          </a:p>
        </p:txBody>
      </p:sp>
      <p:sp>
        <p:nvSpPr>
          <p:cNvPr id="37" name="TextBox 47">
            <a:extLst>
              <a:ext uri="{FF2B5EF4-FFF2-40B4-BE49-F238E27FC236}">
                <a16:creationId xmlns:a16="http://schemas.microsoft.com/office/drawing/2014/main" id="{5436D103-00B2-7FAC-5833-84E57DF1802D}"/>
              </a:ext>
            </a:extLst>
          </p:cNvPr>
          <p:cNvSpPr txBox="1"/>
          <p:nvPr/>
        </p:nvSpPr>
        <p:spPr>
          <a:xfrm>
            <a:off x="8043863" y="8651875"/>
            <a:ext cx="3000375" cy="46355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19200" eaLnBrk="1" fontAlgn="auto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b="1" kern="0"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Summary scouting</a:t>
            </a:r>
            <a:r>
              <a:rPr sz="2400" b="1" kern="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:</a:t>
            </a:r>
          </a:p>
        </p:txBody>
      </p:sp>
      <p:sp>
        <p:nvSpPr>
          <p:cNvPr id="38" name="Rectangle">
            <a:extLst>
              <a:ext uri="{FF2B5EF4-FFF2-40B4-BE49-F238E27FC236}">
                <a16:creationId xmlns:a16="http://schemas.microsoft.com/office/drawing/2014/main" id="{1C704667-FAE4-A484-A4FB-9FFB29FF8A47}"/>
              </a:ext>
            </a:extLst>
          </p:cNvPr>
          <p:cNvSpPr/>
          <p:nvPr/>
        </p:nvSpPr>
        <p:spPr>
          <a:xfrm>
            <a:off x="3602038" y="2095500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Rectangle">
            <a:extLst>
              <a:ext uri="{FF2B5EF4-FFF2-40B4-BE49-F238E27FC236}">
                <a16:creationId xmlns:a16="http://schemas.microsoft.com/office/drawing/2014/main" id="{4A36B34E-6A68-61BE-7E8C-DA94EC087A4F}"/>
              </a:ext>
            </a:extLst>
          </p:cNvPr>
          <p:cNvSpPr/>
          <p:nvPr/>
        </p:nvSpPr>
        <p:spPr>
          <a:xfrm>
            <a:off x="3602038" y="2849563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Rectangle">
            <a:extLst>
              <a:ext uri="{FF2B5EF4-FFF2-40B4-BE49-F238E27FC236}">
                <a16:creationId xmlns:a16="http://schemas.microsoft.com/office/drawing/2014/main" id="{4BC8090F-BC51-9AD4-E284-2004FB646DB5}"/>
              </a:ext>
            </a:extLst>
          </p:cNvPr>
          <p:cNvSpPr/>
          <p:nvPr/>
        </p:nvSpPr>
        <p:spPr>
          <a:xfrm>
            <a:off x="3602038" y="3606800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Rectangle">
            <a:extLst>
              <a:ext uri="{FF2B5EF4-FFF2-40B4-BE49-F238E27FC236}">
                <a16:creationId xmlns:a16="http://schemas.microsoft.com/office/drawing/2014/main" id="{AC2C8791-1D5E-AB04-F889-8DFBDC7B6CB0}"/>
              </a:ext>
            </a:extLst>
          </p:cNvPr>
          <p:cNvSpPr/>
          <p:nvPr/>
        </p:nvSpPr>
        <p:spPr>
          <a:xfrm>
            <a:off x="3602038" y="4364038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Rectangle">
            <a:extLst>
              <a:ext uri="{FF2B5EF4-FFF2-40B4-BE49-F238E27FC236}">
                <a16:creationId xmlns:a16="http://schemas.microsoft.com/office/drawing/2014/main" id="{82C173E2-8630-8DFA-E186-DF238E8110E0}"/>
              </a:ext>
            </a:extLst>
          </p:cNvPr>
          <p:cNvSpPr/>
          <p:nvPr/>
        </p:nvSpPr>
        <p:spPr>
          <a:xfrm>
            <a:off x="3602038" y="5118100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Rectangle">
            <a:extLst>
              <a:ext uri="{FF2B5EF4-FFF2-40B4-BE49-F238E27FC236}">
                <a16:creationId xmlns:a16="http://schemas.microsoft.com/office/drawing/2014/main" id="{0B540238-4992-301D-DA08-4256F266F7C1}"/>
              </a:ext>
            </a:extLst>
          </p:cNvPr>
          <p:cNvSpPr/>
          <p:nvPr/>
        </p:nvSpPr>
        <p:spPr>
          <a:xfrm>
            <a:off x="3602038" y="5861050"/>
            <a:ext cx="3624262" cy="588963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Rectangle">
            <a:extLst>
              <a:ext uri="{FF2B5EF4-FFF2-40B4-BE49-F238E27FC236}">
                <a16:creationId xmlns:a16="http://schemas.microsoft.com/office/drawing/2014/main" id="{4C6D5D2F-D098-6F5E-26F6-72854DBEE864}"/>
              </a:ext>
            </a:extLst>
          </p:cNvPr>
          <p:cNvSpPr/>
          <p:nvPr/>
        </p:nvSpPr>
        <p:spPr>
          <a:xfrm>
            <a:off x="3602038" y="6610350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TextBox 38">
            <a:extLst>
              <a:ext uri="{FF2B5EF4-FFF2-40B4-BE49-F238E27FC236}">
                <a16:creationId xmlns:a16="http://schemas.microsoft.com/office/drawing/2014/main" id="{927AA966-53CE-CE38-86D5-620310281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6999288"/>
            <a:ext cx="2233612" cy="166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Agency</a:t>
            </a:r>
          </a:p>
        </p:txBody>
      </p:sp>
      <p:sp>
        <p:nvSpPr>
          <p:cNvPr id="46" name="Rectangle">
            <a:extLst>
              <a:ext uri="{FF2B5EF4-FFF2-40B4-BE49-F238E27FC236}">
                <a16:creationId xmlns:a16="http://schemas.microsoft.com/office/drawing/2014/main" id="{AF92087A-407B-07CA-C4BD-649CDCC74477}"/>
              </a:ext>
            </a:extLst>
          </p:cNvPr>
          <p:cNvSpPr/>
          <p:nvPr/>
        </p:nvSpPr>
        <p:spPr>
          <a:xfrm>
            <a:off x="3602038" y="7345363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TextBox 38">
            <a:extLst>
              <a:ext uri="{FF2B5EF4-FFF2-40B4-BE49-F238E27FC236}">
                <a16:creationId xmlns:a16="http://schemas.microsoft.com/office/drawing/2014/main" id="{06B9D319-E43F-AD38-4B34-C23AF89E81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7734300"/>
            <a:ext cx="2233612" cy="166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Agent</a:t>
            </a:r>
          </a:p>
        </p:txBody>
      </p:sp>
      <p:sp>
        <p:nvSpPr>
          <p:cNvPr id="48" name="Rectangle">
            <a:extLst>
              <a:ext uri="{FF2B5EF4-FFF2-40B4-BE49-F238E27FC236}">
                <a16:creationId xmlns:a16="http://schemas.microsoft.com/office/drawing/2014/main" id="{ED608D30-1538-61D5-6796-9D9EDE42812A}"/>
              </a:ext>
            </a:extLst>
          </p:cNvPr>
          <p:cNvSpPr/>
          <p:nvPr/>
        </p:nvSpPr>
        <p:spPr>
          <a:xfrm>
            <a:off x="3602038" y="8078788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Rectangle">
            <a:extLst>
              <a:ext uri="{FF2B5EF4-FFF2-40B4-BE49-F238E27FC236}">
                <a16:creationId xmlns:a16="http://schemas.microsoft.com/office/drawing/2014/main" id="{DA98424D-7334-CA7F-26B4-DDC4B58978D6}"/>
              </a:ext>
            </a:extLst>
          </p:cNvPr>
          <p:cNvSpPr/>
          <p:nvPr/>
        </p:nvSpPr>
        <p:spPr>
          <a:xfrm>
            <a:off x="19705638" y="10315575"/>
            <a:ext cx="3648075" cy="60642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Rectangle">
            <a:extLst>
              <a:ext uri="{FF2B5EF4-FFF2-40B4-BE49-F238E27FC236}">
                <a16:creationId xmlns:a16="http://schemas.microsoft.com/office/drawing/2014/main" id="{A4211F8B-4FD7-676B-6E25-173F1EB00C49}"/>
              </a:ext>
            </a:extLst>
          </p:cNvPr>
          <p:cNvSpPr/>
          <p:nvPr/>
        </p:nvSpPr>
        <p:spPr>
          <a:xfrm>
            <a:off x="19718338" y="9559925"/>
            <a:ext cx="3648075" cy="60642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TextBox 46">
            <a:extLst>
              <a:ext uri="{FF2B5EF4-FFF2-40B4-BE49-F238E27FC236}">
                <a16:creationId xmlns:a16="http://schemas.microsoft.com/office/drawing/2014/main" id="{005528CC-EDAC-B8BF-C465-581A445BAC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2641263"/>
            <a:ext cx="2913062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240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Next step</a:t>
            </a:r>
          </a:p>
        </p:txBody>
      </p:sp>
      <p:sp>
        <p:nvSpPr>
          <p:cNvPr id="52" name="TextBox 46">
            <a:extLst>
              <a:ext uri="{FF2B5EF4-FFF2-40B4-BE49-F238E27FC236}">
                <a16:creationId xmlns:a16="http://schemas.microsoft.com/office/drawing/2014/main" id="{CBA789ED-BA60-400A-B3E2-1F858E10FC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1884025"/>
            <a:ext cx="2913062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240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Prediction year 2</a:t>
            </a:r>
          </a:p>
        </p:txBody>
      </p:sp>
      <p:sp>
        <p:nvSpPr>
          <p:cNvPr id="53" name="TextBox 46">
            <a:extLst>
              <a:ext uri="{FF2B5EF4-FFF2-40B4-BE49-F238E27FC236}">
                <a16:creationId xmlns:a16="http://schemas.microsoft.com/office/drawing/2014/main" id="{AC970279-CB65-7480-9D2D-7200CF5FA4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1101388"/>
            <a:ext cx="2913062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240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Prediction year 1</a:t>
            </a:r>
          </a:p>
        </p:txBody>
      </p:sp>
      <p:sp>
        <p:nvSpPr>
          <p:cNvPr id="54" name="TextBox 46">
            <a:extLst>
              <a:ext uri="{FF2B5EF4-FFF2-40B4-BE49-F238E27FC236}">
                <a16:creationId xmlns:a16="http://schemas.microsoft.com/office/drawing/2014/main" id="{272A49E5-DAC8-5F1E-7797-DEA81931B6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9615488"/>
            <a:ext cx="2913062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240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End of contract</a:t>
            </a:r>
          </a:p>
        </p:txBody>
      </p:sp>
      <p:sp>
        <p:nvSpPr>
          <p:cNvPr id="55" name="Rectangle">
            <a:extLst>
              <a:ext uri="{FF2B5EF4-FFF2-40B4-BE49-F238E27FC236}">
                <a16:creationId xmlns:a16="http://schemas.microsoft.com/office/drawing/2014/main" id="{6EB5660D-942C-BF1A-8068-A8E976E304B3}"/>
              </a:ext>
            </a:extLst>
          </p:cNvPr>
          <p:cNvSpPr/>
          <p:nvPr/>
        </p:nvSpPr>
        <p:spPr>
          <a:xfrm>
            <a:off x="12133263" y="4484688"/>
            <a:ext cx="3981450" cy="3838575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TextBox 41">
            <a:extLst>
              <a:ext uri="{FF2B5EF4-FFF2-40B4-BE49-F238E27FC236}">
                <a16:creationId xmlns:a16="http://schemas.microsoft.com/office/drawing/2014/main" id="{DC4A798A-E353-5D83-0EFF-64D1904753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15825" y="4521200"/>
            <a:ext cx="27559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ts val="34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PLAYER AVAILABILITY</a:t>
            </a:r>
          </a:p>
        </p:txBody>
      </p:sp>
      <p:pic>
        <p:nvPicPr>
          <p:cNvPr id="57" name="Image" descr="Image">
            <a:extLst>
              <a:ext uri="{FF2B5EF4-FFF2-40B4-BE49-F238E27FC236}">
                <a16:creationId xmlns:a16="http://schemas.microsoft.com/office/drawing/2014/main" id="{C1EA1CD5-D503-B891-A743-906C7CD2A4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58" name="Rectangle">
            <a:extLst>
              <a:ext uri="{FF2B5EF4-FFF2-40B4-BE49-F238E27FC236}">
                <a16:creationId xmlns:a16="http://schemas.microsoft.com/office/drawing/2014/main" id="{0BE4F84B-CB51-6BDB-95A4-86617AB57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6900" y="9340850"/>
            <a:ext cx="2809875" cy="4048125"/>
          </a:xfrm>
          <a:prstGeom prst="rect">
            <a:avLst/>
          </a:prstGeom>
          <a:noFill/>
          <a:ln w="19050">
            <a:solidFill>
              <a:srgbClr val="FFFF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45719" rIns="45719" anchor="ctr"/>
          <a:lstStyle>
            <a:lvl1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  <a:sym typeface="Aptos" panose="020B0004020202020204" pitchFamily="34" charset="0"/>
            </a:endParaRPr>
          </a:p>
        </p:txBody>
      </p:sp>
      <p:sp>
        <p:nvSpPr>
          <p:cNvPr id="59" name="TextBox 41">
            <a:extLst>
              <a:ext uri="{FF2B5EF4-FFF2-40B4-BE49-F238E27FC236}">
                <a16:creationId xmlns:a16="http://schemas.microsoft.com/office/drawing/2014/main" id="{D4D4BF22-A62A-BAA3-F327-A6E685C383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400" y="9496425"/>
            <a:ext cx="27559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ts val="34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PLAYERS PROFILE</a:t>
            </a:r>
          </a:p>
        </p:txBody>
      </p:sp>
      <p:sp>
        <p:nvSpPr>
          <p:cNvPr id="60" name="TextBox 31">
            <a:extLst>
              <a:ext uri="{FF2B5EF4-FFF2-40B4-BE49-F238E27FC236}">
                <a16:creationId xmlns:a16="http://schemas.microsoft.com/office/drawing/2014/main" id="{20315D45-61A4-6441-8BA6-889ED9EAC59A}"/>
              </a:ext>
            </a:extLst>
          </p:cNvPr>
          <p:cNvSpPr txBox="1"/>
          <p:nvPr/>
        </p:nvSpPr>
        <p:spPr>
          <a:xfrm>
            <a:off x="390525" y="11553825"/>
            <a:ext cx="2151063" cy="167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254000" indent="-254000" defTabSz="1285875" eaLnBrk="1" fontAlgn="auto">
              <a:spcBef>
                <a:spcPts val="0"/>
              </a:spcBef>
              <a:spcAft>
                <a:spcPts val="0"/>
              </a:spcAft>
              <a:buSzPct val="123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Total Distance: </a:t>
            </a:r>
          </a:p>
          <a:p>
            <a:pPr marL="254000" indent="-254000" defTabSz="1285875" eaLnBrk="1" fontAlgn="auto">
              <a:spcBef>
                <a:spcPts val="0"/>
              </a:spcBef>
              <a:spcAft>
                <a:spcPts val="0"/>
              </a:spcAft>
              <a:buSzPct val="123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HI-runs:</a:t>
            </a:r>
          </a:p>
          <a:p>
            <a:pPr marL="254000" indent="-254000" defTabSz="1285875" eaLnBrk="1" fontAlgn="auto">
              <a:spcBef>
                <a:spcPts val="0"/>
              </a:spcBef>
              <a:spcAft>
                <a:spcPts val="0"/>
              </a:spcAft>
              <a:buSzPct val="123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Sprints:</a:t>
            </a:r>
          </a:p>
          <a:p>
            <a:pPr marL="254000" indent="-254000" defTabSz="1285875" eaLnBrk="1" fontAlgn="auto">
              <a:spcBef>
                <a:spcPts val="0"/>
              </a:spcBef>
              <a:spcAft>
                <a:spcPts val="0"/>
              </a:spcAft>
              <a:buSzPct val="123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Top speed:</a:t>
            </a:r>
          </a:p>
        </p:txBody>
      </p:sp>
      <p:sp>
        <p:nvSpPr>
          <p:cNvPr id="61" name="Slide Number">
            <a:extLst>
              <a:ext uri="{FF2B5EF4-FFF2-40B4-BE49-F238E27FC236}">
                <a16:creationId xmlns:a16="http://schemas.microsoft.com/office/drawing/2014/main" id="{3212CDB8-CABE-F62F-2401-649053067755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0F46275F-9DF8-4B4C-BAC2-654AA91430D8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352438444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7 vakjes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7">
            <a:extLst>
              <a:ext uri="{FF2B5EF4-FFF2-40B4-BE49-F238E27FC236}">
                <a16:creationId xmlns:a16="http://schemas.microsoft.com/office/drawing/2014/main" id="{0C353BFE-9688-7FA7-ADA3-94538A6D4F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3917950"/>
            <a:ext cx="5838825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E9BA7F0B-9DAC-D17B-F6B4-6745ED597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3917950"/>
            <a:ext cx="5840412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4" name="Freeform 7">
            <a:extLst>
              <a:ext uri="{FF2B5EF4-FFF2-40B4-BE49-F238E27FC236}">
                <a16:creationId xmlns:a16="http://schemas.microsoft.com/office/drawing/2014/main" id="{094A56A4-24AA-B13D-E352-45F13D122C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2092325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3C6D980B-C24D-CDBD-4129-D9EE056DF3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1057275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E9AD9F22-DC89-C49F-58B7-76C5FFB921BE}"/>
              </a:ext>
            </a:extLst>
          </p:cNvPr>
          <p:cNvSpPr txBox="1"/>
          <p:nvPr/>
        </p:nvSpPr>
        <p:spPr>
          <a:xfrm>
            <a:off x="430213" y="3997325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7" name="Definities">
            <a:extLst>
              <a:ext uri="{FF2B5EF4-FFF2-40B4-BE49-F238E27FC236}">
                <a16:creationId xmlns:a16="http://schemas.microsoft.com/office/drawing/2014/main" id="{115E3516-B728-9014-3A7F-F2D766138D3E}"/>
              </a:ext>
            </a:extLst>
          </p:cNvPr>
          <p:cNvSpPr txBox="1"/>
          <p:nvPr/>
        </p:nvSpPr>
        <p:spPr>
          <a:xfrm>
            <a:off x="290513" y="384175"/>
            <a:ext cx="563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Definities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E5CBCAF-F885-0C58-B5E7-85ADBBAD13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3917950"/>
            <a:ext cx="5838825" cy="32416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5B2E55A3-DFCD-930B-8082-95D58F0873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3163" y="3917950"/>
            <a:ext cx="5840412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0" name="Freeform 7">
            <a:extLst>
              <a:ext uri="{FF2B5EF4-FFF2-40B4-BE49-F238E27FC236}">
                <a16:creationId xmlns:a16="http://schemas.microsoft.com/office/drawing/2014/main" id="{CC03CE3D-EF23-4006-13F1-E19AE0231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2092325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66789A33-B6B2-9059-8DE6-BAE39FBA8F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1057275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6BF00554-404A-83AC-05AE-BCE8DEA4B0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10163175"/>
            <a:ext cx="5840412" cy="3243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1F2095A7-07DC-3F5C-044B-1A267AEBC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10163175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C1649BF0-68F6-1108-BE08-20F52F426F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8337550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EEB63BC1-6A0F-831D-956E-B1C64EB5A3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7302500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02722419-952D-EA79-3CB7-7F2443E182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10161588"/>
            <a:ext cx="5838825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7" name="Freeform 7">
            <a:extLst>
              <a:ext uri="{FF2B5EF4-FFF2-40B4-BE49-F238E27FC236}">
                <a16:creationId xmlns:a16="http://schemas.microsoft.com/office/drawing/2014/main" id="{68416974-CCC9-0326-C59E-230BAFA42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10161588"/>
            <a:ext cx="5840412" cy="588962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AF0D1FE8-49C6-714B-C0AA-E52D899753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8337550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D2F09B53-56CC-B986-B6B0-DAEB289382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7302500"/>
            <a:ext cx="5838825" cy="8794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BBB20D7F-1CBB-46FD-9CB5-20F70A733C08}"/>
              </a:ext>
            </a:extLst>
          </p:cNvPr>
          <p:cNvSpPr txBox="1"/>
          <p:nvPr/>
        </p:nvSpPr>
        <p:spPr>
          <a:xfrm>
            <a:off x="4302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38BF59-05A6-9521-BECE-3F78601A8991}"/>
              </a:ext>
            </a:extLst>
          </p:cNvPr>
          <p:cNvSpPr txBox="1"/>
          <p:nvPr/>
        </p:nvSpPr>
        <p:spPr>
          <a:xfrm>
            <a:off x="64754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22" name="TextBox 20">
            <a:extLst>
              <a:ext uri="{FF2B5EF4-FFF2-40B4-BE49-F238E27FC236}">
                <a16:creationId xmlns:a16="http://schemas.microsoft.com/office/drawing/2014/main" id="{26FB9F49-4057-0C33-9EE7-5D6C0213417A}"/>
              </a:ext>
            </a:extLst>
          </p:cNvPr>
          <p:cNvSpPr txBox="1"/>
          <p:nvPr/>
        </p:nvSpPr>
        <p:spPr>
          <a:xfrm>
            <a:off x="6475413" y="3989388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C70EFBDD-EFBA-FF7E-6E09-14D625ED3C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3917950"/>
            <a:ext cx="5840412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F292A3FB-30F5-606D-9107-1B42EB049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3917950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79743616-5132-8A86-7618-D50E17460C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2092325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3EDC8CC9-9E9C-9C3E-4C5E-9030D19D6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57275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7" name="TextBox 20">
            <a:extLst>
              <a:ext uri="{FF2B5EF4-FFF2-40B4-BE49-F238E27FC236}">
                <a16:creationId xmlns:a16="http://schemas.microsoft.com/office/drawing/2014/main" id="{7F5E04CA-EC45-9408-C475-F167893A7B1A}"/>
              </a:ext>
            </a:extLst>
          </p:cNvPr>
          <p:cNvSpPr txBox="1"/>
          <p:nvPr/>
        </p:nvSpPr>
        <p:spPr>
          <a:xfrm>
            <a:off x="12406313" y="3997325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28" name="Freeform 7">
            <a:extLst>
              <a:ext uri="{FF2B5EF4-FFF2-40B4-BE49-F238E27FC236}">
                <a16:creationId xmlns:a16="http://schemas.microsoft.com/office/drawing/2014/main" id="{DFA5E0D9-1FE5-168E-D855-7CBF3553E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3917950"/>
            <a:ext cx="5840412" cy="32416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9" name="Freeform 7">
            <a:extLst>
              <a:ext uri="{FF2B5EF4-FFF2-40B4-BE49-F238E27FC236}">
                <a16:creationId xmlns:a16="http://schemas.microsoft.com/office/drawing/2014/main" id="{4C7460DE-1CA4-D704-AECF-A527A3774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3917950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0" name="Freeform 7">
            <a:extLst>
              <a:ext uri="{FF2B5EF4-FFF2-40B4-BE49-F238E27FC236}">
                <a16:creationId xmlns:a16="http://schemas.microsoft.com/office/drawing/2014/main" id="{4A99E845-D293-563B-54D3-71299EC45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2092325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1" name="Freeform 7">
            <a:extLst>
              <a:ext uri="{FF2B5EF4-FFF2-40B4-BE49-F238E27FC236}">
                <a16:creationId xmlns:a16="http://schemas.microsoft.com/office/drawing/2014/main" id="{9E204EEF-445A-D77E-F9C6-C7FF1BD792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1057275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2" name="Freeform 7">
            <a:extLst>
              <a:ext uri="{FF2B5EF4-FFF2-40B4-BE49-F238E27FC236}">
                <a16:creationId xmlns:a16="http://schemas.microsoft.com/office/drawing/2014/main" id="{87A43AB0-4299-9274-B710-85CB1D0A2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161588"/>
            <a:ext cx="5840412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3" name="Freeform 7">
            <a:extLst>
              <a:ext uri="{FF2B5EF4-FFF2-40B4-BE49-F238E27FC236}">
                <a16:creationId xmlns:a16="http://schemas.microsoft.com/office/drawing/2014/main" id="{11E9A2C1-3EE4-C473-2BAB-FED32D381C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161588"/>
            <a:ext cx="5838825" cy="588962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4" name="Freeform 7">
            <a:extLst>
              <a:ext uri="{FF2B5EF4-FFF2-40B4-BE49-F238E27FC236}">
                <a16:creationId xmlns:a16="http://schemas.microsoft.com/office/drawing/2014/main" id="{DBF05B7E-75D3-3ECF-8A49-506374B9AD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8337550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5" name="Freeform 7">
            <a:extLst>
              <a:ext uri="{FF2B5EF4-FFF2-40B4-BE49-F238E27FC236}">
                <a16:creationId xmlns:a16="http://schemas.microsoft.com/office/drawing/2014/main" id="{49C1B754-3CCF-AF98-A5C0-3108F64057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7302500"/>
            <a:ext cx="5840412" cy="8794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77CD58CE-5629-82EC-4033-DFAC04DA2CDC}"/>
              </a:ext>
            </a:extLst>
          </p:cNvPr>
          <p:cNvSpPr txBox="1"/>
          <p:nvPr/>
        </p:nvSpPr>
        <p:spPr>
          <a:xfrm>
            <a:off x="124063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37" name="TextBox 20">
            <a:extLst>
              <a:ext uri="{FF2B5EF4-FFF2-40B4-BE49-F238E27FC236}">
                <a16:creationId xmlns:a16="http://schemas.microsoft.com/office/drawing/2014/main" id="{42C67BD3-660C-C184-B8EB-225C48EF3881}"/>
              </a:ext>
            </a:extLst>
          </p:cNvPr>
          <p:cNvSpPr txBox="1"/>
          <p:nvPr/>
        </p:nvSpPr>
        <p:spPr>
          <a:xfrm>
            <a:off x="18449925" y="3989388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38" name="Slide Number">
            <a:extLst>
              <a:ext uri="{FF2B5EF4-FFF2-40B4-BE49-F238E27FC236}">
                <a16:creationId xmlns:a16="http://schemas.microsoft.com/office/drawing/2014/main" id="{394A8826-04CB-E497-7095-9C2B11C073F0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00A34D5-EF63-46BE-BB7D-571F7866BFF5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445222720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7 vakjes (EN)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7">
            <a:extLst>
              <a:ext uri="{FF2B5EF4-FFF2-40B4-BE49-F238E27FC236}">
                <a16:creationId xmlns:a16="http://schemas.microsoft.com/office/drawing/2014/main" id="{D3C59AB6-6D13-A9B7-C0CE-E91D4358F8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3917950"/>
            <a:ext cx="5838825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3687C6BE-8E9A-D5EF-D58B-A48FCE5330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3917950"/>
            <a:ext cx="5840412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4" name="Freeform 7">
            <a:extLst>
              <a:ext uri="{FF2B5EF4-FFF2-40B4-BE49-F238E27FC236}">
                <a16:creationId xmlns:a16="http://schemas.microsoft.com/office/drawing/2014/main" id="{C0B29AAB-DA90-A700-33C2-8A270997AD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2092325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E03004D0-9314-C937-0BF0-2A110AC89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1057275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3D03BD6E-6061-7070-F836-E13FE9376EFF}"/>
              </a:ext>
            </a:extLst>
          </p:cNvPr>
          <p:cNvSpPr txBox="1"/>
          <p:nvPr/>
        </p:nvSpPr>
        <p:spPr>
          <a:xfrm>
            <a:off x="430213" y="3997325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7" name="Defenitions">
            <a:extLst>
              <a:ext uri="{FF2B5EF4-FFF2-40B4-BE49-F238E27FC236}">
                <a16:creationId xmlns:a16="http://schemas.microsoft.com/office/drawing/2014/main" id="{0A6CEF0B-B26B-0F17-D1B4-171BA27577F2}"/>
              </a:ext>
            </a:extLst>
          </p:cNvPr>
          <p:cNvSpPr txBox="1"/>
          <p:nvPr/>
        </p:nvSpPr>
        <p:spPr>
          <a:xfrm>
            <a:off x="290513" y="384175"/>
            <a:ext cx="563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Defenitions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D540D7B-49CF-E682-C7AE-3F74D956C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3917950"/>
            <a:ext cx="5838825" cy="32416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F6A66E09-317E-E7A0-2F92-8FE8C24B7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3163" y="3917950"/>
            <a:ext cx="5840412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0" name="Freeform 7">
            <a:extLst>
              <a:ext uri="{FF2B5EF4-FFF2-40B4-BE49-F238E27FC236}">
                <a16:creationId xmlns:a16="http://schemas.microsoft.com/office/drawing/2014/main" id="{8B78627D-DB0C-3E19-D122-DD6E3A0F23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2092325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73743551-E53F-4A82-2D8C-A499F4AE0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1057275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01134970-9E02-0AAC-75FC-BCF5B2D95B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10163175"/>
            <a:ext cx="5840412" cy="3243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1BCAA04C-7A54-1707-C32A-77129186F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10163175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66BED6AB-4989-05A7-1A1A-9995028D8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8337550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1D7EE846-96DA-1828-E337-AA230AA3A1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7302500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1E667573-1016-72A1-6FFA-B238AA86EA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10161588"/>
            <a:ext cx="5838825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7" name="Freeform 7">
            <a:extLst>
              <a:ext uri="{FF2B5EF4-FFF2-40B4-BE49-F238E27FC236}">
                <a16:creationId xmlns:a16="http://schemas.microsoft.com/office/drawing/2014/main" id="{E6C001F2-1A8F-FF80-AE87-FE28BD09B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10161588"/>
            <a:ext cx="5840412" cy="588962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22219C65-2E81-0786-3949-A33BFD2775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8337550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B402FFC7-1923-B357-8B71-81F7EE3CD5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7302500"/>
            <a:ext cx="5838825" cy="8794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C448891F-D834-DAE8-300D-538DBB60FF96}"/>
              </a:ext>
            </a:extLst>
          </p:cNvPr>
          <p:cNvSpPr txBox="1"/>
          <p:nvPr/>
        </p:nvSpPr>
        <p:spPr>
          <a:xfrm>
            <a:off x="4302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FB7701-F9C3-2ED4-FB00-44BFED4C8D8B}"/>
              </a:ext>
            </a:extLst>
          </p:cNvPr>
          <p:cNvSpPr txBox="1"/>
          <p:nvPr/>
        </p:nvSpPr>
        <p:spPr>
          <a:xfrm>
            <a:off x="64754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22" name="TextBox 20">
            <a:extLst>
              <a:ext uri="{FF2B5EF4-FFF2-40B4-BE49-F238E27FC236}">
                <a16:creationId xmlns:a16="http://schemas.microsoft.com/office/drawing/2014/main" id="{29E5A65E-FFE8-0EB0-B936-72F1F6FA6BBD}"/>
              </a:ext>
            </a:extLst>
          </p:cNvPr>
          <p:cNvSpPr txBox="1"/>
          <p:nvPr/>
        </p:nvSpPr>
        <p:spPr>
          <a:xfrm>
            <a:off x="6475413" y="3989388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5D2B4E88-6AF8-610D-3D6A-6C6B0189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3917950"/>
            <a:ext cx="5840412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56C32549-E370-3D73-12DF-B97EE1B9D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3917950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CF5CFF3E-0331-4599-1C07-5E5EBC3B8D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2092325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16E80D90-AD47-8E45-ABE6-768C699D1D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57275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7" name="TextBox 20">
            <a:extLst>
              <a:ext uri="{FF2B5EF4-FFF2-40B4-BE49-F238E27FC236}">
                <a16:creationId xmlns:a16="http://schemas.microsoft.com/office/drawing/2014/main" id="{7B472F4C-4EB2-E6A6-143C-F9D9486C3924}"/>
              </a:ext>
            </a:extLst>
          </p:cNvPr>
          <p:cNvSpPr txBox="1"/>
          <p:nvPr/>
        </p:nvSpPr>
        <p:spPr>
          <a:xfrm>
            <a:off x="12406313" y="3997325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28" name="Freeform 7">
            <a:extLst>
              <a:ext uri="{FF2B5EF4-FFF2-40B4-BE49-F238E27FC236}">
                <a16:creationId xmlns:a16="http://schemas.microsoft.com/office/drawing/2014/main" id="{3F6D2618-2867-CABE-4E3B-E709E908CD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3917950"/>
            <a:ext cx="5840412" cy="32416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9" name="Freeform 7">
            <a:extLst>
              <a:ext uri="{FF2B5EF4-FFF2-40B4-BE49-F238E27FC236}">
                <a16:creationId xmlns:a16="http://schemas.microsoft.com/office/drawing/2014/main" id="{CE0FE574-9499-90F8-22A4-FA6D0FF9B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3917950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0" name="Freeform 7">
            <a:extLst>
              <a:ext uri="{FF2B5EF4-FFF2-40B4-BE49-F238E27FC236}">
                <a16:creationId xmlns:a16="http://schemas.microsoft.com/office/drawing/2014/main" id="{0FBC595B-E90F-BAFA-2DE0-EC87A7CB31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2092325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1" name="Freeform 7">
            <a:extLst>
              <a:ext uri="{FF2B5EF4-FFF2-40B4-BE49-F238E27FC236}">
                <a16:creationId xmlns:a16="http://schemas.microsoft.com/office/drawing/2014/main" id="{93E45BF2-A40A-BB6F-8B27-522209FBF2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1057275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2" name="Freeform 7">
            <a:extLst>
              <a:ext uri="{FF2B5EF4-FFF2-40B4-BE49-F238E27FC236}">
                <a16:creationId xmlns:a16="http://schemas.microsoft.com/office/drawing/2014/main" id="{B711DEB7-5F17-77A3-C4A6-2AE9537651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161588"/>
            <a:ext cx="5840412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3" name="Freeform 7">
            <a:extLst>
              <a:ext uri="{FF2B5EF4-FFF2-40B4-BE49-F238E27FC236}">
                <a16:creationId xmlns:a16="http://schemas.microsoft.com/office/drawing/2014/main" id="{6E6CDC06-CCC9-2E8D-234E-0FF9858B7D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161588"/>
            <a:ext cx="5838825" cy="588962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4" name="Freeform 7">
            <a:extLst>
              <a:ext uri="{FF2B5EF4-FFF2-40B4-BE49-F238E27FC236}">
                <a16:creationId xmlns:a16="http://schemas.microsoft.com/office/drawing/2014/main" id="{13A15ED7-40D5-3E65-48AA-5FDB5C4E32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8337550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5" name="Freeform 7">
            <a:extLst>
              <a:ext uri="{FF2B5EF4-FFF2-40B4-BE49-F238E27FC236}">
                <a16:creationId xmlns:a16="http://schemas.microsoft.com/office/drawing/2014/main" id="{9DC72387-462C-E68C-4F42-81697AD74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7302500"/>
            <a:ext cx="5840412" cy="8794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8B4DB35B-1A00-5F44-6186-4D2CF210DFD6}"/>
              </a:ext>
            </a:extLst>
          </p:cNvPr>
          <p:cNvSpPr txBox="1"/>
          <p:nvPr/>
        </p:nvSpPr>
        <p:spPr>
          <a:xfrm>
            <a:off x="124063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37" name="TextBox 20">
            <a:extLst>
              <a:ext uri="{FF2B5EF4-FFF2-40B4-BE49-F238E27FC236}">
                <a16:creationId xmlns:a16="http://schemas.microsoft.com/office/drawing/2014/main" id="{8E3C2270-1698-D2EE-F4A2-8AC2AC6A8A41}"/>
              </a:ext>
            </a:extLst>
          </p:cNvPr>
          <p:cNvSpPr txBox="1"/>
          <p:nvPr/>
        </p:nvSpPr>
        <p:spPr>
          <a:xfrm>
            <a:off x="18449925" y="3989388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38" name="Slide Number">
            <a:extLst>
              <a:ext uri="{FF2B5EF4-FFF2-40B4-BE49-F238E27FC236}">
                <a16:creationId xmlns:a16="http://schemas.microsoft.com/office/drawing/2014/main" id="{388FED66-C164-04D8-F709-AF62F9DB7FED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1D931A2-C511-40DA-85B9-96587140A143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73580078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chtergrond kopie 2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>
            <a:extLst>
              <a:ext uri="{FF2B5EF4-FFF2-40B4-BE49-F238E27FC236}">
                <a16:creationId xmlns:a16="http://schemas.microsoft.com/office/drawing/2014/main" id="{5024AA1A-E736-73BB-EEC2-4A4909FD98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925" y="215900"/>
            <a:ext cx="13520738" cy="1362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grpSp>
        <p:nvGrpSpPr>
          <p:cNvPr id="3" name="Group">
            <a:extLst>
              <a:ext uri="{FF2B5EF4-FFF2-40B4-BE49-F238E27FC236}">
                <a16:creationId xmlns:a16="http://schemas.microsoft.com/office/drawing/2014/main" id="{645BDB17-F37C-59C3-106A-F39BF53E162C}"/>
              </a:ext>
            </a:extLst>
          </p:cNvPr>
          <p:cNvGrpSpPr>
            <a:grpSpLocks/>
          </p:cNvGrpSpPr>
          <p:nvPr/>
        </p:nvGrpSpPr>
        <p:grpSpPr bwMode="auto">
          <a:xfrm>
            <a:off x="15994063" y="2938463"/>
            <a:ext cx="3860800" cy="5818187"/>
            <a:chOff x="0" y="0"/>
            <a:chExt cx="3860154" cy="5817684"/>
          </a:xfrm>
        </p:grpSpPr>
        <p:sp>
          <p:nvSpPr>
            <p:cNvPr id="4" name="Rounded Rectangle">
              <a:extLst>
                <a:ext uri="{FF2B5EF4-FFF2-40B4-BE49-F238E27FC236}">
                  <a16:creationId xmlns:a16="http://schemas.microsoft.com/office/drawing/2014/main" id="{3B11A208-C187-6A28-E2AB-8498547FD470}"/>
                </a:ext>
              </a:extLst>
            </p:cNvPr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blurRad="139700" dist="148130" dir="5400000" rotWithShape="0">
                <a:srgbClr val="000000">
                  <a:alpha val="50000"/>
                </a:srgbClr>
              </a:outerShdw>
              <a:reflection stA="50000" endPos="40000" dir="5400000" sy="-100000" algn="bl" rotWithShape="0"/>
            </a:effectLst>
          </p:spPr>
          <p:txBody>
            <a:bodyPr lIns="71437" tIns="71437" rIns="71437" bIns="71437" anchor="ctr"/>
            <a:lstStyle/>
            <a:p>
              <a:pPr algn="ctr" defTabSz="821531" eaLnBrk="1" fontAlgn="auto">
                <a:spcBef>
                  <a:spcPts val="0"/>
                </a:spcBef>
                <a:spcAft>
                  <a:spcPts val="0"/>
                </a:spcAft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3600" kern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endParaRPr>
            </a:p>
          </p:txBody>
        </p:sp>
        <p:pic>
          <p:nvPicPr>
            <p:cNvPr id="5" name="Image" descr="Image">
              <a:extLst>
                <a:ext uri="{FF2B5EF4-FFF2-40B4-BE49-F238E27FC236}">
                  <a16:creationId xmlns:a16="http://schemas.microsoft.com/office/drawing/2014/main" id="{8141EC33-FB38-5755-9669-FC23982DCE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79311"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" name="Rectangle">
            <a:extLst>
              <a:ext uri="{FF2B5EF4-FFF2-40B4-BE49-F238E27FC236}">
                <a16:creationId xmlns:a16="http://schemas.microsoft.com/office/drawing/2014/main" id="{34440CFC-68F3-1184-1C50-5E3B8C033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5013" y="7485063"/>
            <a:ext cx="10891837" cy="1270000"/>
          </a:xfrm>
          <a:prstGeom prst="rect">
            <a:avLst/>
          </a:prstGeom>
          <a:solidFill>
            <a:srgbClr val="FFFFFF">
              <a:alpha val="7294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7" name="TextBox 28">
            <a:extLst>
              <a:ext uri="{FF2B5EF4-FFF2-40B4-BE49-F238E27FC236}">
                <a16:creationId xmlns:a16="http://schemas.microsoft.com/office/drawing/2014/main" id="{DCE9FC99-5F0A-6AC2-18D7-48AC5EC83623}"/>
              </a:ext>
            </a:extLst>
          </p:cNvPr>
          <p:cNvSpPr txBox="1"/>
          <p:nvPr/>
        </p:nvSpPr>
        <p:spPr>
          <a:xfrm>
            <a:off x="9228138" y="5951538"/>
            <a:ext cx="6161087" cy="1828800"/>
          </a:xfrm>
          <a:prstGeom prst="rect">
            <a:avLst/>
          </a:prstGeom>
          <a:ln w="12700">
            <a:miter lim="400000"/>
          </a:ln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sz="10400" b="1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WELKOM</a:t>
            </a:r>
          </a:p>
        </p:txBody>
      </p:sp>
      <p:pic>
        <p:nvPicPr>
          <p:cNvPr id="8" name="FC DEN BOSCH LOGO.png" descr="FC DEN BOSCH LOGO.png">
            <a:extLst>
              <a:ext uri="{FF2B5EF4-FFF2-40B4-BE49-F238E27FC236}">
                <a16:creationId xmlns:a16="http://schemas.microsoft.com/office/drawing/2014/main" id="{B6ADAE85-4615-14D1-6AED-6BE12383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0" y="11596688"/>
            <a:ext cx="1825625" cy="182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9" name="Afbeelding" descr="Afbeelding">
            <a:extLst>
              <a:ext uri="{FF2B5EF4-FFF2-40B4-BE49-F238E27FC236}">
                <a16:creationId xmlns:a16="http://schemas.microsoft.com/office/drawing/2014/main" id="{2206599C-2D5F-DE0E-D04C-BC93197BDB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3375" y="12358688"/>
            <a:ext cx="7183438" cy="944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10" name="01.+ witFOURTEEN LOGO BLACK WHITE kopie.pdf" descr="01.+ witFOURTEEN LOGO BLACK WHITE kopie.pdf">
            <a:extLst>
              <a:ext uri="{FF2B5EF4-FFF2-40B4-BE49-F238E27FC236}">
                <a16:creationId xmlns:a16="http://schemas.microsoft.com/office/drawing/2014/main" id="{DE80DC89-A93F-A944-A7C2-245AB18BA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0988" y="11809413"/>
            <a:ext cx="1825625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1" name="Slide Number">
            <a:extLst>
              <a:ext uri="{FF2B5EF4-FFF2-40B4-BE49-F238E27FC236}">
                <a16:creationId xmlns:a16="http://schemas.microsoft.com/office/drawing/2014/main" id="{E96E6FEB-84DE-47E8-F55E-405A392D90D8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CD10DB2-12EF-4AB4-A325-20A8B9192BF2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662260412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Leeg kopie 6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FG">
            <a:extLst>
              <a:ext uri="{FF2B5EF4-FFF2-40B4-BE49-F238E27FC236}">
                <a16:creationId xmlns:a16="http://schemas.microsoft.com/office/drawing/2014/main" id="{F65CD947-EB07-9FC2-2227-215D39E4A783}"/>
              </a:ext>
            </a:extLst>
          </p:cNvPr>
          <p:cNvSpPr txBox="1"/>
          <p:nvPr/>
        </p:nvSpPr>
        <p:spPr>
          <a:xfrm>
            <a:off x="311150" y="568325"/>
            <a:ext cx="2855913" cy="1409700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9000" b="1" spc="9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BFG</a:t>
            </a:r>
          </a:p>
        </p:txBody>
      </p:sp>
      <p:sp>
        <p:nvSpPr>
          <p:cNvPr id="3" name="CLub">
            <a:extLst>
              <a:ext uri="{FF2B5EF4-FFF2-40B4-BE49-F238E27FC236}">
                <a16:creationId xmlns:a16="http://schemas.microsoft.com/office/drawing/2014/main" id="{2F424486-467A-C780-3C69-39CEEDD7F275}"/>
              </a:ext>
            </a:extLst>
          </p:cNvPr>
          <p:cNvSpPr txBox="1"/>
          <p:nvPr/>
        </p:nvSpPr>
        <p:spPr>
          <a:xfrm>
            <a:off x="392113" y="358775"/>
            <a:ext cx="2855912" cy="3683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4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CLub</a:t>
            </a:r>
          </a:p>
        </p:txBody>
      </p:sp>
      <p:sp>
        <p:nvSpPr>
          <p:cNvPr id="4" name="Line">
            <a:extLst>
              <a:ext uri="{FF2B5EF4-FFF2-40B4-BE49-F238E27FC236}">
                <a16:creationId xmlns:a16="http://schemas.microsoft.com/office/drawing/2014/main" id="{CB75D905-EFB4-5CE2-4EB6-9CA4544255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61950" y="1982788"/>
            <a:ext cx="2363788" cy="0"/>
          </a:xfrm>
          <a:prstGeom prst="line">
            <a:avLst/>
          </a:prstGeom>
          <a:noFill/>
          <a:ln w="50800">
            <a:solidFill>
              <a:srgbClr val="AF8B31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71437" tIns="71437" rIns="71437" bIns="71437" anchor="ctr"/>
          <a:lstStyle/>
          <a:p>
            <a:endParaRPr lang="LID4096"/>
          </a:p>
        </p:txBody>
      </p:sp>
      <p:sp>
        <p:nvSpPr>
          <p:cNvPr id="5" name="TextBox 21">
            <a:extLst>
              <a:ext uri="{FF2B5EF4-FFF2-40B4-BE49-F238E27FC236}">
                <a16:creationId xmlns:a16="http://schemas.microsoft.com/office/drawing/2014/main" id="{481CE399-D16E-3610-2E12-DFBAAEB33705}"/>
              </a:ext>
            </a:extLst>
          </p:cNvPr>
          <p:cNvSpPr txBox="1"/>
          <p:nvPr/>
        </p:nvSpPr>
        <p:spPr>
          <a:xfrm>
            <a:off x="5172075" y="1741488"/>
            <a:ext cx="15078075" cy="5207000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  <p:txBody>
          <a:bodyPr lIns="0" tIns="0" rIns="0" bIns="0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b="1" kern="0" cap="all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03200" lvl="1" indent="-2032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We zijn een Bossche club, een Bosschenaar is trots op onze stad en club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 kern="0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03200" lvl="1" indent="-2032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We zijn strijdbaar, we buigen wel, maar barsten niet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 kern="0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03200" lvl="1" indent="-2032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Met heel ons hart staan we achter FC Den Bosch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 kern="0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03200" lvl="1" indent="-2032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Hier leren we van tegenslagen om vervolgens samen te groeien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 kern="0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03200" lvl="1" indent="-2032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We zijn een hartverwarmende Bossche club, voor iedereen</a:t>
            </a:r>
          </a:p>
        </p:txBody>
      </p:sp>
      <p:pic>
        <p:nvPicPr>
          <p:cNvPr id="6" name="FC DEN BOSCH LOGO.png" descr="FC DEN BOSCH LOGO.png">
            <a:extLst>
              <a:ext uri="{FF2B5EF4-FFF2-40B4-BE49-F238E27FC236}">
                <a16:creationId xmlns:a16="http://schemas.microsoft.com/office/drawing/2014/main" id="{63D51038-1C8F-14C1-B6E6-D28704755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" y="2363788"/>
            <a:ext cx="1673225" cy="1673225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</p:pic>
      <p:pic>
        <p:nvPicPr>
          <p:cNvPr id="7" name="geplakte-afbeelding.pdf" descr="geplakte-afbeelding.pdf">
            <a:extLst>
              <a:ext uri="{FF2B5EF4-FFF2-40B4-BE49-F238E27FC236}">
                <a16:creationId xmlns:a16="http://schemas.microsoft.com/office/drawing/2014/main" id="{0021C291-1690-BB6D-A785-10F8E7456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4025" y="12850813"/>
            <a:ext cx="5807075" cy="765175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</p:pic>
      <p:sp>
        <p:nvSpPr>
          <p:cNvPr id="8" name="Heart">
            <a:extLst>
              <a:ext uri="{FF2B5EF4-FFF2-40B4-BE49-F238E27FC236}">
                <a16:creationId xmlns:a16="http://schemas.microsoft.com/office/drawing/2014/main" id="{63D2138F-8223-04D8-403B-2AC1BFA61B81}"/>
              </a:ext>
            </a:extLst>
          </p:cNvPr>
          <p:cNvSpPr/>
          <p:nvPr/>
        </p:nvSpPr>
        <p:spPr>
          <a:xfrm>
            <a:off x="12038013" y="9582150"/>
            <a:ext cx="1790700" cy="15827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6" h="21433" extrusionOk="0">
                <a:moveTo>
                  <a:pt x="5838" y="8"/>
                </a:moveTo>
                <a:cubicBezTo>
                  <a:pt x="3712" y="114"/>
                  <a:pt x="158" y="1891"/>
                  <a:pt x="2" y="7232"/>
                </a:cubicBezTo>
                <a:cubicBezTo>
                  <a:pt x="-54" y="9134"/>
                  <a:pt x="1253" y="14877"/>
                  <a:pt x="10702" y="21433"/>
                </a:cubicBezTo>
                <a:cubicBezTo>
                  <a:pt x="20130" y="14892"/>
                  <a:pt x="21546" y="9139"/>
                  <a:pt x="21505" y="7232"/>
                </a:cubicBezTo>
                <a:cubicBezTo>
                  <a:pt x="21391" y="1889"/>
                  <a:pt x="17806" y="115"/>
                  <a:pt x="15669" y="8"/>
                </a:cubicBezTo>
                <a:cubicBezTo>
                  <a:pt x="12170" y="-167"/>
                  <a:pt x="10753" y="2729"/>
                  <a:pt x="10753" y="2729"/>
                </a:cubicBezTo>
                <a:cubicBezTo>
                  <a:pt x="10753" y="2729"/>
                  <a:pt x="9337" y="-167"/>
                  <a:pt x="5838" y="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Hartstocht">
            <a:extLst>
              <a:ext uri="{FF2B5EF4-FFF2-40B4-BE49-F238E27FC236}">
                <a16:creationId xmlns:a16="http://schemas.microsoft.com/office/drawing/2014/main" id="{5FD3EAA6-0469-1183-1856-1C98B838DE20}"/>
              </a:ext>
            </a:extLst>
          </p:cNvPr>
          <p:cNvSpPr txBox="1"/>
          <p:nvPr/>
        </p:nvSpPr>
        <p:spPr>
          <a:xfrm>
            <a:off x="11012488" y="8175625"/>
            <a:ext cx="3840162" cy="1619250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Hartstocht</a:t>
            </a:r>
          </a:p>
        </p:txBody>
      </p:sp>
      <p:sp>
        <p:nvSpPr>
          <p:cNvPr id="10" name="Growth">
            <a:extLst>
              <a:ext uri="{FF2B5EF4-FFF2-40B4-BE49-F238E27FC236}">
                <a16:creationId xmlns:a16="http://schemas.microsoft.com/office/drawing/2014/main" id="{7EAF2643-A9B7-E731-5247-1D22B7D001B0}"/>
              </a:ext>
            </a:extLst>
          </p:cNvPr>
          <p:cNvSpPr/>
          <p:nvPr/>
        </p:nvSpPr>
        <p:spPr>
          <a:xfrm>
            <a:off x="16602075" y="9575800"/>
            <a:ext cx="1878013" cy="14525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6" h="21598" extrusionOk="0">
                <a:moveTo>
                  <a:pt x="21464" y="6"/>
                </a:moveTo>
                <a:cubicBezTo>
                  <a:pt x="21442" y="-2"/>
                  <a:pt x="21417" y="-2"/>
                  <a:pt x="21392" y="8"/>
                </a:cubicBezTo>
                <a:lnTo>
                  <a:pt x="18267" y="1242"/>
                </a:lnTo>
                <a:cubicBezTo>
                  <a:pt x="18161" y="1283"/>
                  <a:pt x="18132" y="1450"/>
                  <a:pt x="18212" y="1547"/>
                </a:cubicBezTo>
                <a:lnTo>
                  <a:pt x="18753" y="2202"/>
                </a:lnTo>
                <a:cubicBezTo>
                  <a:pt x="18809" y="2274"/>
                  <a:pt x="18815" y="2386"/>
                  <a:pt x="18759" y="2459"/>
                </a:cubicBezTo>
                <a:lnTo>
                  <a:pt x="13208" y="10155"/>
                </a:lnTo>
                <a:cubicBezTo>
                  <a:pt x="13152" y="10227"/>
                  <a:pt x="13058" y="10235"/>
                  <a:pt x="13002" y="10155"/>
                </a:cubicBezTo>
                <a:lnTo>
                  <a:pt x="9056" y="4932"/>
                </a:lnTo>
                <a:cubicBezTo>
                  <a:pt x="9000" y="4859"/>
                  <a:pt x="8907" y="4859"/>
                  <a:pt x="8851" y="4932"/>
                </a:cubicBezTo>
                <a:lnTo>
                  <a:pt x="39" y="17166"/>
                </a:lnTo>
                <a:cubicBezTo>
                  <a:pt x="-17" y="17238"/>
                  <a:pt x="-11" y="17350"/>
                  <a:pt x="45" y="17423"/>
                </a:cubicBezTo>
                <a:lnTo>
                  <a:pt x="941" y="18503"/>
                </a:lnTo>
                <a:cubicBezTo>
                  <a:pt x="997" y="18576"/>
                  <a:pt x="1084" y="18568"/>
                  <a:pt x="1140" y="18495"/>
                </a:cubicBezTo>
                <a:lnTo>
                  <a:pt x="8877" y="7770"/>
                </a:lnTo>
                <a:cubicBezTo>
                  <a:pt x="8933" y="7697"/>
                  <a:pt x="9025" y="7689"/>
                  <a:pt x="9081" y="7770"/>
                </a:cubicBezTo>
                <a:lnTo>
                  <a:pt x="13047" y="13016"/>
                </a:lnTo>
                <a:cubicBezTo>
                  <a:pt x="13103" y="13096"/>
                  <a:pt x="13201" y="13089"/>
                  <a:pt x="13251" y="13008"/>
                </a:cubicBezTo>
                <a:lnTo>
                  <a:pt x="13706" y="12315"/>
                </a:lnTo>
                <a:lnTo>
                  <a:pt x="19848" y="3796"/>
                </a:lnTo>
                <a:cubicBezTo>
                  <a:pt x="19904" y="3723"/>
                  <a:pt x="19992" y="3716"/>
                  <a:pt x="20048" y="3788"/>
                </a:cubicBezTo>
                <a:lnTo>
                  <a:pt x="20589" y="4441"/>
                </a:lnTo>
                <a:cubicBezTo>
                  <a:pt x="20670" y="4537"/>
                  <a:pt x="20802" y="4490"/>
                  <a:pt x="20826" y="4353"/>
                </a:cubicBezTo>
                <a:lnTo>
                  <a:pt x="21560" y="235"/>
                </a:lnTo>
                <a:cubicBezTo>
                  <a:pt x="21583" y="126"/>
                  <a:pt x="21533" y="30"/>
                  <a:pt x="21464" y="6"/>
                </a:cubicBezTo>
                <a:close/>
                <a:moveTo>
                  <a:pt x="20260" y="5385"/>
                </a:moveTo>
                <a:cubicBezTo>
                  <a:pt x="20232" y="5392"/>
                  <a:pt x="20204" y="5410"/>
                  <a:pt x="20179" y="5440"/>
                </a:cubicBezTo>
                <a:lnTo>
                  <a:pt x="17857" y="8656"/>
                </a:lnTo>
                <a:lnTo>
                  <a:pt x="17347" y="9429"/>
                </a:lnTo>
                <a:cubicBezTo>
                  <a:pt x="17328" y="9462"/>
                  <a:pt x="17316" y="9510"/>
                  <a:pt x="17316" y="9550"/>
                </a:cubicBezTo>
                <a:lnTo>
                  <a:pt x="17316" y="21412"/>
                </a:lnTo>
                <a:cubicBezTo>
                  <a:pt x="17316" y="21516"/>
                  <a:pt x="17377" y="21598"/>
                  <a:pt x="17458" y="21598"/>
                </a:cubicBezTo>
                <a:lnTo>
                  <a:pt x="20290" y="21598"/>
                </a:lnTo>
                <a:cubicBezTo>
                  <a:pt x="20371" y="21598"/>
                  <a:pt x="20434" y="21516"/>
                  <a:pt x="20434" y="21412"/>
                </a:cubicBezTo>
                <a:lnTo>
                  <a:pt x="20434" y="5561"/>
                </a:lnTo>
                <a:cubicBezTo>
                  <a:pt x="20434" y="5440"/>
                  <a:pt x="20346" y="5364"/>
                  <a:pt x="20260" y="5385"/>
                </a:cubicBezTo>
                <a:close/>
                <a:moveTo>
                  <a:pt x="9174" y="9548"/>
                </a:moveTo>
                <a:cubicBezTo>
                  <a:pt x="9094" y="9530"/>
                  <a:pt x="9007" y="9606"/>
                  <a:pt x="9007" y="9727"/>
                </a:cubicBezTo>
                <a:lnTo>
                  <a:pt x="9007" y="21412"/>
                </a:lnTo>
                <a:cubicBezTo>
                  <a:pt x="9007" y="21516"/>
                  <a:pt x="9068" y="21598"/>
                  <a:pt x="9149" y="21598"/>
                </a:cubicBezTo>
                <a:lnTo>
                  <a:pt x="11981" y="21598"/>
                </a:lnTo>
                <a:cubicBezTo>
                  <a:pt x="12062" y="21598"/>
                  <a:pt x="12125" y="21516"/>
                  <a:pt x="12125" y="21412"/>
                </a:cubicBezTo>
                <a:lnTo>
                  <a:pt x="12125" y="13474"/>
                </a:lnTo>
                <a:cubicBezTo>
                  <a:pt x="12125" y="13426"/>
                  <a:pt x="12113" y="13386"/>
                  <a:pt x="12082" y="13345"/>
                </a:cubicBezTo>
                <a:lnTo>
                  <a:pt x="9250" y="9598"/>
                </a:lnTo>
                <a:cubicBezTo>
                  <a:pt x="9228" y="9570"/>
                  <a:pt x="9201" y="9554"/>
                  <a:pt x="9174" y="9548"/>
                </a:cubicBezTo>
                <a:close/>
                <a:moveTo>
                  <a:pt x="16102" y="10653"/>
                </a:moveTo>
                <a:cubicBezTo>
                  <a:pt x="16074" y="10659"/>
                  <a:pt x="16045" y="10676"/>
                  <a:pt x="16021" y="10704"/>
                </a:cubicBezTo>
                <a:lnTo>
                  <a:pt x="13700" y="13917"/>
                </a:lnTo>
                <a:lnTo>
                  <a:pt x="13189" y="14693"/>
                </a:lnTo>
                <a:cubicBezTo>
                  <a:pt x="13170" y="14725"/>
                  <a:pt x="13158" y="14773"/>
                  <a:pt x="13158" y="14814"/>
                </a:cubicBezTo>
                <a:lnTo>
                  <a:pt x="13158" y="21412"/>
                </a:lnTo>
                <a:cubicBezTo>
                  <a:pt x="13158" y="21516"/>
                  <a:pt x="13221" y="21598"/>
                  <a:pt x="13301" y="21598"/>
                </a:cubicBezTo>
                <a:lnTo>
                  <a:pt x="16133" y="21598"/>
                </a:lnTo>
                <a:cubicBezTo>
                  <a:pt x="16214" y="21598"/>
                  <a:pt x="16275" y="21516"/>
                  <a:pt x="16275" y="21412"/>
                </a:cubicBezTo>
                <a:lnTo>
                  <a:pt x="16275" y="10832"/>
                </a:lnTo>
                <a:cubicBezTo>
                  <a:pt x="16275" y="10711"/>
                  <a:pt x="16188" y="10636"/>
                  <a:pt x="16102" y="10653"/>
                </a:cubicBezTo>
                <a:close/>
                <a:moveTo>
                  <a:pt x="7801" y="10923"/>
                </a:moveTo>
                <a:cubicBezTo>
                  <a:pt x="7774" y="10930"/>
                  <a:pt x="7747" y="10946"/>
                  <a:pt x="7725" y="10976"/>
                </a:cubicBezTo>
                <a:lnTo>
                  <a:pt x="4894" y="14902"/>
                </a:lnTo>
                <a:cubicBezTo>
                  <a:pt x="4869" y="14934"/>
                  <a:pt x="4855" y="14974"/>
                  <a:pt x="4855" y="15023"/>
                </a:cubicBezTo>
                <a:lnTo>
                  <a:pt x="4855" y="21412"/>
                </a:lnTo>
                <a:cubicBezTo>
                  <a:pt x="4855" y="21516"/>
                  <a:pt x="4918" y="21598"/>
                  <a:pt x="4999" y="21598"/>
                </a:cubicBezTo>
                <a:lnTo>
                  <a:pt x="7830" y="21598"/>
                </a:lnTo>
                <a:cubicBezTo>
                  <a:pt x="7911" y="21598"/>
                  <a:pt x="7974" y="21516"/>
                  <a:pt x="7974" y="21412"/>
                </a:cubicBezTo>
                <a:lnTo>
                  <a:pt x="7974" y="11097"/>
                </a:lnTo>
                <a:cubicBezTo>
                  <a:pt x="7974" y="10976"/>
                  <a:pt x="7884" y="10902"/>
                  <a:pt x="7801" y="10923"/>
                </a:cubicBezTo>
                <a:close/>
                <a:moveTo>
                  <a:pt x="3680" y="16498"/>
                </a:moveTo>
                <a:cubicBezTo>
                  <a:pt x="3652" y="16505"/>
                  <a:pt x="3626" y="16524"/>
                  <a:pt x="3604" y="16554"/>
                </a:cubicBezTo>
                <a:lnTo>
                  <a:pt x="772" y="20477"/>
                </a:lnTo>
                <a:cubicBezTo>
                  <a:pt x="747" y="20510"/>
                  <a:pt x="735" y="20550"/>
                  <a:pt x="735" y="20598"/>
                </a:cubicBezTo>
                <a:lnTo>
                  <a:pt x="735" y="21412"/>
                </a:lnTo>
                <a:cubicBezTo>
                  <a:pt x="735" y="21516"/>
                  <a:pt x="798" y="21598"/>
                  <a:pt x="879" y="21598"/>
                </a:cubicBezTo>
                <a:lnTo>
                  <a:pt x="3711" y="21598"/>
                </a:lnTo>
                <a:cubicBezTo>
                  <a:pt x="3792" y="21598"/>
                  <a:pt x="3853" y="21516"/>
                  <a:pt x="3853" y="21412"/>
                </a:cubicBezTo>
                <a:lnTo>
                  <a:pt x="3853" y="16682"/>
                </a:lnTo>
                <a:cubicBezTo>
                  <a:pt x="3853" y="16555"/>
                  <a:pt x="3762" y="16478"/>
                  <a:pt x="3680" y="1649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roei">
            <a:extLst>
              <a:ext uri="{FF2B5EF4-FFF2-40B4-BE49-F238E27FC236}">
                <a16:creationId xmlns:a16="http://schemas.microsoft.com/office/drawing/2014/main" id="{0D0A2B72-93FE-ACD6-86D7-664B3668582B}"/>
              </a:ext>
            </a:extLst>
          </p:cNvPr>
          <p:cNvSpPr txBox="1"/>
          <p:nvPr/>
        </p:nvSpPr>
        <p:spPr>
          <a:xfrm>
            <a:off x="16444913" y="8175625"/>
            <a:ext cx="2000250" cy="1619250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Groei</a:t>
            </a:r>
          </a:p>
        </p:txBody>
      </p:sp>
      <p:sp>
        <p:nvSpPr>
          <p:cNvPr id="12" name="Bosch">
            <a:extLst>
              <a:ext uri="{FF2B5EF4-FFF2-40B4-BE49-F238E27FC236}">
                <a16:creationId xmlns:a16="http://schemas.microsoft.com/office/drawing/2014/main" id="{9995360F-6F51-EA11-4BDB-0C57A4ABE83A}"/>
              </a:ext>
            </a:extLst>
          </p:cNvPr>
          <p:cNvSpPr txBox="1"/>
          <p:nvPr/>
        </p:nvSpPr>
        <p:spPr>
          <a:xfrm>
            <a:off x="1511300" y="8175625"/>
            <a:ext cx="2206625" cy="1619250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Bosch</a:t>
            </a:r>
          </a:p>
        </p:txBody>
      </p:sp>
      <p:sp>
        <p:nvSpPr>
          <p:cNvPr id="13" name="Strijdbaar">
            <a:extLst>
              <a:ext uri="{FF2B5EF4-FFF2-40B4-BE49-F238E27FC236}">
                <a16:creationId xmlns:a16="http://schemas.microsoft.com/office/drawing/2014/main" id="{1DFD90C6-DC08-1D41-08D2-9ADCBCE0E5DB}"/>
              </a:ext>
            </a:extLst>
          </p:cNvPr>
          <p:cNvSpPr txBox="1"/>
          <p:nvPr/>
        </p:nvSpPr>
        <p:spPr>
          <a:xfrm>
            <a:off x="5861050" y="8175625"/>
            <a:ext cx="3559175" cy="1619250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Strijdbaar</a:t>
            </a:r>
          </a:p>
        </p:txBody>
      </p:sp>
      <p:sp>
        <p:nvSpPr>
          <p:cNvPr id="14" name="Gastvrij">
            <a:extLst>
              <a:ext uri="{FF2B5EF4-FFF2-40B4-BE49-F238E27FC236}">
                <a16:creationId xmlns:a16="http://schemas.microsoft.com/office/drawing/2014/main" id="{245200FB-B426-11E6-A3DA-5D1E1C97524A}"/>
              </a:ext>
            </a:extLst>
          </p:cNvPr>
          <p:cNvSpPr txBox="1"/>
          <p:nvPr/>
        </p:nvSpPr>
        <p:spPr>
          <a:xfrm>
            <a:off x="20229513" y="8175625"/>
            <a:ext cx="2914650" cy="1619250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Gastvrij</a:t>
            </a:r>
          </a:p>
        </p:txBody>
      </p:sp>
      <p:pic>
        <p:nvPicPr>
          <p:cNvPr id="15" name="png-clipart-handshake-others-blue-hand.png" descr="png-clipart-handshake-others-blue-hand.png">
            <a:extLst>
              <a:ext uri="{FF2B5EF4-FFF2-40B4-BE49-F238E27FC236}">
                <a16:creationId xmlns:a16="http://schemas.microsoft.com/office/drawing/2014/main" id="{B3C13C0A-B727-BA31-9A8A-19E0C0DCF2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26363" y="9537700"/>
            <a:ext cx="2519362" cy="152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6" name="Rectangle">
            <a:extLst>
              <a:ext uri="{FF2B5EF4-FFF2-40B4-BE49-F238E27FC236}">
                <a16:creationId xmlns:a16="http://schemas.microsoft.com/office/drawing/2014/main" id="{5F25FE91-C548-C413-5722-45AF603F206B}"/>
              </a:ext>
            </a:extLst>
          </p:cNvPr>
          <p:cNvSpPr/>
          <p:nvPr/>
        </p:nvSpPr>
        <p:spPr>
          <a:xfrm>
            <a:off x="6192838" y="10190163"/>
            <a:ext cx="993775" cy="931862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Rectangle">
            <a:extLst>
              <a:ext uri="{FF2B5EF4-FFF2-40B4-BE49-F238E27FC236}">
                <a16:creationId xmlns:a16="http://schemas.microsoft.com/office/drawing/2014/main" id="{AB753481-09CA-46C0-D9A8-45451DBBD2A2}"/>
              </a:ext>
            </a:extLst>
          </p:cNvPr>
          <p:cNvSpPr/>
          <p:nvPr/>
        </p:nvSpPr>
        <p:spPr>
          <a:xfrm>
            <a:off x="8110538" y="10190163"/>
            <a:ext cx="995362" cy="931862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Rectangle">
            <a:extLst>
              <a:ext uri="{FF2B5EF4-FFF2-40B4-BE49-F238E27FC236}">
                <a16:creationId xmlns:a16="http://schemas.microsoft.com/office/drawing/2014/main" id="{6370C22D-A378-C099-E1F4-C2A085C8CE19}"/>
              </a:ext>
            </a:extLst>
          </p:cNvPr>
          <p:cNvSpPr/>
          <p:nvPr/>
        </p:nvSpPr>
        <p:spPr>
          <a:xfrm>
            <a:off x="7177088" y="9626600"/>
            <a:ext cx="995362" cy="1495425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1">
            <a:extLst>
              <a:ext uri="{FF2B5EF4-FFF2-40B4-BE49-F238E27FC236}">
                <a16:creationId xmlns:a16="http://schemas.microsoft.com/office/drawing/2014/main" id="{CAA0CE30-CFE1-7D8B-91E5-694253D941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2038" y="9859963"/>
            <a:ext cx="520700" cy="87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6000">
                <a:solidFill>
                  <a:srgbClr val="115AA3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1</a:t>
            </a:r>
          </a:p>
        </p:txBody>
      </p:sp>
      <p:sp>
        <p:nvSpPr>
          <p:cNvPr id="20" name="3">
            <a:extLst>
              <a:ext uri="{FF2B5EF4-FFF2-40B4-BE49-F238E27FC236}">
                <a16:creationId xmlns:a16="http://schemas.microsoft.com/office/drawing/2014/main" id="{41B88C28-E4DA-43AB-4247-F760FBF9F0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5025" y="10212388"/>
            <a:ext cx="520700" cy="881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6000">
                <a:solidFill>
                  <a:srgbClr val="115AA3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3</a:t>
            </a:r>
          </a:p>
        </p:txBody>
      </p:sp>
      <p:sp>
        <p:nvSpPr>
          <p:cNvPr id="21" name="2">
            <a:extLst>
              <a:ext uri="{FF2B5EF4-FFF2-40B4-BE49-F238E27FC236}">
                <a16:creationId xmlns:a16="http://schemas.microsoft.com/office/drawing/2014/main" id="{6080C6F9-149C-0A0F-DABD-303651D37D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7788" y="10212388"/>
            <a:ext cx="520700" cy="881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6000">
                <a:solidFill>
                  <a:srgbClr val="115AA3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2</a:t>
            </a:r>
          </a:p>
        </p:txBody>
      </p:sp>
      <p:pic>
        <p:nvPicPr>
          <p:cNvPr id="22" name="2b0643c0c0b5949fdfe730edb3ff8947.psd" descr="2b0643c0c0b5949fdfe730edb3ff8947.psd">
            <a:extLst>
              <a:ext uri="{FF2B5EF4-FFF2-40B4-BE49-F238E27FC236}">
                <a16:creationId xmlns:a16="http://schemas.microsoft.com/office/drawing/2014/main" id="{4E1EEF6D-56B2-7E34-2C6E-5A9221D5C1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6050" y="8947150"/>
            <a:ext cx="2854325" cy="285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23" name="Line">
            <a:extLst>
              <a:ext uri="{FF2B5EF4-FFF2-40B4-BE49-F238E27FC236}">
                <a16:creationId xmlns:a16="http://schemas.microsoft.com/office/drawing/2014/main" id="{1BBEEBD3-1CED-1721-512A-D555AE696B5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64125" y="8345488"/>
            <a:ext cx="0" cy="3175000"/>
          </a:xfrm>
          <a:prstGeom prst="line">
            <a:avLst/>
          </a:prstGeom>
          <a:noFill/>
          <a:ln w="254000">
            <a:solidFill>
              <a:srgbClr val="FFFFFF">
                <a:alpha val="48627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0959" tIns="60959" rIns="60959" bIns="60959"/>
          <a:lstStyle/>
          <a:p>
            <a:endParaRPr lang="LID4096"/>
          </a:p>
        </p:txBody>
      </p:sp>
      <p:sp>
        <p:nvSpPr>
          <p:cNvPr id="24" name="Line">
            <a:extLst>
              <a:ext uri="{FF2B5EF4-FFF2-40B4-BE49-F238E27FC236}">
                <a16:creationId xmlns:a16="http://schemas.microsoft.com/office/drawing/2014/main" id="{1BFCB006-F920-D7DE-4D28-DE625753811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217150" y="8345488"/>
            <a:ext cx="0" cy="3175000"/>
          </a:xfrm>
          <a:prstGeom prst="line">
            <a:avLst/>
          </a:prstGeom>
          <a:noFill/>
          <a:ln w="254000">
            <a:solidFill>
              <a:srgbClr val="FFFFFF">
                <a:alpha val="48627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0959" tIns="60959" rIns="60959" bIns="60959"/>
          <a:lstStyle/>
          <a:p>
            <a:endParaRPr lang="LID4096"/>
          </a:p>
        </p:txBody>
      </p:sp>
      <p:sp>
        <p:nvSpPr>
          <p:cNvPr id="25" name="Line">
            <a:extLst>
              <a:ext uri="{FF2B5EF4-FFF2-40B4-BE49-F238E27FC236}">
                <a16:creationId xmlns:a16="http://schemas.microsoft.com/office/drawing/2014/main" id="{7043E52A-98F0-1BFA-BE9E-D8E58C4A423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427325" y="8345488"/>
            <a:ext cx="0" cy="3175000"/>
          </a:xfrm>
          <a:prstGeom prst="line">
            <a:avLst/>
          </a:prstGeom>
          <a:noFill/>
          <a:ln w="254000">
            <a:solidFill>
              <a:srgbClr val="FFFFFF">
                <a:alpha val="48627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0959" tIns="60959" rIns="60959" bIns="60959"/>
          <a:lstStyle/>
          <a:p>
            <a:endParaRPr lang="LID4096"/>
          </a:p>
        </p:txBody>
      </p:sp>
      <p:sp>
        <p:nvSpPr>
          <p:cNvPr id="26" name="Line">
            <a:extLst>
              <a:ext uri="{FF2B5EF4-FFF2-40B4-BE49-F238E27FC236}">
                <a16:creationId xmlns:a16="http://schemas.microsoft.com/office/drawing/2014/main" id="{8A3F7D10-60A0-A3D4-3051-544D9454F14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462750" y="8345488"/>
            <a:ext cx="0" cy="3175000"/>
          </a:xfrm>
          <a:prstGeom prst="line">
            <a:avLst/>
          </a:prstGeom>
          <a:noFill/>
          <a:ln w="254000">
            <a:solidFill>
              <a:srgbClr val="FFFFFF">
                <a:alpha val="48627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0959" tIns="60959" rIns="60959" bIns="60959"/>
          <a:lstStyle/>
          <a:p>
            <a:endParaRPr lang="LID4096"/>
          </a:p>
        </p:txBody>
      </p:sp>
      <p:sp>
        <p:nvSpPr>
          <p:cNvPr id="27" name="Kernwaarden">
            <a:extLst>
              <a:ext uri="{FF2B5EF4-FFF2-40B4-BE49-F238E27FC236}">
                <a16:creationId xmlns:a16="http://schemas.microsoft.com/office/drawing/2014/main" id="{95158632-19A6-93A8-9F8E-785C438AE594}"/>
              </a:ext>
            </a:extLst>
          </p:cNvPr>
          <p:cNvSpPr txBox="1"/>
          <p:nvPr/>
        </p:nvSpPr>
        <p:spPr>
          <a:xfrm>
            <a:off x="5735638" y="15875"/>
            <a:ext cx="14379575" cy="2484438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152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Kernwaarden</a:t>
            </a:r>
          </a:p>
        </p:txBody>
      </p:sp>
      <p:sp>
        <p:nvSpPr>
          <p:cNvPr id="28" name="Slide Number">
            <a:extLst>
              <a:ext uri="{FF2B5EF4-FFF2-40B4-BE49-F238E27FC236}">
                <a16:creationId xmlns:a16="http://schemas.microsoft.com/office/drawing/2014/main" id="{C5038145-51F4-0A87-897E-F34AA84562F9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3900482-D4B8-4807-85A6-F84C6D7E181D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517254679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Leeg kopie 5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FG">
            <a:extLst>
              <a:ext uri="{FF2B5EF4-FFF2-40B4-BE49-F238E27FC236}">
                <a16:creationId xmlns:a16="http://schemas.microsoft.com/office/drawing/2014/main" id="{D5F0516D-2D6D-FDD2-3C28-D6E98AC7E0B4}"/>
              </a:ext>
            </a:extLst>
          </p:cNvPr>
          <p:cNvSpPr txBox="1"/>
          <p:nvPr/>
        </p:nvSpPr>
        <p:spPr>
          <a:xfrm>
            <a:off x="311150" y="568325"/>
            <a:ext cx="2855913" cy="1409700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9000" b="1" spc="9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BFG</a:t>
            </a:r>
          </a:p>
        </p:txBody>
      </p:sp>
      <p:sp>
        <p:nvSpPr>
          <p:cNvPr id="3" name="Playing style">
            <a:extLst>
              <a:ext uri="{FF2B5EF4-FFF2-40B4-BE49-F238E27FC236}">
                <a16:creationId xmlns:a16="http://schemas.microsoft.com/office/drawing/2014/main" id="{DB5DAF8B-A142-6F72-6222-57D690B6661D}"/>
              </a:ext>
            </a:extLst>
          </p:cNvPr>
          <p:cNvSpPr txBox="1"/>
          <p:nvPr/>
        </p:nvSpPr>
        <p:spPr>
          <a:xfrm>
            <a:off x="392113" y="358775"/>
            <a:ext cx="2855912" cy="3683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4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Playing style</a:t>
            </a:r>
          </a:p>
        </p:txBody>
      </p:sp>
      <p:sp>
        <p:nvSpPr>
          <p:cNvPr id="4" name="Line">
            <a:extLst>
              <a:ext uri="{FF2B5EF4-FFF2-40B4-BE49-F238E27FC236}">
                <a16:creationId xmlns:a16="http://schemas.microsoft.com/office/drawing/2014/main" id="{A09A9FEF-E9BD-71A0-1645-2D5854B3CBC2}"/>
              </a:ext>
            </a:extLst>
          </p:cNvPr>
          <p:cNvSpPr>
            <a:spLocks noChangeShapeType="1"/>
          </p:cNvSpPr>
          <p:nvPr/>
        </p:nvSpPr>
        <p:spPr bwMode="auto">
          <a:xfrm>
            <a:off x="361950" y="1982788"/>
            <a:ext cx="2363788" cy="0"/>
          </a:xfrm>
          <a:prstGeom prst="line">
            <a:avLst/>
          </a:prstGeom>
          <a:noFill/>
          <a:ln w="50800">
            <a:solidFill>
              <a:srgbClr val="AF8B31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71437" tIns="71437" rIns="71437" bIns="71437" anchor="ctr"/>
          <a:lstStyle/>
          <a:p>
            <a:endParaRPr lang="LID4096"/>
          </a:p>
        </p:txBody>
      </p:sp>
      <p:pic>
        <p:nvPicPr>
          <p:cNvPr id="5" name="FC DEN BOSCH LOGO.png" descr="FC DEN BOSCH LOGO.png">
            <a:extLst>
              <a:ext uri="{FF2B5EF4-FFF2-40B4-BE49-F238E27FC236}">
                <a16:creationId xmlns:a16="http://schemas.microsoft.com/office/drawing/2014/main" id="{F7A26864-B4D4-851F-8C0A-BC7E9992E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" y="2363788"/>
            <a:ext cx="1673225" cy="1673225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</p:pic>
      <p:pic>
        <p:nvPicPr>
          <p:cNvPr id="6" name="geplakte-afbeelding.pdf" descr="geplakte-afbeelding.pdf">
            <a:extLst>
              <a:ext uri="{FF2B5EF4-FFF2-40B4-BE49-F238E27FC236}">
                <a16:creationId xmlns:a16="http://schemas.microsoft.com/office/drawing/2014/main" id="{B13A0B85-A93A-86C1-FC2A-1267708DD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4025" y="12850813"/>
            <a:ext cx="5807075" cy="765175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</p:pic>
      <p:sp>
        <p:nvSpPr>
          <p:cNvPr id="7" name="Slide Number">
            <a:extLst>
              <a:ext uri="{FF2B5EF4-FFF2-40B4-BE49-F238E27FC236}">
                <a16:creationId xmlns:a16="http://schemas.microsoft.com/office/drawing/2014/main" id="{08EB7B51-A5AA-3098-106D-2B60D85ACEBA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A96AC6B9-7AF7-44DD-960E-CC391D120815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939672164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chtergrond kopie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>
            <a:extLst>
              <a:ext uri="{FF2B5EF4-FFF2-40B4-BE49-F238E27FC236}">
                <a16:creationId xmlns:a16="http://schemas.microsoft.com/office/drawing/2014/main" id="{02D65243-79EC-B3FD-E0C3-517DBDACA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925" y="215900"/>
            <a:ext cx="13520738" cy="1362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3" name="FC DEN BOSCH LOGO.png" descr="FC DEN BOSCH LOGO.png">
            <a:extLst>
              <a:ext uri="{FF2B5EF4-FFF2-40B4-BE49-F238E27FC236}">
                <a16:creationId xmlns:a16="http://schemas.microsoft.com/office/drawing/2014/main" id="{2054817A-72FB-97E8-CCC0-BB8CE1395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0" y="11596688"/>
            <a:ext cx="1825625" cy="182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4" name="Afbeelding" descr="Afbeelding">
            <a:extLst>
              <a:ext uri="{FF2B5EF4-FFF2-40B4-BE49-F238E27FC236}">
                <a16:creationId xmlns:a16="http://schemas.microsoft.com/office/drawing/2014/main" id="{4C64434A-CBB8-502E-577D-13371F3B5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3375" y="12358688"/>
            <a:ext cx="7183438" cy="944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5" name="01.+ witFOURTEEN LOGO BLACK WHITE kopie.pdf" descr="01.+ witFOURTEEN LOGO BLACK WHITE kopie.pdf">
            <a:extLst>
              <a:ext uri="{FF2B5EF4-FFF2-40B4-BE49-F238E27FC236}">
                <a16:creationId xmlns:a16="http://schemas.microsoft.com/office/drawing/2014/main" id="{F878A07B-8CC7-E46A-1DA9-53FB318510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0988" y="11809413"/>
            <a:ext cx="1825625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6" name="Rectangle">
            <a:extLst>
              <a:ext uri="{FF2B5EF4-FFF2-40B4-BE49-F238E27FC236}">
                <a16:creationId xmlns:a16="http://schemas.microsoft.com/office/drawing/2014/main" id="{AAF40ECE-3C7A-7418-1499-555842C17F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6875" y="8618538"/>
            <a:ext cx="10890250" cy="1270000"/>
          </a:xfrm>
          <a:prstGeom prst="rect">
            <a:avLst/>
          </a:prstGeom>
          <a:solidFill>
            <a:srgbClr val="FFFFFF">
              <a:alpha val="7294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93DD34E2-561E-476C-D2D0-2D8DFE5467FC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E8FB6B8-69EA-4724-97CC-F48B0458F978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35939910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91F9300B-99DE-4962-D868-81DBB378889A}"/>
              </a:ext>
            </a:extLst>
          </p:cNvPr>
          <p:cNvPicPr>
            <a:picLocks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027" name="Rectangle">
            <a:extLst>
              <a:ext uri="{FF2B5EF4-FFF2-40B4-BE49-F238E27FC236}">
                <a16:creationId xmlns:a16="http://schemas.microsoft.com/office/drawing/2014/main" id="{6910376F-7CCB-9E81-6880-CCC6E5B52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1028" name="Rectangle">
            <a:extLst>
              <a:ext uri="{FF2B5EF4-FFF2-40B4-BE49-F238E27FC236}">
                <a16:creationId xmlns:a16="http://schemas.microsoft.com/office/drawing/2014/main" id="{C4949362-2E03-761B-7343-BCCCAB8770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1029" name="Rectangle">
            <a:extLst>
              <a:ext uri="{FF2B5EF4-FFF2-40B4-BE49-F238E27FC236}">
                <a16:creationId xmlns:a16="http://schemas.microsoft.com/office/drawing/2014/main" id="{0C0529B7-57D6-1DE6-5FC9-BA82BDC10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1030" name="Line">
            <a:extLst>
              <a:ext uri="{FF2B5EF4-FFF2-40B4-BE49-F238E27FC236}">
                <a16:creationId xmlns:a16="http://schemas.microsoft.com/office/drawing/2014/main" id="{F7217F1A-EF20-0227-29A3-08CFBAE29DC3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31" name="Freeform 7">
            <a:extLst>
              <a:ext uri="{FF2B5EF4-FFF2-40B4-BE49-F238E27FC236}">
                <a16:creationId xmlns:a16="http://schemas.microsoft.com/office/drawing/2014/main" id="{DFEA78BD-78D5-A844-3734-F0AF0B4A8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032" name="Line">
            <a:extLst>
              <a:ext uri="{FF2B5EF4-FFF2-40B4-BE49-F238E27FC236}">
                <a16:creationId xmlns:a16="http://schemas.microsoft.com/office/drawing/2014/main" id="{C812F9F6-029D-6557-CD28-740FE6DEEFC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Positie…">
            <a:extLst>
              <a:ext uri="{FF2B5EF4-FFF2-40B4-BE49-F238E27FC236}">
                <a16:creationId xmlns:a16="http://schemas.microsoft.com/office/drawing/2014/main" id="{2F2B4D6C-8508-0699-E22F-B80A3830A908}"/>
              </a:ext>
            </a:extLst>
          </p:cNvPr>
          <p:cNvSpPr txBox="1"/>
          <p:nvPr/>
        </p:nvSpPr>
        <p:spPr>
          <a:xfrm>
            <a:off x="19523075" y="215900"/>
            <a:ext cx="22098000" cy="1549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Positie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kiezen (V)</a:t>
            </a:r>
          </a:p>
        </p:txBody>
      </p:sp>
      <p:sp>
        <p:nvSpPr>
          <p:cNvPr id="10" name="TextBox 30">
            <a:extLst>
              <a:ext uri="{FF2B5EF4-FFF2-40B4-BE49-F238E27FC236}">
                <a16:creationId xmlns:a16="http://schemas.microsoft.com/office/drawing/2014/main" id="{7EF4DF7B-075B-DCC8-AB4A-A6FD51DF8E04}"/>
              </a:ext>
            </a:extLst>
          </p:cNvPr>
          <p:cNvSpPr txBox="1"/>
          <p:nvPr/>
        </p:nvSpPr>
        <p:spPr>
          <a:xfrm>
            <a:off x="19854863" y="2087563"/>
            <a:ext cx="4160837" cy="10334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kern="0"/>
              <a:t>“Voorkomen van doelpogingen of potentieel gevaar (voorzet, dribbel, pass of schot) van de tegenstander d.m.v. de positiekeuze”</a:t>
            </a:r>
          </a:p>
        </p:txBody>
      </p:sp>
      <p:sp>
        <p:nvSpPr>
          <p:cNvPr id="1035" name="TextBox 31">
            <a:extLst>
              <a:ext uri="{FF2B5EF4-FFF2-40B4-BE49-F238E27FC236}">
                <a16:creationId xmlns:a16="http://schemas.microsoft.com/office/drawing/2014/main" id="{E0BD53CA-5E94-D1C6-6ACC-2DD22E207C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43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190500" indent="-190500"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Man &amp; bal?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Lichaamspositie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Hoge of lage lijn?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Gevaarherkenning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Afstanden linies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Drukzetten / doordekken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Lijnen dichtzetten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?</a:t>
            </a:r>
          </a:p>
        </p:txBody>
      </p:sp>
      <p:sp>
        <p:nvSpPr>
          <p:cNvPr id="12" name="TextBox 20">
            <a:extLst>
              <a:ext uri="{FF2B5EF4-FFF2-40B4-BE49-F238E27FC236}">
                <a16:creationId xmlns:a16="http://schemas.microsoft.com/office/drawing/2014/main" id="{0FBCE6BD-BD17-BE8D-F9C1-BB7289F9E1FF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3" name="Naam dia">
            <a:extLst>
              <a:ext uri="{FF2B5EF4-FFF2-40B4-BE49-F238E27FC236}">
                <a16:creationId xmlns:a16="http://schemas.microsoft.com/office/drawing/2014/main" id="{F56278DE-ADA7-8AB4-BE6E-4D9FC0A08687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10477500" cy="14351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>
            <a:normAutofit/>
          </a:bodyPr>
          <a:lstStyle/>
          <a:p>
            <a:r>
              <a:t>Naam dia</a:t>
            </a:r>
          </a:p>
        </p:txBody>
      </p:sp>
      <p:sp>
        <p:nvSpPr>
          <p:cNvPr id="1038" name="Body Level One…">
            <a:extLst>
              <a:ext uri="{FF2B5EF4-FFF2-40B4-BE49-F238E27FC236}">
                <a16:creationId xmlns:a16="http://schemas.microsoft.com/office/drawing/2014/main" id="{499AE27A-0FF0-9F62-9DA4-026CD58AD085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06500" y="4248150"/>
            <a:ext cx="10477500" cy="8256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LID4096" altLang="LID4096">
                <a:sym typeface="Helvetica Neue" charset="0"/>
              </a:rPr>
              <a:t>Dia-opsommingstekst</a:t>
            </a:r>
          </a:p>
          <a:p>
            <a:pPr lvl="1"/>
            <a:endParaRPr lang="LID4096" altLang="LID4096">
              <a:sym typeface="Helvetica Neue" charset="0"/>
            </a:endParaRPr>
          </a:p>
          <a:p>
            <a:pPr lvl="2"/>
            <a:endParaRPr lang="LID4096" altLang="LID4096">
              <a:sym typeface="Helvetica Neue" charset="0"/>
            </a:endParaRPr>
          </a:p>
          <a:p>
            <a:pPr lvl="3"/>
            <a:endParaRPr lang="LID4096" altLang="LID4096">
              <a:sym typeface="Helvetica Neue" charset="0"/>
            </a:endParaRPr>
          </a:p>
          <a:p>
            <a:pPr lvl="4"/>
            <a:endParaRPr lang="LID4096" altLang="LID4096">
              <a:sym typeface="Helvetica Neue" charset="0"/>
            </a:endParaRPr>
          </a:p>
        </p:txBody>
      </p:sp>
      <p:sp>
        <p:nvSpPr>
          <p:cNvPr id="1039" name="Slide Number">
            <a:extLst>
              <a:ext uri="{FF2B5EF4-FFF2-40B4-BE49-F238E27FC236}">
                <a16:creationId xmlns:a16="http://schemas.microsoft.com/office/drawing/2014/main" id="{0165402B-1560-AEBD-C4D7-D2F25A5AA2AA}"/>
              </a:ext>
            </a:extLst>
          </p:cNvPr>
          <p:cNvSpPr txBox="1">
            <a:spLocks noGrp="1" noChangeArrowheads="1"/>
          </p:cNvSpPr>
          <p:nvPr>
            <p:ph type="sldNum" sz="quarter" idx="2"/>
          </p:nvPr>
        </p:nvSpPr>
        <p:spPr bwMode="auto">
          <a:xfrm>
            <a:off x="12001500" y="13081000"/>
            <a:ext cx="368300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vert="horz" wrap="none" lIns="50800" tIns="50800" rIns="50800" bIns="50800" numCol="1" anchor="b" anchorCtr="0" compatLnSpc="1">
            <a:prstTxWarp prst="textNoShape">
              <a:avLst/>
            </a:prstTxWarp>
            <a:spAutoFit/>
          </a:bodyPr>
          <a:lstStyle>
            <a:lvl1pPr algn="ctr" defTabSz="584200" eaLnBrk="1">
              <a:defRPr sz="1800"/>
            </a:lvl1pPr>
          </a:lstStyle>
          <a:p>
            <a:fld id="{56855268-845A-42EF-AF30-1930595347AC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  <p:sldLayoutId id="2147483713" r:id="rId18"/>
    <p:sldLayoutId id="2147483714" r:id="rId19"/>
    <p:sldLayoutId id="2147483715" r:id="rId20"/>
    <p:sldLayoutId id="2147483716" r:id="rId21"/>
    <p:sldLayoutId id="2147483717" r:id="rId22"/>
    <p:sldLayoutId id="2147483718" r:id="rId23"/>
    <p:sldLayoutId id="2147483719" r:id="rId24"/>
  </p:sldLayoutIdLst>
  <p:transition spd="med"/>
  <p:txStyles>
    <p:titleStyle>
      <a:lvl1pPr algn="l" defTabSz="2436813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8500" b="1" spc="-17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1pPr>
      <a:lvl2pPr algn="l" defTabSz="2436813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8500" b="1" spc="-17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2pPr>
      <a:lvl3pPr algn="l" defTabSz="2436813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8500" b="1" spc="-17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3pPr>
      <a:lvl4pPr algn="l" defTabSz="2436813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8500" b="1" spc="-17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4pPr>
      <a:lvl5pPr algn="l" defTabSz="2436813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8500" b="1" spc="-17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indent="-609600" algn="l" defTabSz="2436813" rtl="0" eaLnBrk="0" fontAlgn="base" hangingPunct="0">
        <a:lnSpc>
          <a:spcPct val="90000"/>
        </a:lnSpc>
        <a:spcBef>
          <a:spcPts val="4500"/>
        </a:spcBef>
        <a:spcAft>
          <a:spcPct val="0"/>
        </a:spcAft>
        <a:buSzPct val="123000"/>
        <a:buChar char="•"/>
        <a:defRPr sz="480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1pPr>
      <a:lvl2pPr marL="1219200" indent="-609600" algn="l" defTabSz="2436813" rtl="0" eaLnBrk="0" fontAlgn="base" hangingPunct="0">
        <a:lnSpc>
          <a:spcPct val="90000"/>
        </a:lnSpc>
        <a:spcBef>
          <a:spcPts val="4500"/>
        </a:spcBef>
        <a:spcAft>
          <a:spcPct val="0"/>
        </a:spcAft>
        <a:buSzPct val="123000"/>
        <a:buChar char="•"/>
        <a:defRPr sz="480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2pPr>
      <a:lvl3pPr marL="1828800" indent="-609600" algn="l" defTabSz="2436813" rtl="0" eaLnBrk="0" fontAlgn="base" hangingPunct="0">
        <a:lnSpc>
          <a:spcPct val="90000"/>
        </a:lnSpc>
        <a:spcBef>
          <a:spcPts val="4500"/>
        </a:spcBef>
        <a:spcAft>
          <a:spcPct val="0"/>
        </a:spcAft>
        <a:buSzPct val="123000"/>
        <a:buChar char="•"/>
        <a:defRPr sz="480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3pPr>
      <a:lvl4pPr marL="2438400" indent="-609600" algn="l" defTabSz="2436813" rtl="0" eaLnBrk="0" fontAlgn="base" hangingPunct="0">
        <a:lnSpc>
          <a:spcPct val="90000"/>
        </a:lnSpc>
        <a:spcBef>
          <a:spcPts val="4500"/>
        </a:spcBef>
        <a:spcAft>
          <a:spcPct val="0"/>
        </a:spcAft>
        <a:buSzPct val="123000"/>
        <a:buChar char="•"/>
        <a:defRPr sz="480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4pPr>
      <a:lvl5pPr marL="3048000" indent="-609600" algn="l" defTabSz="2436813" rtl="0" eaLnBrk="0" fontAlgn="base" hangingPunct="0">
        <a:lnSpc>
          <a:spcPct val="90000"/>
        </a:lnSpc>
        <a:spcBef>
          <a:spcPts val="4500"/>
        </a:spcBef>
        <a:spcAft>
          <a:spcPct val="0"/>
        </a:spcAft>
        <a:buSzPct val="123000"/>
        <a:buChar char="•"/>
        <a:defRPr sz="480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recruitment.scisports.app/" TargetMode="External"/><Relationship Id="rId1" Type="http://schemas.openxmlformats.org/officeDocument/2006/relationships/slideLayout" Target="../slideLayouts/slideLayout18.xml"/><Relationship Id="rId4" Type="http://schemas.openxmlformats.org/officeDocument/2006/relationships/slide" Target="slide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10.xml"/><Relationship Id="rId7" Type="http://schemas.openxmlformats.org/officeDocument/2006/relationships/slide" Target="slide13.xml"/><Relationship Id="rId2" Type="http://schemas.openxmlformats.org/officeDocument/2006/relationships/slide" Target="slide8.xml"/><Relationship Id="rId1" Type="http://schemas.openxmlformats.org/officeDocument/2006/relationships/slideLayout" Target="../slideLayouts/slideLayout16.xml"/><Relationship Id="rId6" Type="http://schemas.openxmlformats.org/officeDocument/2006/relationships/slide" Target="slide11.xml"/><Relationship Id="rId5" Type="http://schemas.openxmlformats.org/officeDocument/2006/relationships/slide" Target="slide14.xml"/><Relationship Id="rId4" Type="http://schemas.openxmlformats.org/officeDocument/2006/relationships/slide" Target="slide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" Target="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11">
            <a:extLst>
              <a:ext uri="{FF2B5EF4-FFF2-40B4-BE49-F238E27FC236}">
                <a16:creationId xmlns:a16="http://schemas.microsoft.com/office/drawing/2014/main" id="{A8613391-772F-93D0-B5A5-2D7AE80B18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36988" y="4033838"/>
            <a:ext cx="528637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11</a:t>
            </a:r>
          </a:p>
        </p:txBody>
      </p:sp>
      <p:sp>
        <p:nvSpPr>
          <p:cNvPr id="26627" name="7">
            <a:extLst>
              <a:ext uri="{FF2B5EF4-FFF2-40B4-BE49-F238E27FC236}">
                <a16:creationId xmlns:a16="http://schemas.microsoft.com/office/drawing/2014/main" id="{8E4B6476-2702-1C4D-2CA4-6884044638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35688" y="4033838"/>
            <a:ext cx="527050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7</a:t>
            </a:r>
          </a:p>
        </p:txBody>
      </p:sp>
      <p:sp>
        <p:nvSpPr>
          <p:cNvPr id="26628" name="5">
            <a:extLst>
              <a:ext uri="{FF2B5EF4-FFF2-40B4-BE49-F238E27FC236}">
                <a16:creationId xmlns:a16="http://schemas.microsoft.com/office/drawing/2014/main" id="{97DB4FE4-ABFF-3317-4DD2-92D644F583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0788" y="6494463"/>
            <a:ext cx="528637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5</a:t>
            </a:r>
          </a:p>
        </p:txBody>
      </p:sp>
      <p:sp>
        <p:nvSpPr>
          <p:cNvPr id="26629" name="2">
            <a:extLst>
              <a:ext uri="{FF2B5EF4-FFF2-40B4-BE49-F238E27FC236}">
                <a16:creationId xmlns:a16="http://schemas.microsoft.com/office/drawing/2014/main" id="{5A8710AA-3289-2D9D-0CF4-275B09CE57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37288" y="6494463"/>
            <a:ext cx="527050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2</a:t>
            </a:r>
          </a:p>
        </p:txBody>
      </p:sp>
      <p:sp>
        <p:nvSpPr>
          <p:cNvPr id="583" name="4">
            <a:extLst>
              <a:ext uri="{FF2B5EF4-FFF2-40B4-BE49-F238E27FC236}">
                <a16:creationId xmlns:a16="http://schemas.microsoft.com/office/drawing/2014/main" id="{F889F37E-5D43-C8BB-9DE1-1560557BB20F}"/>
              </a:ext>
            </a:extLst>
          </p:cNvPr>
          <p:cNvSpPr/>
          <p:nvPr/>
        </p:nvSpPr>
        <p:spPr>
          <a:xfrm>
            <a:off x="17127538" y="6943725"/>
            <a:ext cx="527050" cy="547688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000000"/>
            </a:solidFill>
            <a:miter lim="400000"/>
          </a:ln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4</a:t>
            </a:r>
          </a:p>
        </p:txBody>
      </p:sp>
      <p:sp>
        <p:nvSpPr>
          <p:cNvPr id="584" name="3">
            <a:extLst>
              <a:ext uri="{FF2B5EF4-FFF2-40B4-BE49-F238E27FC236}">
                <a16:creationId xmlns:a16="http://schemas.microsoft.com/office/drawing/2014/main" id="{D0C139A2-32A5-E046-2D02-E1CC1B70B992}"/>
              </a:ext>
            </a:extLst>
          </p:cNvPr>
          <p:cNvSpPr/>
          <p:nvPr/>
        </p:nvSpPr>
        <p:spPr>
          <a:xfrm>
            <a:off x="18248313" y="6943725"/>
            <a:ext cx="527050" cy="547688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000000"/>
            </a:solidFill>
            <a:miter lim="400000"/>
          </a:ln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3</a:t>
            </a:r>
          </a:p>
        </p:txBody>
      </p:sp>
      <p:sp>
        <p:nvSpPr>
          <p:cNvPr id="26632" name="1">
            <a:extLst>
              <a:ext uri="{FF2B5EF4-FFF2-40B4-BE49-F238E27FC236}">
                <a16:creationId xmlns:a16="http://schemas.microsoft.com/office/drawing/2014/main" id="{CFC6BA56-B5B0-3A93-BE37-4F1F5CCDB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86338" y="7634288"/>
            <a:ext cx="527050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</a:t>
            </a:r>
          </a:p>
        </p:txBody>
      </p:sp>
      <p:sp>
        <p:nvSpPr>
          <p:cNvPr id="26633" name="9">
            <a:extLst>
              <a:ext uri="{FF2B5EF4-FFF2-40B4-BE49-F238E27FC236}">
                <a16:creationId xmlns:a16="http://schemas.microsoft.com/office/drawing/2014/main" id="{123D8CA2-8A88-EEF4-F4B0-E47F872564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86338" y="3565525"/>
            <a:ext cx="527050" cy="54768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9</a:t>
            </a:r>
          </a:p>
        </p:txBody>
      </p:sp>
      <p:sp>
        <p:nvSpPr>
          <p:cNvPr id="26634" name="10">
            <a:extLst>
              <a:ext uri="{FF2B5EF4-FFF2-40B4-BE49-F238E27FC236}">
                <a16:creationId xmlns:a16="http://schemas.microsoft.com/office/drawing/2014/main" id="{4DFA932B-88FB-8631-4A5A-02A7AEDC80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1938" y="4945063"/>
            <a:ext cx="527050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10</a:t>
            </a:r>
          </a:p>
        </p:txBody>
      </p:sp>
      <p:sp>
        <p:nvSpPr>
          <p:cNvPr id="26635" name="8">
            <a:extLst>
              <a:ext uri="{FF2B5EF4-FFF2-40B4-BE49-F238E27FC236}">
                <a16:creationId xmlns:a16="http://schemas.microsoft.com/office/drawing/2014/main" id="{37359C89-E116-4104-666F-A42EAC061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29138" y="5338763"/>
            <a:ext cx="527050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8</a:t>
            </a:r>
          </a:p>
        </p:txBody>
      </p:sp>
      <p:sp>
        <p:nvSpPr>
          <p:cNvPr id="26636" name="6">
            <a:extLst>
              <a:ext uri="{FF2B5EF4-FFF2-40B4-BE49-F238E27FC236}">
                <a16:creationId xmlns:a16="http://schemas.microsoft.com/office/drawing/2014/main" id="{24437E00-BE8D-4A43-FDC8-473A1569F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67313" y="5899150"/>
            <a:ext cx="527050" cy="54768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6</a:t>
            </a:r>
          </a:p>
        </p:txBody>
      </p:sp>
      <p:sp>
        <p:nvSpPr>
          <p:cNvPr id="590" name="TextBox 28">
            <a:extLst>
              <a:ext uri="{FF2B5EF4-FFF2-40B4-BE49-F238E27FC236}">
                <a16:creationId xmlns:a16="http://schemas.microsoft.com/office/drawing/2014/main" id="{6E12CFF9-80D9-2082-19C3-B1A4937D6907}"/>
              </a:ext>
            </a:extLst>
          </p:cNvPr>
          <p:cNvSpPr txBox="1"/>
          <p:nvPr/>
        </p:nvSpPr>
        <p:spPr>
          <a:xfrm>
            <a:off x="13106400" y="7643813"/>
            <a:ext cx="1947863" cy="110490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 eaLnBrk="1" fontAlgn="auto">
              <a:spcBef>
                <a:spcPts val="0"/>
              </a:spcBef>
              <a:spcAft>
                <a:spcPts val="0"/>
              </a:spcAft>
              <a:defRPr sz="6400" cap="all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sz="6400" kern="0" cap="all">
              <a:solidFill>
                <a:srgbClr val="2769C3"/>
              </a:solidFill>
              <a:latin typeface="Avenir Next Regular"/>
              <a:ea typeface="Avenir Next Regular"/>
              <a:cs typeface="Avenir Next Regular"/>
              <a:sym typeface="Avenir Next Regular"/>
            </a:endParaRPr>
          </a:p>
        </p:txBody>
      </p:sp>
      <p:pic>
        <p:nvPicPr>
          <p:cNvPr id="591" name="achterkant FC Den Bosch nummer 3.png" descr="achterkant FC Den Bosch nummer 3.png">
            <a:extLst>
              <a:ext uri="{FF2B5EF4-FFF2-40B4-BE49-F238E27FC236}">
                <a16:creationId xmlns:a16="http://schemas.microsoft.com/office/drawing/2014/main" id="{6DA336A0-90C7-BDF4-0778-F73855F79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8126" y="7472384"/>
            <a:ext cx="2642322" cy="2642322"/>
          </a:xfrm>
          <a:prstGeom prst="rect">
            <a:avLst/>
          </a:prstGeom>
          <a:ln w="12700">
            <a:miter lim="400000"/>
          </a:ln>
          <a:effectLst>
            <a:reflection stA="50000" endPos="40000" dir="5400000" sy="-100000" algn="bl" rotWithShape="0"/>
          </a:effectLst>
        </p:spPr>
      </p:pic>
      <p:pic>
        <p:nvPicPr>
          <p:cNvPr id="592" name="achterkant FC Den Bosch nummer 4.png" descr="achterkant FC Den Bosch nummer 4.png">
            <a:extLst>
              <a:ext uri="{FF2B5EF4-FFF2-40B4-BE49-F238E27FC236}">
                <a16:creationId xmlns:a16="http://schemas.microsoft.com/office/drawing/2014/main" id="{E7150555-BC0F-FDF5-F2C2-A787A7BE6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7539" y="7472420"/>
            <a:ext cx="2642322" cy="2642323"/>
          </a:xfrm>
          <a:prstGeom prst="rect">
            <a:avLst/>
          </a:prstGeom>
          <a:ln w="12700">
            <a:miter lim="400000"/>
          </a:ln>
          <a:effectLst>
            <a:reflection stA="50000" endPos="40000" dir="5400000" sy="-100000" algn="bl" rotWithShape="0"/>
          </a:effec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TextBox 21">
            <a:extLst>
              <a:ext uri="{FF2B5EF4-FFF2-40B4-BE49-F238E27FC236}">
                <a16:creationId xmlns:a16="http://schemas.microsoft.com/office/drawing/2014/main" id="{5813161B-0D4B-7A3B-785A-77AC3F7B217B}"/>
              </a:ext>
            </a:extLst>
          </p:cNvPr>
          <p:cNvSpPr txBox="1"/>
          <p:nvPr/>
        </p:nvSpPr>
        <p:spPr>
          <a:xfrm>
            <a:off x="4332288" y="1012825"/>
            <a:ext cx="15719425" cy="1244600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  <p:txBody>
          <a:bodyPr lIns="0" tIns="0" rIns="0" bIns="0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Kernwaarden —&gt; Voetbal: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32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r>
              <a:rPr sz="3200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Strijders Die spelen om te winnen en die elke dag beter willen worden”</a:t>
            </a:r>
          </a:p>
        </p:txBody>
      </p:sp>
      <p:sp>
        <p:nvSpPr>
          <p:cNvPr id="27651" name="Line">
            <a:extLst>
              <a:ext uri="{FF2B5EF4-FFF2-40B4-BE49-F238E27FC236}">
                <a16:creationId xmlns:a16="http://schemas.microsoft.com/office/drawing/2014/main" id="{93D70284-6CAC-E1C4-22E6-281D92B8BEB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52313" y="4117975"/>
            <a:ext cx="0" cy="3382963"/>
          </a:xfrm>
          <a:prstGeom prst="line">
            <a:avLst/>
          </a:prstGeom>
          <a:noFill/>
          <a:ln w="50800">
            <a:solidFill>
              <a:srgbClr val="FFFFFF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71437" tIns="71437" rIns="71437" bIns="71437" anchor="ctr"/>
          <a:lstStyle/>
          <a:p>
            <a:endParaRPr lang="LID4096"/>
          </a:p>
        </p:txBody>
      </p:sp>
      <p:sp>
        <p:nvSpPr>
          <p:cNvPr id="597" name="Freeform 7">
            <a:extLst>
              <a:ext uri="{FF2B5EF4-FFF2-40B4-BE49-F238E27FC236}">
                <a16:creationId xmlns:a16="http://schemas.microsoft.com/office/drawing/2014/main" id="{1D30DA85-E347-5769-BFA1-482B90E72F43}"/>
              </a:ext>
            </a:extLst>
          </p:cNvPr>
          <p:cNvSpPr/>
          <p:nvPr/>
        </p:nvSpPr>
        <p:spPr>
          <a:xfrm>
            <a:off x="4473575" y="4440238"/>
            <a:ext cx="6262688" cy="2946400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blurRad="50800" dist="76200" dir="3243361" rotWithShape="0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600">
                <a:latin typeface="Calibri"/>
                <a:ea typeface="Calibri"/>
                <a:cs typeface="Calibri"/>
                <a:sym typeface="Calibri"/>
              </a:defRPr>
            </a:pPr>
            <a:endParaRPr sz="16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53" name="Rectangle">
            <a:extLst>
              <a:ext uri="{FF2B5EF4-FFF2-40B4-BE49-F238E27FC236}">
                <a16:creationId xmlns:a16="http://schemas.microsoft.com/office/drawing/2014/main" id="{7C02A938-B78B-142D-732E-8285FD4B99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6913" y="5470525"/>
            <a:ext cx="6196012" cy="287338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99" name="TextBox 13">
            <a:extLst>
              <a:ext uri="{FF2B5EF4-FFF2-40B4-BE49-F238E27FC236}">
                <a16:creationId xmlns:a16="http://schemas.microsoft.com/office/drawing/2014/main" id="{19BCC932-B058-D6DD-0970-39B745BDFF31}"/>
              </a:ext>
            </a:extLst>
          </p:cNvPr>
          <p:cNvSpPr txBox="1"/>
          <p:nvPr/>
        </p:nvSpPr>
        <p:spPr>
          <a:xfrm>
            <a:off x="4646613" y="5975350"/>
            <a:ext cx="5916612" cy="1157288"/>
          </a:xfrm>
          <a:prstGeom prst="rect">
            <a:avLst/>
          </a:prstGeom>
          <a:ln w="12700">
            <a:miter lim="400000"/>
          </a:ln>
        </p:spPr>
        <p:txBody>
          <a:bodyPr lIns="0" tIns="0" rIns="0" bIns="0"/>
          <a:lstStyle/>
          <a:p>
            <a:pPr marL="351692" indent="-351692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KPI 1: Top-3 goals </a:t>
            </a:r>
            <a:r>
              <a:rPr sz="2400" kern="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(6th)</a:t>
            </a:r>
          </a:p>
          <a:p>
            <a:pPr marL="351692" indent="-351692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KPI 2: Top-3 challenge intensity </a:t>
            </a:r>
            <a:r>
              <a:rPr sz="2400" kern="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(10th)</a:t>
            </a:r>
          </a:p>
          <a:p>
            <a:pPr marL="351692" indent="-351692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KPI 3: Top-3 doelpogingen</a:t>
            </a:r>
            <a:r>
              <a:rPr sz="2400" kern="0">
                <a:solidFill>
                  <a:srgbClr val="FF2600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(12th)</a:t>
            </a:r>
          </a:p>
        </p:txBody>
      </p:sp>
      <p:sp>
        <p:nvSpPr>
          <p:cNvPr id="600" name="TextBox 16">
            <a:extLst>
              <a:ext uri="{FF2B5EF4-FFF2-40B4-BE49-F238E27FC236}">
                <a16:creationId xmlns:a16="http://schemas.microsoft.com/office/drawing/2014/main" id="{A30D22CB-D355-B680-A0FC-FCD7F3C76A73}"/>
              </a:ext>
            </a:extLst>
          </p:cNvPr>
          <p:cNvSpPr txBox="1"/>
          <p:nvPr/>
        </p:nvSpPr>
        <p:spPr>
          <a:xfrm>
            <a:off x="5284788" y="4421188"/>
            <a:ext cx="4638675" cy="10747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Speelstijl</a:t>
            </a:r>
          </a:p>
        </p:txBody>
      </p:sp>
      <p:sp>
        <p:nvSpPr>
          <p:cNvPr id="601" name="Freeform 7">
            <a:extLst>
              <a:ext uri="{FF2B5EF4-FFF2-40B4-BE49-F238E27FC236}">
                <a16:creationId xmlns:a16="http://schemas.microsoft.com/office/drawing/2014/main" id="{3394F4D6-16D4-01CE-0415-6D06745DDF50}"/>
              </a:ext>
            </a:extLst>
          </p:cNvPr>
          <p:cNvSpPr/>
          <p:nvPr/>
        </p:nvSpPr>
        <p:spPr>
          <a:xfrm>
            <a:off x="13682663" y="4440238"/>
            <a:ext cx="6261100" cy="2946400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blurRad="50800" dist="76200" dir="3243361" rotWithShape="0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600">
                <a:latin typeface="Calibri"/>
                <a:ea typeface="Calibri"/>
                <a:cs typeface="Calibri"/>
                <a:sym typeface="Calibri"/>
              </a:defRPr>
            </a:pPr>
            <a:endParaRPr sz="16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57" name="Rectangle">
            <a:extLst>
              <a:ext uri="{FF2B5EF4-FFF2-40B4-BE49-F238E27FC236}">
                <a16:creationId xmlns:a16="http://schemas.microsoft.com/office/drawing/2014/main" id="{907668BE-751E-3E79-6F4D-0CCC45903D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81075" y="5470525"/>
            <a:ext cx="6265863" cy="287338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03" name="TextBox 13">
            <a:extLst>
              <a:ext uri="{FF2B5EF4-FFF2-40B4-BE49-F238E27FC236}">
                <a16:creationId xmlns:a16="http://schemas.microsoft.com/office/drawing/2014/main" id="{2DF23896-6D44-99BE-B60D-CC92E78FA8F4}"/>
              </a:ext>
            </a:extLst>
          </p:cNvPr>
          <p:cNvSpPr txBox="1"/>
          <p:nvPr/>
        </p:nvSpPr>
        <p:spPr>
          <a:xfrm>
            <a:off x="14077950" y="5943600"/>
            <a:ext cx="5472113" cy="8810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/>
          <a:lstStyle/>
          <a:p>
            <a:pPr marL="351692" indent="-351692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Scouting</a:t>
            </a:r>
          </a:p>
          <a:p>
            <a:pPr marL="351692" indent="-351692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IDP</a:t>
            </a:r>
          </a:p>
        </p:txBody>
      </p:sp>
      <p:sp>
        <p:nvSpPr>
          <p:cNvPr id="604" name="TextBox 16">
            <a:extLst>
              <a:ext uri="{FF2B5EF4-FFF2-40B4-BE49-F238E27FC236}">
                <a16:creationId xmlns:a16="http://schemas.microsoft.com/office/drawing/2014/main" id="{51F80AF9-E242-F36A-A7BF-202D1EEC6DE2}"/>
              </a:ext>
            </a:extLst>
          </p:cNvPr>
          <p:cNvSpPr txBox="1"/>
          <p:nvPr/>
        </p:nvSpPr>
        <p:spPr>
          <a:xfrm>
            <a:off x="14493875" y="4421188"/>
            <a:ext cx="4638675" cy="10747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Profielen &amp; Begrippen</a:t>
            </a:r>
          </a:p>
        </p:txBody>
      </p:sp>
      <p:sp>
        <p:nvSpPr>
          <p:cNvPr id="605" name="Rounded Rectangle">
            <a:extLst>
              <a:ext uri="{FF2B5EF4-FFF2-40B4-BE49-F238E27FC236}">
                <a16:creationId xmlns:a16="http://schemas.microsoft.com/office/drawing/2014/main" id="{2881EA61-13A1-9788-3726-C8D90E538200}"/>
              </a:ext>
            </a:extLst>
          </p:cNvPr>
          <p:cNvSpPr/>
          <p:nvPr/>
        </p:nvSpPr>
        <p:spPr>
          <a:xfrm>
            <a:off x="5718175" y="9151938"/>
            <a:ext cx="439738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Rounded Rectangle">
            <a:extLst>
              <a:ext uri="{FF2B5EF4-FFF2-40B4-BE49-F238E27FC236}">
                <a16:creationId xmlns:a16="http://schemas.microsoft.com/office/drawing/2014/main" id="{2ABBB3CF-0882-1231-9243-D9387484C7C0}"/>
              </a:ext>
            </a:extLst>
          </p:cNvPr>
          <p:cNvSpPr/>
          <p:nvPr/>
        </p:nvSpPr>
        <p:spPr>
          <a:xfrm>
            <a:off x="6440488" y="9151938"/>
            <a:ext cx="439737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Rounded Rectangle">
            <a:extLst>
              <a:ext uri="{FF2B5EF4-FFF2-40B4-BE49-F238E27FC236}">
                <a16:creationId xmlns:a16="http://schemas.microsoft.com/office/drawing/2014/main" id="{0F17D155-2373-F336-A402-440F986EC684}"/>
              </a:ext>
            </a:extLst>
          </p:cNvPr>
          <p:cNvSpPr/>
          <p:nvPr/>
        </p:nvSpPr>
        <p:spPr>
          <a:xfrm>
            <a:off x="7162800" y="9151938"/>
            <a:ext cx="441325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Rounded Rectangle">
            <a:extLst>
              <a:ext uri="{FF2B5EF4-FFF2-40B4-BE49-F238E27FC236}">
                <a16:creationId xmlns:a16="http://schemas.microsoft.com/office/drawing/2014/main" id="{720F84D5-FCFC-719B-43FD-05DE2F0A93CA}"/>
              </a:ext>
            </a:extLst>
          </p:cNvPr>
          <p:cNvSpPr/>
          <p:nvPr/>
        </p:nvSpPr>
        <p:spPr>
          <a:xfrm>
            <a:off x="7885113" y="9151938"/>
            <a:ext cx="441325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64" name="Freeform 7">
            <a:extLst>
              <a:ext uri="{FF2B5EF4-FFF2-40B4-BE49-F238E27FC236}">
                <a16:creationId xmlns:a16="http://schemas.microsoft.com/office/drawing/2014/main" id="{80976A65-8A6F-6A6B-E3AD-8CF48F87CD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4613" y="9569450"/>
            <a:ext cx="3559175" cy="193833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  <a:headEnd/>
            <a:tailEnd/>
          </a:ln>
        </p:spPr>
        <p:txBody>
          <a:bodyPr lIns="45719" tIns="45719" rIns="45719" b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6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7665" name="Rectangle">
            <a:extLst>
              <a:ext uri="{FF2B5EF4-FFF2-40B4-BE49-F238E27FC236}">
                <a16:creationId xmlns:a16="http://schemas.microsoft.com/office/drawing/2014/main" id="{55649956-539A-27FD-4831-8695173AE3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3025" y="10367963"/>
            <a:ext cx="3562350" cy="11557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11" name="TextBox 8">
            <a:extLst>
              <a:ext uri="{FF2B5EF4-FFF2-40B4-BE49-F238E27FC236}">
                <a16:creationId xmlns:a16="http://schemas.microsoft.com/office/drawing/2014/main" id="{03D074C9-DA1B-FEAD-CBA8-19E64A69C1CF}"/>
              </a:ext>
            </a:extLst>
          </p:cNvPr>
          <p:cNvSpPr txBox="1"/>
          <p:nvPr/>
        </p:nvSpPr>
        <p:spPr>
          <a:xfrm>
            <a:off x="5253038" y="10506075"/>
            <a:ext cx="3362325" cy="87947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/>
          <a:lstStyle/>
          <a:p>
            <a:pPr marL="293914" indent="-293914" defTabSz="1285875" eaLnBrk="1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kern="0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Transfer target: +€750K</a:t>
            </a:r>
          </a:p>
          <a:p>
            <a:pPr marL="339131" indent="-339131" defTabSz="1285875" eaLnBrk="1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i="1" cap="all">
                <a:solidFill>
                  <a:srgbClr val="9BBB59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i="1" kern="0" cap="all">
                <a:solidFill>
                  <a:srgbClr val="9BBB59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transfers: &gt;1M</a:t>
            </a:r>
          </a:p>
        </p:txBody>
      </p:sp>
      <p:sp>
        <p:nvSpPr>
          <p:cNvPr id="612" name="TextBox 16">
            <a:extLst>
              <a:ext uri="{FF2B5EF4-FFF2-40B4-BE49-F238E27FC236}">
                <a16:creationId xmlns:a16="http://schemas.microsoft.com/office/drawing/2014/main" id="{B8A3952D-BEBA-0897-F563-4F31CA2B759C}"/>
              </a:ext>
            </a:extLst>
          </p:cNvPr>
          <p:cNvSpPr txBox="1"/>
          <p:nvPr/>
        </p:nvSpPr>
        <p:spPr>
          <a:xfrm>
            <a:off x="5259388" y="9561513"/>
            <a:ext cx="3349625" cy="70802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Goal 1</a:t>
            </a:r>
          </a:p>
        </p:txBody>
      </p:sp>
      <p:sp>
        <p:nvSpPr>
          <p:cNvPr id="613" name="Rounded Rectangle">
            <a:extLst>
              <a:ext uri="{FF2B5EF4-FFF2-40B4-BE49-F238E27FC236}">
                <a16:creationId xmlns:a16="http://schemas.microsoft.com/office/drawing/2014/main" id="{57A3A306-2561-06D8-CBCE-173A348C06E9}"/>
              </a:ext>
            </a:extLst>
          </p:cNvPr>
          <p:cNvSpPr/>
          <p:nvPr/>
        </p:nvSpPr>
        <p:spPr>
          <a:xfrm>
            <a:off x="10975975" y="9158288"/>
            <a:ext cx="439738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Rounded Rectangle">
            <a:extLst>
              <a:ext uri="{FF2B5EF4-FFF2-40B4-BE49-F238E27FC236}">
                <a16:creationId xmlns:a16="http://schemas.microsoft.com/office/drawing/2014/main" id="{DD06EDC5-851C-FBFC-C246-B7C198294FB1}"/>
              </a:ext>
            </a:extLst>
          </p:cNvPr>
          <p:cNvSpPr/>
          <p:nvPr/>
        </p:nvSpPr>
        <p:spPr>
          <a:xfrm>
            <a:off x="11698288" y="9158288"/>
            <a:ext cx="439737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Rounded Rectangle">
            <a:extLst>
              <a:ext uri="{FF2B5EF4-FFF2-40B4-BE49-F238E27FC236}">
                <a16:creationId xmlns:a16="http://schemas.microsoft.com/office/drawing/2014/main" id="{A9A04B5C-4E53-5CFD-3809-6296B232F5B0}"/>
              </a:ext>
            </a:extLst>
          </p:cNvPr>
          <p:cNvSpPr/>
          <p:nvPr/>
        </p:nvSpPr>
        <p:spPr>
          <a:xfrm>
            <a:off x="12420600" y="9158288"/>
            <a:ext cx="439738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Rounded Rectangle">
            <a:extLst>
              <a:ext uri="{FF2B5EF4-FFF2-40B4-BE49-F238E27FC236}">
                <a16:creationId xmlns:a16="http://schemas.microsoft.com/office/drawing/2014/main" id="{D8318CFA-E3DB-84F9-996C-64EABBDD536C}"/>
              </a:ext>
            </a:extLst>
          </p:cNvPr>
          <p:cNvSpPr/>
          <p:nvPr/>
        </p:nvSpPr>
        <p:spPr>
          <a:xfrm>
            <a:off x="13142913" y="9158288"/>
            <a:ext cx="441325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72" name="Freeform 7">
            <a:extLst>
              <a:ext uri="{FF2B5EF4-FFF2-40B4-BE49-F238E27FC236}">
                <a16:creationId xmlns:a16="http://schemas.microsoft.com/office/drawing/2014/main" id="{E124880F-9C89-5F20-A9E0-CF6C9C1003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2413" y="9575800"/>
            <a:ext cx="3559175" cy="193833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  <a:headEnd/>
            <a:tailEnd/>
          </a:ln>
        </p:spPr>
        <p:txBody>
          <a:bodyPr lIns="45719" tIns="45719" rIns="45719" b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6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7673" name="Rectangle">
            <a:extLst>
              <a:ext uri="{FF2B5EF4-FFF2-40B4-BE49-F238E27FC236}">
                <a16:creationId xmlns:a16="http://schemas.microsoft.com/office/drawing/2014/main" id="{9751FE2D-51A1-164E-4EC8-AD2B3F8567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0825" y="10375900"/>
            <a:ext cx="3562350" cy="11557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19" name="TextBox 8">
            <a:extLst>
              <a:ext uri="{FF2B5EF4-FFF2-40B4-BE49-F238E27FC236}">
                <a16:creationId xmlns:a16="http://schemas.microsoft.com/office/drawing/2014/main" id="{14FD0A94-CC3F-1F46-BB0D-634FD5D6F071}"/>
              </a:ext>
            </a:extLst>
          </p:cNvPr>
          <p:cNvSpPr txBox="1"/>
          <p:nvPr/>
        </p:nvSpPr>
        <p:spPr>
          <a:xfrm>
            <a:off x="10517188" y="10529888"/>
            <a:ext cx="3362325" cy="8461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/>
          <a:lstStyle/>
          <a:p>
            <a:pPr marL="293914" indent="-293914" defTabSz="1285875" eaLnBrk="1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kern="0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KKD: Top 10</a:t>
            </a:r>
          </a:p>
          <a:p>
            <a:pPr marL="339131" indent="-339131" defTabSz="1285875" eaLnBrk="1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i="1" cap="all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i="1" kern="0" cap="all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10e positie in de KKD</a:t>
            </a:r>
          </a:p>
        </p:txBody>
      </p:sp>
      <p:sp>
        <p:nvSpPr>
          <p:cNvPr id="620" name="TextBox 16">
            <a:extLst>
              <a:ext uri="{FF2B5EF4-FFF2-40B4-BE49-F238E27FC236}">
                <a16:creationId xmlns:a16="http://schemas.microsoft.com/office/drawing/2014/main" id="{68D71D3F-9814-04BE-821A-785C6808A619}"/>
              </a:ext>
            </a:extLst>
          </p:cNvPr>
          <p:cNvSpPr txBox="1"/>
          <p:nvPr/>
        </p:nvSpPr>
        <p:spPr>
          <a:xfrm>
            <a:off x="10517188" y="9569450"/>
            <a:ext cx="3349625" cy="706438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Goal 2</a:t>
            </a:r>
          </a:p>
        </p:txBody>
      </p:sp>
      <p:sp>
        <p:nvSpPr>
          <p:cNvPr id="621" name="Rounded Rectangle">
            <a:extLst>
              <a:ext uri="{FF2B5EF4-FFF2-40B4-BE49-F238E27FC236}">
                <a16:creationId xmlns:a16="http://schemas.microsoft.com/office/drawing/2014/main" id="{19895FB3-CF4B-42A4-8B87-52F5C405085D}"/>
              </a:ext>
            </a:extLst>
          </p:cNvPr>
          <p:cNvSpPr/>
          <p:nvPr/>
        </p:nvSpPr>
        <p:spPr>
          <a:xfrm>
            <a:off x="16233775" y="9158288"/>
            <a:ext cx="439738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Rounded Rectangle">
            <a:extLst>
              <a:ext uri="{FF2B5EF4-FFF2-40B4-BE49-F238E27FC236}">
                <a16:creationId xmlns:a16="http://schemas.microsoft.com/office/drawing/2014/main" id="{8804E7D7-1388-A9B3-C39E-151996C5CE02}"/>
              </a:ext>
            </a:extLst>
          </p:cNvPr>
          <p:cNvSpPr/>
          <p:nvPr/>
        </p:nvSpPr>
        <p:spPr>
          <a:xfrm>
            <a:off x="16956088" y="9158288"/>
            <a:ext cx="439737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Rounded Rectangle">
            <a:extLst>
              <a:ext uri="{FF2B5EF4-FFF2-40B4-BE49-F238E27FC236}">
                <a16:creationId xmlns:a16="http://schemas.microsoft.com/office/drawing/2014/main" id="{5BA96AC2-2D65-BB4B-81EC-839D3FF26FBC}"/>
              </a:ext>
            </a:extLst>
          </p:cNvPr>
          <p:cNvSpPr/>
          <p:nvPr/>
        </p:nvSpPr>
        <p:spPr>
          <a:xfrm>
            <a:off x="17678400" y="9158288"/>
            <a:ext cx="439738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Rounded Rectangle">
            <a:extLst>
              <a:ext uri="{FF2B5EF4-FFF2-40B4-BE49-F238E27FC236}">
                <a16:creationId xmlns:a16="http://schemas.microsoft.com/office/drawing/2014/main" id="{5671BC41-7B49-7BA2-78DA-3B28A3348DE5}"/>
              </a:ext>
            </a:extLst>
          </p:cNvPr>
          <p:cNvSpPr/>
          <p:nvPr/>
        </p:nvSpPr>
        <p:spPr>
          <a:xfrm>
            <a:off x="18400713" y="9158288"/>
            <a:ext cx="439737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80" name="Freeform 7">
            <a:extLst>
              <a:ext uri="{FF2B5EF4-FFF2-40B4-BE49-F238E27FC236}">
                <a16:creationId xmlns:a16="http://schemas.microsoft.com/office/drawing/2014/main" id="{22B85ABC-B692-47AE-E37C-53E4196CA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70213" y="9575800"/>
            <a:ext cx="3559175" cy="193833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  <a:headEnd/>
            <a:tailEnd/>
          </a:ln>
        </p:spPr>
        <p:txBody>
          <a:bodyPr lIns="45719" tIns="45719" rIns="45719" b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6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7681" name="Rectangle">
            <a:extLst>
              <a:ext uri="{FF2B5EF4-FFF2-40B4-BE49-F238E27FC236}">
                <a16:creationId xmlns:a16="http://schemas.microsoft.com/office/drawing/2014/main" id="{7E944A19-E1FF-AB52-978B-1449BBF33A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68625" y="10375900"/>
            <a:ext cx="3562350" cy="11557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27" name="TextBox 8">
            <a:extLst>
              <a:ext uri="{FF2B5EF4-FFF2-40B4-BE49-F238E27FC236}">
                <a16:creationId xmlns:a16="http://schemas.microsoft.com/office/drawing/2014/main" id="{A742CD21-C8D2-9069-4BAC-AAE800E68BF6}"/>
              </a:ext>
            </a:extLst>
          </p:cNvPr>
          <p:cNvSpPr txBox="1"/>
          <p:nvPr/>
        </p:nvSpPr>
        <p:spPr>
          <a:xfrm>
            <a:off x="15774988" y="10529888"/>
            <a:ext cx="3362325" cy="8461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/>
          <a:lstStyle/>
          <a:p>
            <a:pPr marL="293914" indent="-293914" defTabSz="1285875" eaLnBrk="1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kern="0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Academy players: 50%*</a:t>
            </a:r>
          </a:p>
          <a:p>
            <a:pPr marL="339131" indent="-339131" defTabSz="1285875" eaLnBrk="1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i="1" cap="all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i="1" kern="0" cap="all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Competitieminuten: 38%</a:t>
            </a:r>
          </a:p>
        </p:txBody>
      </p:sp>
      <p:sp>
        <p:nvSpPr>
          <p:cNvPr id="628" name="TextBox 16">
            <a:extLst>
              <a:ext uri="{FF2B5EF4-FFF2-40B4-BE49-F238E27FC236}">
                <a16:creationId xmlns:a16="http://schemas.microsoft.com/office/drawing/2014/main" id="{51D60815-11E7-8B2D-3704-522884089130}"/>
              </a:ext>
            </a:extLst>
          </p:cNvPr>
          <p:cNvSpPr txBox="1"/>
          <p:nvPr/>
        </p:nvSpPr>
        <p:spPr>
          <a:xfrm>
            <a:off x="15774988" y="9569450"/>
            <a:ext cx="3349625" cy="706438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Goal 3</a:t>
            </a:r>
          </a:p>
        </p:txBody>
      </p:sp>
      <p:sp>
        <p:nvSpPr>
          <p:cNvPr id="629" name="**Minimaal 3 jaar in de academy…">
            <a:extLst>
              <a:ext uri="{FF2B5EF4-FFF2-40B4-BE49-F238E27FC236}">
                <a16:creationId xmlns:a16="http://schemas.microsoft.com/office/drawing/2014/main" id="{89C1BC27-BFD3-38FE-3FC1-E44C0C6DA40E}"/>
              </a:ext>
            </a:extLst>
          </p:cNvPr>
          <p:cNvSpPr txBox="1"/>
          <p:nvPr/>
        </p:nvSpPr>
        <p:spPr>
          <a:xfrm>
            <a:off x="458788" y="12996863"/>
            <a:ext cx="4843462" cy="4445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"/>
              <a:buNone/>
              <a:defRPr sz="1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6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**Minimaal 3 jaar in de academy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"/>
              <a:buNone/>
              <a:defRPr sz="12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2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(Stan, Mees, Kevin, Danny, Nick, Sheddy, TJemme, Ilias)</a:t>
            </a:r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extBox 11">
            <a:extLst>
              <a:ext uri="{FF2B5EF4-FFF2-40B4-BE49-F238E27FC236}">
                <a16:creationId xmlns:a16="http://schemas.microsoft.com/office/drawing/2014/main" id="{0B7E3C1C-1C3D-3EE1-71D6-F6A04D37FB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36938" y="2190750"/>
            <a:ext cx="3686175" cy="39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75" name="TextBox 37">
            <a:extLst>
              <a:ext uri="{FF2B5EF4-FFF2-40B4-BE49-F238E27FC236}">
                <a16:creationId xmlns:a16="http://schemas.microsoft.com/office/drawing/2014/main" id="{94E67708-C0D6-4CA2-87E3-19F6585DA5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2188" y="839788"/>
            <a:ext cx="4441825" cy="658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5200"/>
              </a:lnSpc>
              <a:spcBef>
                <a:spcPct val="0"/>
              </a:spcBef>
            </a:pPr>
            <a:r>
              <a:rPr lang="LID4096" altLang="LID4096" sz="4500" b="1">
                <a:solidFill>
                  <a:srgbClr val="FFFFFF"/>
                </a:solidFill>
                <a:latin typeface="Cabin Bold" charset="0"/>
                <a:ea typeface="Cabin Bold" charset="0"/>
                <a:cs typeface="Cabin Bold" charset="0"/>
                <a:sym typeface="Cabin Bold" charset="0"/>
              </a:rPr>
              <a:t>Player name</a:t>
            </a:r>
          </a:p>
        </p:txBody>
      </p:sp>
      <p:sp>
        <p:nvSpPr>
          <p:cNvPr id="28676" name="TextBox 23">
            <a:extLst>
              <a:ext uri="{FF2B5EF4-FFF2-40B4-BE49-F238E27FC236}">
                <a16:creationId xmlns:a16="http://schemas.microsoft.com/office/drawing/2014/main" id="{F4F88C49-48AE-326F-5FCB-1E97B27765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62613" y="584200"/>
            <a:ext cx="5468937" cy="322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</p:txBody>
      </p:sp>
      <p:sp>
        <p:nvSpPr>
          <p:cNvPr id="28677" name="TextBox 11">
            <a:extLst>
              <a:ext uri="{FF2B5EF4-FFF2-40B4-BE49-F238E27FC236}">
                <a16:creationId xmlns:a16="http://schemas.microsoft.com/office/drawing/2014/main" id="{28C60989-1B35-1682-F78A-3AFD748E28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46463" y="2944813"/>
            <a:ext cx="36861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78" name="TextBox 11">
            <a:extLst>
              <a:ext uri="{FF2B5EF4-FFF2-40B4-BE49-F238E27FC236}">
                <a16:creationId xmlns:a16="http://schemas.microsoft.com/office/drawing/2014/main" id="{33B6F1F6-343F-150B-EA42-271253994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43288" y="3702050"/>
            <a:ext cx="36861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79" name="TextBox 11">
            <a:extLst>
              <a:ext uri="{FF2B5EF4-FFF2-40B4-BE49-F238E27FC236}">
                <a16:creationId xmlns:a16="http://schemas.microsoft.com/office/drawing/2014/main" id="{F790902A-4308-8B92-45B2-BCF6CCD175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4459288"/>
            <a:ext cx="3686175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80" name="TextBox 11">
            <a:extLst>
              <a:ext uri="{FF2B5EF4-FFF2-40B4-BE49-F238E27FC236}">
                <a16:creationId xmlns:a16="http://schemas.microsoft.com/office/drawing/2014/main" id="{47E2AEB8-7D29-F886-FE73-E436319F90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5211763"/>
            <a:ext cx="3686175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81" name="TextBox 11">
            <a:extLst>
              <a:ext uri="{FF2B5EF4-FFF2-40B4-BE49-F238E27FC236}">
                <a16:creationId xmlns:a16="http://schemas.microsoft.com/office/drawing/2014/main" id="{6185DE91-CCA0-EAA0-78D5-7C55B2569A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5945188"/>
            <a:ext cx="3686175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82" name="TextBox 11">
            <a:extLst>
              <a:ext uri="{FF2B5EF4-FFF2-40B4-BE49-F238E27FC236}">
                <a16:creationId xmlns:a16="http://schemas.microsoft.com/office/drawing/2014/main" id="{6C3C57C4-DAAB-339F-78AF-4EECD5BAB9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6678613"/>
            <a:ext cx="36861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83" name="TextBox 11">
            <a:extLst>
              <a:ext uri="{FF2B5EF4-FFF2-40B4-BE49-F238E27FC236}">
                <a16:creationId xmlns:a16="http://schemas.microsoft.com/office/drawing/2014/main" id="{967A24B7-BD28-ADB5-01B9-C712574E83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1089025"/>
            <a:ext cx="215106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84" name="TextBox 11">
            <a:extLst>
              <a:ext uri="{FF2B5EF4-FFF2-40B4-BE49-F238E27FC236}">
                <a16:creationId xmlns:a16="http://schemas.microsoft.com/office/drawing/2014/main" id="{D33110B0-23CF-4A2F-02F2-718433F91D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1806575"/>
            <a:ext cx="2151063" cy="39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85" name="TextBox 11">
            <a:extLst>
              <a:ext uri="{FF2B5EF4-FFF2-40B4-BE49-F238E27FC236}">
                <a16:creationId xmlns:a16="http://schemas.microsoft.com/office/drawing/2014/main" id="{3FE77832-981C-5C03-FD65-392F3E0BEC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2611438"/>
            <a:ext cx="2151063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86" name="TextBox 11">
            <a:extLst>
              <a:ext uri="{FF2B5EF4-FFF2-40B4-BE49-F238E27FC236}">
                <a16:creationId xmlns:a16="http://schemas.microsoft.com/office/drawing/2014/main" id="{DEA96EFF-B0BE-2CA8-9DE5-2D4B18E941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3370263"/>
            <a:ext cx="2151063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87" name="TextBox 11">
            <a:extLst>
              <a:ext uri="{FF2B5EF4-FFF2-40B4-BE49-F238E27FC236}">
                <a16:creationId xmlns:a16="http://schemas.microsoft.com/office/drawing/2014/main" id="{A8B5923B-6FDC-1FBE-987C-1B48D43DB9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87413" y="1089025"/>
            <a:ext cx="21526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88" name="TextBox 11">
            <a:extLst>
              <a:ext uri="{FF2B5EF4-FFF2-40B4-BE49-F238E27FC236}">
                <a16:creationId xmlns:a16="http://schemas.microsoft.com/office/drawing/2014/main" id="{C50C387C-5B13-EB71-54C7-A7D978DEA9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87413" y="1806575"/>
            <a:ext cx="2152650" cy="39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89" name="TextBox 11">
            <a:extLst>
              <a:ext uri="{FF2B5EF4-FFF2-40B4-BE49-F238E27FC236}">
                <a16:creationId xmlns:a16="http://schemas.microsoft.com/office/drawing/2014/main" id="{0F359749-0CCA-5928-83EF-12D64DB3E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87413" y="2611438"/>
            <a:ext cx="2152650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90" name="TextBox 11">
            <a:extLst>
              <a:ext uri="{FF2B5EF4-FFF2-40B4-BE49-F238E27FC236}">
                <a16:creationId xmlns:a16="http://schemas.microsoft.com/office/drawing/2014/main" id="{AA50E5A7-3170-804A-A353-A1492F45C9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87413" y="3370263"/>
            <a:ext cx="2152650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91" name="xxxx">
            <a:extLst>
              <a:ext uri="{FF2B5EF4-FFF2-40B4-BE49-F238E27FC236}">
                <a16:creationId xmlns:a16="http://schemas.microsoft.com/office/drawing/2014/main" id="{CB8B43EA-071F-3785-F7BC-22E37AA894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2150" y="9664700"/>
            <a:ext cx="35766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 anchor="ctr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2100"/>
              </a:lnSpc>
              <a:spcBef>
                <a:spcPct val="0"/>
              </a:spcBef>
            </a:pPr>
            <a:r>
              <a:rPr lang="LID4096" altLang="LID4096" sz="2000" b="1">
                <a:latin typeface="Cabin Medium" charset="0"/>
                <a:ea typeface="Cabin Medium" charset="0"/>
                <a:cs typeface="Cabin Medium" charset="0"/>
                <a:sym typeface="Cabin Medium" charset="0"/>
              </a:rPr>
              <a:t>xxxx</a:t>
            </a:r>
          </a:p>
        </p:txBody>
      </p:sp>
      <p:sp>
        <p:nvSpPr>
          <p:cNvPr id="28692" name="xxxx">
            <a:extLst>
              <a:ext uri="{FF2B5EF4-FFF2-40B4-BE49-F238E27FC236}">
                <a16:creationId xmlns:a16="http://schemas.microsoft.com/office/drawing/2014/main" id="{B3DEE8B9-BAD6-47F1-8514-3E6E221C0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2150" y="10420350"/>
            <a:ext cx="35766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 anchor="ctr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2100"/>
              </a:lnSpc>
              <a:spcBef>
                <a:spcPct val="0"/>
              </a:spcBef>
            </a:pPr>
            <a:r>
              <a:rPr lang="LID4096" altLang="LID4096" sz="2000" b="1">
                <a:latin typeface="Cabin Medium" charset="0"/>
                <a:ea typeface="Cabin Medium" charset="0"/>
                <a:cs typeface="Cabin Medium" charset="0"/>
                <a:sym typeface="Cabin Medium" charset="0"/>
              </a:rPr>
              <a:t>xxxx</a:t>
            </a:r>
          </a:p>
        </p:txBody>
      </p:sp>
      <p:sp>
        <p:nvSpPr>
          <p:cNvPr id="28693" name="xxxx">
            <a:extLst>
              <a:ext uri="{FF2B5EF4-FFF2-40B4-BE49-F238E27FC236}">
                <a16:creationId xmlns:a16="http://schemas.microsoft.com/office/drawing/2014/main" id="{7D4B9B80-00C5-7B35-DE5E-81703FD23A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2150" y="11198225"/>
            <a:ext cx="35766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 anchor="ctr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2100"/>
              </a:lnSpc>
              <a:spcBef>
                <a:spcPct val="0"/>
              </a:spcBef>
            </a:pPr>
            <a:r>
              <a:rPr lang="LID4096" altLang="LID4096" sz="2000" b="1">
                <a:latin typeface="Cabin Medium" charset="0"/>
                <a:ea typeface="Cabin Medium" charset="0"/>
                <a:cs typeface="Cabin Medium" charset="0"/>
                <a:sym typeface="Cabin Medium" charset="0"/>
              </a:rPr>
              <a:t>xxxx</a:t>
            </a:r>
          </a:p>
        </p:txBody>
      </p:sp>
      <p:sp>
        <p:nvSpPr>
          <p:cNvPr id="28694" name="xxxx">
            <a:extLst>
              <a:ext uri="{FF2B5EF4-FFF2-40B4-BE49-F238E27FC236}">
                <a16:creationId xmlns:a16="http://schemas.microsoft.com/office/drawing/2014/main" id="{326CF8D7-8C10-FF4C-2584-CB3129AD98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53263" y="11925300"/>
            <a:ext cx="3578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 anchor="ctr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2100"/>
              </a:lnSpc>
              <a:spcBef>
                <a:spcPct val="0"/>
              </a:spcBef>
            </a:pPr>
            <a:r>
              <a:rPr lang="LID4096" altLang="LID4096" sz="2000" b="1">
                <a:latin typeface="Cabin Medium" charset="0"/>
                <a:ea typeface="Cabin Medium" charset="0"/>
                <a:cs typeface="Cabin Medium" charset="0"/>
                <a:sym typeface="Cabin Medium" charset="0"/>
              </a:rPr>
              <a:t>xxxx</a:t>
            </a:r>
          </a:p>
        </p:txBody>
      </p:sp>
      <p:sp>
        <p:nvSpPr>
          <p:cNvPr id="28695" name="xxxx">
            <a:extLst>
              <a:ext uri="{FF2B5EF4-FFF2-40B4-BE49-F238E27FC236}">
                <a16:creationId xmlns:a16="http://schemas.microsoft.com/office/drawing/2014/main" id="{8AFCC083-F0A6-A131-4E40-C899FCA1AA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53263" y="12652375"/>
            <a:ext cx="3578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 anchor="ctr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2100"/>
              </a:lnSpc>
              <a:spcBef>
                <a:spcPct val="0"/>
              </a:spcBef>
            </a:pPr>
            <a:r>
              <a:rPr lang="LID4096" altLang="LID4096" sz="2000" b="1">
                <a:latin typeface="Cabin Medium" charset="0"/>
                <a:ea typeface="Cabin Medium" charset="0"/>
                <a:cs typeface="Cabin Medium" charset="0"/>
                <a:sym typeface="Cabin Medium" charset="0"/>
              </a:rPr>
              <a:t>xxxx</a:t>
            </a:r>
          </a:p>
        </p:txBody>
      </p:sp>
      <p:sp>
        <p:nvSpPr>
          <p:cNvPr id="653" name="TextBox 31">
            <a:extLst>
              <a:ext uri="{FF2B5EF4-FFF2-40B4-BE49-F238E27FC236}">
                <a16:creationId xmlns:a16="http://schemas.microsoft.com/office/drawing/2014/main" id="{2C98DD20-DEE1-0DC2-94F0-F67B6C9F2195}"/>
              </a:ext>
            </a:extLst>
          </p:cNvPr>
          <p:cNvSpPr txBox="1"/>
          <p:nvPr/>
        </p:nvSpPr>
        <p:spPr>
          <a:xfrm>
            <a:off x="8032750" y="9220200"/>
            <a:ext cx="7939088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endParaRPr sz="2000" kern="0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Avenir Next Condensed Regular"/>
              <a:ea typeface="Avenir Next Condensed Regular"/>
              <a:cs typeface="Avenir Next Condensed Regular"/>
              <a:sym typeface="Avenir Next Condensed Regular"/>
            </a:endParaRPr>
          </a:p>
        </p:txBody>
      </p:sp>
      <p:sp>
        <p:nvSpPr>
          <p:cNvPr id="28697" name="TextBox 11">
            <a:extLst>
              <a:ext uri="{FF2B5EF4-FFF2-40B4-BE49-F238E27FC236}">
                <a16:creationId xmlns:a16="http://schemas.microsoft.com/office/drawing/2014/main" id="{3D2AA439-9B7F-A685-6B2D-9C28E7E9D7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7434263"/>
            <a:ext cx="3686175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98" name="TextBox 11">
            <a:extLst>
              <a:ext uri="{FF2B5EF4-FFF2-40B4-BE49-F238E27FC236}">
                <a16:creationId xmlns:a16="http://schemas.microsoft.com/office/drawing/2014/main" id="{7F1F6863-D804-9F69-645B-81FFDBAEC9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8147050"/>
            <a:ext cx="3686175" cy="39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28699" name="xx">
            <a:extLst>
              <a:ext uri="{FF2B5EF4-FFF2-40B4-BE49-F238E27FC236}">
                <a16:creationId xmlns:a16="http://schemas.microsoft.com/office/drawing/2014/main" id="{AF2BBA08-C186-EBDE-C286-A74F9EBF91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72475" y="5119688"/>
            <a:ext cx="2857500" cy="28575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  <a:headEnd/>
            <a:tailEnd/>
          </a:ln>
        </p:spPr>
        <p:txBody>
          <a:bodyPr lIns="0" tIns="0" rIns="0" bIns="0" anchor="ctr"/>
          <a:lstStyle>
            <a:lvl1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87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xx</a:t>
            </a:r>
          </a:p>
        </p:txBody>
      </p:sp>
      <p:sp>
        <p:nvSpPr>
          <p:cNvPr id="28700" name="xx%">
            <a:extLst>
              <a:ext uri="{FF2B5EF4-FFF2-40B4-BE49-F238E27FC236}">
                <a16:creationId xmlns:a16="http://schemas.microsoft.com/office/drawing/2014/main" id="{096B570D-4E84-5D20-5E59-08A2F9765F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5238" y="5124450"/>
            <a:ext cx="2857500" cy="28575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  <a:headEnd/>
            <a:tailEnd/>
          </a:ln>
        </p:spPr>
        <p:txBody>
          <a:bodyPr lIns="0" tIns="0" rIns="0" bIns="0" anchor="ctr"/>
          <a:lstStyle>
            <a:lvl1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87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xx%</a:t>
            </a:r>
          </a:p>
        </p:txBody>
      </p:sp>
      <p:sp>
        <p:nvSpPr>
          <p:cNvPr id="658" name="DATE: DD-MM-JJJJ">
            <a:extLst>
              <a:ext uri="{FF2B5EF4-FFF2-40B4-BE49-F238E27FC236}">
                <a16:creationId xmlns:a16="http://schemas.microsoft.com/office/drawing/2014/main" id="{158E8AE2-A381-7204-E789-CD0742101CC1}"/>
              </a:ext>
            </a:extLst>
          </p:cNvPr>
          <p:cNvSpPr txBox="1"/>
          <p:nvPr/>
        </p:nvSpPr>
        <p:spPr>
          <a:xfrm>
            <a:off x="4875213" y="268288"/>
            <a:ext cx="2678112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DATE: DD-MM-JJJJ</a:t>
            </a:r>
          </a:p>
        </p:txBody>
      </p:sp>
      <p:sp>
        <p:nvSpPr>
          <p:cNvPr id="659" name="Snelheid">
            <a:extLst>
              <a:ext uri="{FF2B5EF4-FFF2-40B4-BE49-F238E27FC236}">
                <a16:creationId xmlns:a16="http://schemas.microsoft.com/office/drawing/2014/main" id="{01DEFE0A-526A-E587-ADC7-B74DCDE83B75}"/>
              </a:ext>
            </a:extLst>
          </p:cNvPr>
          <p:cNvSpPr txBox="1"/>
          <p:nvPr/>
        </p:nvSpPr>
        <p:spPr>
          <a:xfrm>
            <a:off x="16838613" y="7313613"/>
            <a:ext cx="287020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Snelheid</a:t>
            </a:r>
          </a:p>
        </p:txBody>
      </p:sp>
      <p:sp>
        <p:nvSpPr>
          <p:cNvPr id="660" name="Duelkracht">
            <a:extLst>
              <a:ext uri="{FF2B5EF4-FFF2-40B4-BE49-F238E27FC236}">
                <a16:creationId xmlns:a16="http://schemas.microsoft.com/office/drawing/2014/main" id="{08802C96-6C9B-364C-823B-AB5666DAD02F}"/>
              </a:ext>
            </a:extLst>
          </p:cNvPr>
          <p:cNvSpPr txBox="1"/>
          <p:nvPr/>
        </p:nvSpPr>
        <p:spPr>
          <a:xfrm>
            <a:off x="16856075" y="6807200"/>
            <a:ext cx="2517775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Duelkracht</a:t>
            </a:r>
          </a:p>
        </p:txBody>
      </p:sp>
      <p:sp>
        <p:nvSpPr>
          <p:cNvPr id="661" name="Dribbelen met bal">
            <a:extLst>
              <a:ext uri="{FF2B5EF4-FFF2-40B4-BE49-F238E27FC236}">
                <a16:creationId xmlns:a16="http://schemas.microsoft.com/office/drawing/2014/main" id="{52A9E276-BF2A-1BA5-4B17-7DDABAC84086}"/>
              </a:ext>
            </a:extLst>
          </p:cNvPr>
          <p:cNvSpPr txBox="1"/>
          <p:nvPr/>
        </p:nvSpPr>
        <p:spPr>
          <a:xfrm>
            <a:off x="16856075" y="6289675"/>
            <a:ext cx="213995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Dribbelen met bal</a:t>
            </a:r>
          </a:p>
        </p:txBody>
      </p:sp>
      <p:sp>
        <p:nvSpPr>
          <p:cNvPr id="662" name="Passing">
            <a:extLst>
              <a:ext uri="{FF2B5EF4-FFF2-40B4-BE49-F238E27FC236}">
                <a16:creationId xmlns:a16="http://schemas.microsoft.com/office/drawing/2014/main" id="{DBF4BAA0-B164-DA3A-459C-9A8854B13750}"/>
              </a:ext>
            </a:extLst>
          </p:cNvPr>
          <p:cNvSpPr txBox="1"/>
          <p:nvPr/>
        </p:nvSpPr>
        <p:spPr>
          <a:xfrm>
            <a:off x="16856075" y="5745163"/>
            <a:ext cx="213995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Passing</a:t>
            </a:r>
          </a:p>
        </p:txBody>
      </p:sp>
      <p:sp>
        <p:nvSpPr>
          <p:cNvPr id="663" name="Defensieve Koppen">
            <a:extLst>
              <a:ext uri="{FF2B5EF4-FFF2-40B4-BE49-F238E27FC236}">
                <a16:creationId xmlns:a16="http://schemas.microsoft.com/office/drawing/2014/main" id="{6BC37C9A-03E1-59BC-3A7E-B9215F2F305F}"/>
              </a:ext>
            </a:extLst>
          </p:cNvPr>
          <p:cNvSpPr txBox="1"/>
          <p:nvPr/>
        </p:nvSpPr>
        <p:spPr>
          <a:xfrm>
            <a:off x="16856075" y="5214938"/>
            <a:ext cx="2517775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Defensieve Koppen</a:t>
            </a:r>
          </a:p>
        </p:txBody>
      </p:sp>
      <p:sp>
        <p:nvSpPr>
          <p:cNvPr id="664" name="Positie kiezen (v)">
            <a:extLst>
              <a:ext uri="{FF2B5EF4-FFF2-40B4-BE49-F238E27FC236}">
                <a16:creationId xmlns:a16="http://schemas.microsoft.com/office/drawing/2014/main" id="{27DE3303-43CB-41AD-18F4-EA00C7757AD3}"/>
              </a:ext>
            </a:extLst>
          </p:cNvPr>
          <p:cNvSpPr txBox="1"/>
          <p:nvPr/>
        </p:nvSpPr>
        <p:spPr>
          <a:xfrm>
            <a:off x="16856075" y="4730750"/>
            <a:ext cx="213995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Positie kiezen (v)</a:t>
            </a:r>
          </a:p>
        </p:txBody>
      </p:sp>
      <p:sp>
        <p:nvSpPr>
          <p:cNvPr id="665" name="Star">
            <a:extLst>
              <a:ext uri="{FF2B5EF4-FFF2-40B4-BE49-F238E27FC236}">
                <a16:creationId xmlns:a16="http://schemas.microsoft.com/office/drawing/2014/main" id="{0515D2DA-9E5E-E642-2319-9C08F3414BB2}"/>
              </a:ext>
            </a:extLst>
          </p:cNvPr>
          <p:cNvSpPr/>
          <p:nvPr/>
        </p:nvSpPr>
        <p:spPr>
          <a:xfrm>
            <a:off x="20512088" y="7294563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66" name="Star">
            <a:extLst>
              <a:ext uri="{FF2B5EF4-FFF2-40B4-BE49-F238E27FC236}">
                <a16:creationId xmlns:a16="http://schemas.microsoft.com/office/drawing/2014/main" id="{DBB0A725-6F57-C47B-8393-7946FE89BEF9}"/>
              </a:ext>
            </a:extLst>
          </p:cNvPr>
          <p:cNvSpPr/>
          <p:nvPr/>
        </p:nvSpPr>
        <p:spPr>
          <a:xfrm>
            <a:off x="20851813" y="7294563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67" name="Star">
            <a:extLst>
              <a:ext uri="{FF2B5EF4-FFF2-40B4-BE49-F238E27FC236}">
                <a16:creationId xmlns:a16="http://schemas.microsoft.com/office/drawing/2014/main" id="{E46E3813-DFF4-3FB5-3B69-04E7A163FB02}"/>
              </a:ext>
            </a:extLst>
          </p:cNvPr>
          <p:cNvSpPr/>
          <p:nvPr/>
        </p:nvSpPr>
        <p:spPr>
          <a:xfrm>
            <a:off x="21189950" y="7294563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68" name="Star">
            <a:extLst>
              <a:ext uri="{FF2B5EF4-FFF2-40B4-BE49-F238E27FC236}">
                <a16:creationId xmlns:a16="http://schemas.microsoft.com/office/drawing/2014/main" id="{E694FC01-A8E0-5C85-3134-2F20F8CCEA6E}"/>
              </a:ext>
            </a:extLst>
          </p:cNvPr>
          <p:cNvSpPr/>
          <p:nvPr/>
        </p:nvSpPr>
        <p:spPr>
          <a:xfrm>
            <a:off x="21528088" y="7294563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69" name="Star">
            <a:extLst>
              <a:ext uri="{FF2B5EF4-FFF2-40B4-BE49-F238E27FC236}">
                <a16:creationId xmlns:a16="http://schemas.microsoft.com/office/drawing/2014/main" id="{A2D65C45-C71A-F904-4B79-2EA3F25945D0}"/>
              </a:ext>
            </a:extLst>
          </p:cNvPr>
          <p:cNvSpPr/>
          <p:nvPr/>
        </p:nvSpPr>
        <p:spPr>
          <a:xfrm>
            <a:off x="21861463" y="7294563"/>
            <a:ext cx="298450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0" name="Star">
            <a:extLst>
              <a:ext uri="{FF2B5EF4-FFF2-40B4-BE49-F238E27FC236}">
                <a16:creationId xmlns:a16="http://schemas.microsoft.com/office/drawing/2014/main" id="{8534D41C-64AC-0346-4D73-464A88C4A98D}"/>
              </a:ext>
            </a:extLst>
          </p:cNvPr>
          <p:cNvSpPr/>
          <p:nvPr/>
        </p:nvSpPr>
        <p:spPr>
          <a:xfrm>
            <a:off x="22201188" y="7294563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1" name="Star">
            <a:extLst>
              <a:ext uri="{FF2B5EF4-FFF2-40B4-BE49-F238E27FC236}">
                <a16:creationId xmlns:a16="http://schemas.microsoft.com/office/drawing/2014/main" id="{D9D81ACC-D243-27C5-AC23-39A59A11AFFC}"/>
              </a:ext>
            </a:extLst>
          </p:cNvPr>
          <p:cNvSpPr/>
          <p:nvPr/>
        </p:nvSpPr>
        <p:spPr>
          <a:xfrm>
            <a:off x="22539325" y="7294563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2" name="Star">
            <a:extLst>
              <a:ext uri="{FF2B5EF4-FFF2-40B4-BE49-F238E27FC236}">
                <a16:creationId xmlns:a16="http://schemas.microsoft.com/office/drawing/2014/main" id="{CDD34A71-2B03-8703-9A61-3AD4C1DCE159}"/>
              </a:ext>
            </a:extLst>
          </p:cNvPr>
          <p:cNvSpPr/>
          <p:nvPr/>
        </p:nvSpPr>
        <p:spPr>
          <a:xfrm>
            <a:off x="22877463" y="7294563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3" name="Star">
            <a:extLst>
              <a:ext uri="{FF2B5EF4-FFF2-40B4-BE49-F238E27FC236}">
                <a16:creationId xmlns:a16="http://schemas.microsoft.com/office/drawing/2014/main" id="{135F2C6C-C1A9-2C0D-2000-522B4960629A}"/>
              </a:ext>
            </a:extLst>
          </p:cNvPr>
          <p:cNvSpPr/>
          <p:nvPr/>
        </p:nvSpPr>
        <p:spPr>
          <a:xfrm>
            <a:off x="23212425" y="7294563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4" name="Star">
            <a:extLst>
              <a:ext uri="{FF2B5EF4-FFF2-40B4-BE49-F238E27FC236}">
                <a16:creationId xmlns:a16="http://schemas.microsoft.com/office/drawing/2014/main" id="{C70A64DE-E48A-D751-E341-BBE06FCECA4D}"/>
              </a:ext>
            </a:extLst>
          </p:cNvPr>
          <p:cNvSpPr/>
          <p:nvPr/>
        </p:nvSpPr>
        <p:spPr>
          <a:xfrm>
            <a:off x="23550563" y="7294563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5" name="Star">
            <a:extLst>
              <a:ext uri="{FF2B5EF4-FFF2-40B4-BE49-F238E27FC236}">
                <a16:creationId xmlns:a16="http://schemas.microsoft.com/office/drawing/2014/main" id="{C1B7B922-CC69-227E-AA42-B037C7BFF734}"/>
              </a:ext>
            </a:extLst>
          </p:cNvPr>
          <p:cNvSpPr/>
          <p:nvPr/>
        </p:nvSpPr>
        <p:spPr>
          <a:xfrm>
            <a:off x="20516850" y="6789738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6" name="Star">
            <a:extLst>
              <a:ext uri="{FF2B5EF4-FFF2-40B4-BE49-F238E27FC236}">
                <a16:creationId xmlns:a16="http://schemas.microsoft.com/office/drawing/2014/main" id="{AAF14097-34FF-9BC6-6746-42F4691EDDBE}"/>
              </a:ext>
            </a:extLst>
          </p:cNvPr>
          <p:cNvSpPr/>
          <p:nvPr/>
        </p:nvSpPr>
        <p:spPr>
          <a:xfrm>
            <a:off x="20854988" y="6789738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7" name="Star">
            <a:extLst>
              <a:ext uri="{FF2B5EF4-FFF2-40B4-BE49-F238E27FC236}">
                <a16:creationId xmlns:a16="http://schemas.microsoft.com/office/drawing/2014/main" id="{B27CE82D-0A76-AD72-32F7-DA2F0B45F8D3}"/>
              </a:ext>
            </a:extLst>
          </p:cNvPr>
          <p:cNvSpPr/>
          <p:nvPr/>
        </p:nvSpPr>
        <p:spPr>
          <a:xfrm>
            <a:off x="21193125" y="6789738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8" name="Star">
            <a:extLst>
              <a:ext uri="{FF2B5EF4-FFF2-40B4-BE49-F238E27FC236}">
                <a16:creationId xmlns:a16="http://schemas.microsoft.com/office/drawing/2014/main" id="{2897C760-E16C-FBB4-74D3-92E859F3E1AC}"/>
              </a:ext>
            </a:extLst>
          </p:cNvPr>
          <p:cNvSpPr/>
          <p:nvPr/>
        </p:nvSpPr>
        <p:spPr>
          <a:xfrm>
            <a:off x="21532850" y="6789738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79" name="Star">
            <a:extLst>
              <a:ext uri="{FF2B5EF4-FFF2-40B4-BE49-F238E27FC236}">
                <a16:creationId xmlns:a16="http://schemas.microsoft.com/office/drawing/2014/main" id="{AE81D7F1-B5D5-BEE3-B3FE-DC6F175A68D5}"/>
              </a:ext>
            </a:extLst>
          </p:cNvPr>
          <p:cNvSpPr/>
          <p:nvPr/>
        </p:nvSpPr>
        <p:spPr>
          <a:xfrm>
            <a:off x="21866225" y="6789738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0" name="Star">
            <a:extLst>
              <a:ext uri="{FF2B5EF4-FFF2-40B4-BE49-F238E27FC236}">
                <a16:creationId xmlns:a16="http://schemas.microsoft.com/office/drawing/2014/main" id="{BD217197-14F7-E91D-D106-C1EAD29C6E6A}"/>
              </a:ext>
            </a:extLst>
          </p:cNvPr>
          <p:cNvSpPr/>
          <p:nvPr/>
        </p:nvSpPr>
        <p:spPr>
          <a:xfrm>
            <a:off x="22204363" y="6789738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1" name="Star">
            <a:extLst>
              <a:ext uri="{FF2B5EF4-FFF2-40B4-BE49-F238E27FC236}">
                <a16:creationId xmlns:a16="http://schemas.microsoft.com/office/drawing/2014/main" id="{2897653B-6E14-9C1A-00FE-B2B0BDF96CE5}"/>
              </a:ext>
            </a:extLst>
          </p:cNvPr>
          <p:cNvSpPr/>
          <p:nvPr/>
        </p:nvSpPr>
        <p:spPr>
          <a:xfrm>
            <a:off x="22542500" y="6789738"/>
            <a:ext cx="298450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2" name="Star">
            <a:extLst>
              <a:ext uri="{FF2B5EF4-FFF2-40B4-BE49-F238E27FC236}">
                <a16:creationId xmlns:a16="http://schemas.microsoft.com/office/drawing/2014/main" id="{86348425-7E4B-60FC-7D49-3855138336D5}"/>
              </a:ext>
            </a:extLst>
          </p:cNvPr>
          <p:cNvSpPr/>
          <p:nvPr/>
        </p:nvSpPr>
        <p:spPr>
          <a:xfrm>
            <a:off x="22882225" y="6789738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3" name="Star">
            <a:extLst>
              <a:ext uri="{FF2B5EF4-FFF2-40B4-BE49-F238E27FC236}">
                <a16:creationId xmlns:a16="http://schemas.microsoft.com/office/drawing/2014/main" id="{20095923-EA53-DC6F-0AF9-EF56C91B225A}"/>
              </a:ext>
            </a:extLst>
          </p:cNvPr>
          <p:cNvSpPr/>
          <p:nvPr/>
        </p:nvSpPr>
        <p:spPr>
          <a:xfrm>
            <a:off x="23215600" y="6789738"/>
            <a:ext cx="298450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4" name="Star">
            <a:extLst>
              <a:ext uri="{FF2B5EF4-FFF2-40B4-BE49-F238E27FC236}">
                <a16:creationId xmlns:a16="http://schemas.microsoft.com/office/drawing/2014/main" id="{EE0F3F7A-D92A-2498-E16A-CD9D9EE68F01}"/>
              </a:ext>
            </a:extLst>
          </p:cNvPr>
          <p:cNvSpPr/>
          <p:nvPr/>
        </p:nvSpPr>
        <p:spPr>
          <a:xfrm>
            <a:off x="23555325" y="6789738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5" name="Star">
            <a:extLst>
              <a:ext uri="{FF2B5EF4-FFF2-40B4-BE49-F238E27FC236}">
                <a16:creationId xmlns:a16="http://schemas.microsoft.com/office/drawing/2014/main" id="{EBC9BA65-64A2-DDE1-CBF5-AF71B4D77A96}"/>
              </a:ext>
            </a:extLst>
          </p:cNvPr>
          <p:cNvSpPr/>
          <p:nvPr/>
        </p:nvSpPr>
        <p:spPr>
          <a:xfrm>
            <a:off x="20521613" y="574357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6" name="Star">
            <a:extLst>
              <a:ext uri="{FF2B5EF4-FFF2-40B4-BE49-F238E27FC236}">
                <a16:creationId xmlns:a16="http://schemas.microsoft.com/office/drawing/2014/main" id="{32671B63-DA07-E771-713A-17EFFCD4DF19}"/>
              </a:ext>
            </a:extLst>
          </p:cNvPr>
          <p:cNvSpPr/>
          <p:nvPr/>
        </p:nvSpPr>
        <p:spPr>
          <a:xfrm>
            <a:off x="20859750" y="574357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7" name="Star">
            <a:extLst>
              <a:ext uri="{FF2B5EF4-FFF2-40B4-BE49-F238E27FC236}">
                <a16:creationId xmlns:a16="http://schemas.microsoft.com/office/drawing/2014/main" id="{984ABFCC-5AEA-7FAD-062E-CFE1991809CB}"/>
              </a:ext>
            </a:extLst>
          </p:cNvPr>
          <p:cNvSpPr/>
          <p:nvPr/>
        </p:nvSpPr>
        <p:spPr>
          <a:xfrm>
            <a:off x="21199475" y="574357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8" name="Star">
            <a:extLst>
              <a:ext uri="{FF2B5EF4-FFF2-40B4-BE49-F238E27FC236}">
                <a16:creationId xmlns:a16="http://schemas.microsoft.com/office/drawing/2014/main" id="{159F0FB5-E90A-9192-76EB-543C863AE8A7}"/>
              </a:ext>
            </a:extLst>
          </p:cNvPr>
          <p:cNvSpPr/>
          <p:nvPr/>
        </p:nvSpPr>
        <p:spPr>
          <a:xfrm>
            <a:off x="21537613" y="574357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89" name="Star">
            <a:extLst>
              <a:ext uri="{FF2B5EF4-FFF2-40B4-BE49-F238E27FC236}">
                <a16:creationId xmlns:a16="http://schemas.microsoft.com/office/drawing/2014/main" id="{962EA37D-7900-6D85-CF71-882DBAC5CC2D}"/>
              </a:ext>
            </a:extLst>
          </p:cNvPr>
          <p:cNvSpPr/>
          <p:nvPr/>
        </p:nvSpPr>
        <p:spPr>
          <a:xfrm>
            <a:off x="21870988" y="574357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0" name="Star">
            <a:extLst>
              <a:ext uri="{FF2B5EF4-FFF2-40B4-BE49-F238E27FC236}">
                <a16:creationId xmlns:a16="http://schemas.microsoft.com/office/drawing/2014/main" id="{6978E6BD-6CF9-D8F4-A1BB-F942CA817553}"/>
              </a:ext>
            </a:extLst>
          </p:cNvPr>
          <p:cNvSpPr/>
          <p:nvPr/>
        </p:nvSpPr>
        <p:spPr>
          <a:xfrm>
            <a:off x="22209125" y="5743575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1" name="Star">
            <a:extLst>
              <a:ext uri="{FF2B5EF4-FFF2-40B4-BE49-F238E27FC236}">
                <a16:creationId xmlns:a16="http://schemas.microsoft.com/office/drawing/2014/main" id="{FDE95971-A938-49BA-DB48-8BF2136272B5}"/>
              </a:ext>
            </a:extLst>
          </p:cNvPr>
          <p:cNvSpPr/>
          <p:nvPr/>
        </p:nvSpPr>
        <p:spPr>
          <a:xfrm>
            <a:off x="22548850" y="574357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2" name="Star">
            <a:extLst>
              <a:ext uri="{FF2B5EF4-FFF2-40B4-BE49-F238E27FC236}">
                <a16:creationId xmlns:a16="http://schemas.microsoft.com/office/drawing/2014/main" id="{05437846-A641-38C2-08E0-8B061FF9E22F}"/>
              </a:ext>
            </a:extLst>
          </p:cNvPr>
          <p:cNvSpPr/>
          <p:nvPr/>
        </p:nvSpPr>
        <p:spPr>
          <a:xfrm>
            <a:off x="22886988" y="574357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3" name="Star">
            <a:extLst>
              <a:ext uri="{FF2B5EF4-FFF2-40B4-BE49-F238E27FC236}">
                <a16:creationId xmlns:a16="http://schemas.microsoft.com/office/drawing/2014/main" id="{D2392BA4-E5FB-C400-7845-A1061620973F}"/>
              </a:ext>
            </a:extLst>
          </p:cNvPr>
          <p:cNvSpPr/>
          <p:nvPr/>
        </p:nvSpPr>
        <p:spPr>
          <a:xfrm>
            <a:off x="23221950" y="574357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4" name="Star">
            <a:extLst>
              <a:ext uri="{FF2B5EF4-FFF2-40B4-BE49-F238E27FC236}">
                <a16:creationId xmlns:a16="http://schemas.microsoft.com/office/drawing/2014/main" id="{3B65D01B-0005-C967-C051-44642DAEAA03}"/>
              </a:ext>
            </a:extLst>
          </p:cNvPr>
          <p:cNvSpPr/>
          <p:nvPr/>
        </p:nvSpPr>
        <p:spPr>
          <a:xfrm>
            <a:off x="23560088" y="574357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5" name="Star">
            <a:extLst>
              <a:ext uri="{FF2B5EF4-FFF2-40B4-BE49-F238E27FC236}">
                <a16:creationId xmlns:a16="http://schemas.microsoft.com/office/drawing/2014/main" id="{625C8A12-7765-9E67-630C-5A4A24C2353E}"/>
              </a:ext>
            </a:extLst>
          </p:cNvPr>
          <p:cNvSpPr/>
          <p:nvPr/>
        </p:nvSpPr>
        <p:spPr>
          <a:xfrm>
            <a:off x="20521613" y="6275388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6" name="Star">
            <a:extLst>
              <a:ext uri="{FF2B5EF4-FFF2-40B4-BE49-F238E27FC236}">
                <a16:creationId xmlns:a16="http://schemas.microsoft.com/office/drawing/2014/main" id="{B3C3EBBC-CF5C-4F5B-C4F7-1E3AF68E1FC6}"/>
              </a:ext>
            </a:extLst>
          </p:cNvPr>
          <p:cNvSpPr/>
          <p:nvPr/>
        </p:nvSpPr>
        <p:spPr>
          <a:xfrm>
            <a:off x="20859750" y="6275388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7" name="Star">
            <a:extLst>
              <a:ext uri="{FF2B5EF4-FFF2-40B4-BE49-F238E27FC236}">
                <a16:creationId xmlns:a16="http://schemas.microsoft.com/office/drawing/2014/main" id="{63244765-0AF2-57DB-7F16-817955160854}"/>
              </a:ext>
            </a:extLst>
          </p:cNvPr>
          <p:cNvSpPr/>
          <p:nvPr/>
        </p:nvSpPr>
        <p:spPr>
          <a:xfrm>
            <a:off x="21199475" y="6275388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8" name="Star">
            <a:extLst>
              <a:ext uri="{FF2B5EF4-FFF2-40B4-BE49-F238E27FC236}">
                <a16:creationId xmlns:a16="http://schemas.microsoft.com/office/drawing/2014/main" id="{6942E9CE-704E-6D46-33AC-35957045A94A}"/>
              </a:ext>
            </a:extLst>
          </p:cNvPr>
          <p:cNvSpPr/>
          <p:nvPr/>
        </p:nvSpPr>
        <p:spPr>
          <a:xfrm>
            <a:off x="21537613" y="6275388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9" name="Star">
            <a:extLst>
              <a:ext uri="{FF2B5EF4-FFF2-40B4-BE49-F238E27FC236}">
                <a16:creationId xmlns:a16="http://schemas.microsoft.com/office/drawing/2014/main" id="{DA91E0AA-370E-0A33-A90B-70951F70F9F2}"/>
              </a:ext>
            </a:extLst>
          </p:cNvPr>
          <p:cNvSpPr/>
          <p:nvPr/>
        </p:nvSpPr>
        <p:spPr>
          <a:xfrm>
            <a:off x="21870988" y="6275388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0" name="Star">
            <a:extLst>
              <a:ext uri="{FF2B5EF4-FFF2-40B4-BE49-F238E27FC236}">
                <a16:creationId xmlns:a16="http://schemas.microsoft.com/office/drawing/2014/main" id="{E0428497-062F-015D-8789-99C87A5A24DA}"/>
              </a:ext>
            </a:extLst>
          </p:cNvPr>
          <p:cNvSpPr/>
          <p:nvPr/>
        </p:nvSpPr>
        <p:spPr>
          <a:xfrm>
            <a:off x="22209125" y="6275388"/>
            <a:ext cx="298450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1" name="Star">
            <a:extLst>
              <a:ext uri="{FF2B5EF4-FFF2-40B4-BE49-F238E27FC236}">
                <a16:creationId xmlns:a16="http://schemas.microsoft.com/office/drawing/2014/main" id="{F855FD4C-E7AC-B97C-364F-B6F43A9DEC0E}"/>
              </a:ext>
            </a:extLst>
          </p:cNvPr>
          <p:cNvSpPr/>
          <p:nvPr/>
        </p:nvSpPr>
        <p:spPr>
          <a:xfrm>
            <a:off x="22548850" y="6275388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2" name="Star">
            <a:extLst>
              <a:ext uri="{FF2B5EF4-FFF2-40B4-BE49-F238E27FC236}">
                <a16:creationId xmlns:a16="http://schemas.microsoft.com/office/drawing/2014/main" id="{905324E2-1863-D063-453E-C0F9BE834C43}"/>
              </a:ext>
            </a:extLst>
          </p:cNvPr>
          <p:cNvSpPr/>
          <p:nvPr/>
        </p:nvSpPr>
        <p:spPr>
          <a:xfrm>
            <a:off x="22886988" y="6275388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3" name="Star">
            <a:extLst>
              <a:ext uri="{FF2B5EF4-FFF2-40B4-BE49-F238E27FC236}">
                <a16:creationId xmlns:a16="http://schemas.microsoft.com/office/drawing/2014/main" id="{14772C34-2FFF-24AC-6A0D-DC2D160240A1}"/>
              </a:ext>
            </a:extLst>
          </p:cNvPr>
          <p:cNvSpPr/>
          <p:nvPr/>
        </p:nvSpPr>
        <p:spPr>
          <a:xfrm>
            <a:off x="23221950" y="6275388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4" name="Star">
            <a:extLst>
              <a:ext uri="{FF2B5EF4-FFF2-40B4-BE49-F238E27FC236}">
                <a16:creationId xmlns:a16="http://schemas.microsoft.com/office/drawing/2014/main" id="{CF87FF0F-C0D8-3D3F-F680-E320A9970AA2}"/>
              </a:ext>
            </a:extLst>
          </p:cNvPr>
          <p:cNvSpPr/>
          <p:nvPr/>
        </p:nvSpPr>
        <p:spPr>
          <a:xfrm>
            <a:off x="23560088" y="6275388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5" name="Star">
            <a:extLst>
              <a:ext uri="{FF2B5EF4-FFF2-40B4-BE49-F238E27FC236}">
                <a16:creationId xmlns:a16="http://schemas.microsoft.com/office/drawing/2014/main" id="{5EAE234E-A2BD-FAA5-E123-A0D199CE3781}"/>
              </a:ext>
            </a:extLst>
          </p:cNvPr>
          <p:cNvSpPr/>
          <p:nvPr/>
        </p:nvSpPr>
        <p:spPr>
          <a:xfrm>
            <a:off x="20521613" y="5213350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6" name="Star">
            <a:extLst>
              <a:ext uri="{FF2B5EF4-FFF2-40B4-BE49-F238E27FC236}">
                <a16:creationId xmlns:a16="http://schemas.microsoft.com/office/drawing/2014/main" id="{696CC108-97BB-347C-F50C-9E7B84CBD65E}"/>
              </a:ext>
            </a:extLst>
          </p:cNvPr>
          <p:cNvSpPr/>
          <p:nvPr/>
        </p:nvSpPr>
        <p:spPr>
          <a:xfrm>
            <a:off x="20859750" y="521335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7" name="Star">
            <a:extLst>
              <a:ext uri="{FF2B5EF4-FFF2-40B4-BE49-F238E27FC236}">
                <a16:creationId xmlns:a16="http://schemas.microsoft.com/office/drawing/2014/main" id="{1E07C2BD-7729-F669-E493-4BEB8300928D}"/>
              </a:ext>
            </a:extLst>
          </p:cNvPr>
          <p:cNvSpPr/>
          <p:nvPr/>
        </p:nvSpPr>
        <p:spPr>
          <a:xfrm>
            <a:off x="21199475" y="521335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8" name="Star">
            <a:extLst>
              <a:ext uri="{FF2B5EF4-FFF2-40B4-BE49-F238E27FC236}">
                <a16:creationId xmlns:a16="http://schemas.microsoft.com/office/drawing/2014/main" id="{904438A0-0EF5-3196-5F74-37C91946EB7D}"/>
              </a:ext>
            </a:extLst>
          </p:cNvPr>
          <p:cNvSpPr/>
          <p:nvPr/>
        </p:nvSpPr>
        <p:spPr>
          <a:xfrm>
            <a:off x="21537613" y="5213350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09" name="Star">
            <a:extLst>
              <a:ext uri="{FF2B5EF4-FFF2-40B4-BE49-F238E27FC236}">
                <a16:creationId xmlns:a16="http://schemas.microsoft.com/office/drawing/2014/main" id="{8A12CE65-C4B3-A02B-17FF-5792394CF263}"/>
              </a:ext>
            </a:extLst>
          </p:cNvPr>
          <p:cNvSpPr/>
          <p:nvPr/>
        </p:nvSpPr>
        <p:spPr>
          <a:xfrm>
            <a:off x="21870988" y="5213350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10" name="Star">
            <a:extLst>
              <a:ext uri="{FF2B5EF4-FFF2-40B4-BE49-F238E27FC236}">
                <a16:creationId xmlns:a16="http://schemas.microsoft.com/office/drawing/2014/main" id="{641DF929-02D2-FC53-01A0-7F52E2678A6F}"/>
              </a:ext>
            </a:extLst>
          </p:cNvPr>
          <p:cNvSpPr/>
          <p:nvPr/>
        </p:nvSpPr>
        <p:spPr>
          <a:xfrm>
            <a:off x="22209125" y="5213350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11" name="Star">
            <a:extLst>
              <a:ext uri="{FF2B5EF4-FFF2-40B4-BE49-F238E27FC236}">
                <a16:creationId xmlns:a16="http://schemas.microsoft.com/office/drawing/2014/main" id="{03D316FE-4C64-8A06-7010-BE004008C63D}"/>
              </a:ext>
            </a:extLst>
          </p:cNvPr>
          <p:cNvSpPr/>
          <p:nvPr/>
        </p:nvSpPr>
        <p:spPr>
          <a:xfrm>
            <a:off x="22548850" y="521335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12" name="Star">
            <a:extLst>
              <a:ext uri="{FF2B5EF4-FFF2-40B4-BE49-F238E27FC236}">
                <a16:creationId xmlns:a16="http://schemas.microsoft.com/office/drawing/2014/main" id="{6A09A9CB-90C6-FA5D-5C93-24EDFE1DCFFE}"/>
              </a:ext>
            </a:extLst>
          </p:cNvPr>
          <p:cNvSpPr/>
          <p:nvPr/>
        </p:nvSpPr>
        <p:spPr>
          <a:xfrm>
            <a:off x="22886988" y="5213350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13" name="Star">
            <a:extLst>
              <a:ext uri="{FF2B5EF4-FFF2-40B4-BE49-F238E27FC236}">
                <a16:creationId xmlns:a16="http://schemas.microsoft.com/office/drawing/2014/main" id="{45374106-D048-D7D3-F189-5342E6A5C43A}"/>
              </a:ext>
            </a:extLst>
          </p:cNvPr>
          <p:cNvSpPr/>
          <p:nvPr/>
        </p:nvSpPr>
        <p:spPr>
          <a:xfrm>
            <a:off x="23221950" y="521335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14" name="Star">
            <a:extLst>
              <a:ext uri="{FF2B5EF4-FFF2-40B4-BE49-F238E27FC236}">
                <a16:creationId xmlns:a16="http://schemas.microsoft.com/office/drawing/2014/main" id="{FB6070F7-B503-58DC-FC63-EA615B5BFF48}"/>
              </a:ext>
            </a:extLst>
          </p:cNvPr>
          <p:cNvSpPr/>
          <p:nvPr/>
        </p:nvSpPr>
        <p:spPr>
          <a:xfrm>
            <a:off x="23560088" y="5213350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15" name="Star">
            <a:extLst>
              <a:ext uri="{FF2B5EF4-FFF2-40B4-BE49-F238E27FC236}">
                <a16:creationId xmlns:a16="http://schemas.microsoft.com/office/drawing/2014/main" id="{46DF8EF8-0DDB-CB80-8B6D-C6244D7E574E}"/>
              </a:ext>
            </a:extLst>
          </p:cNvPr>
          <p:cNvSpPr/>
          <p:nvPr/>
        </p:nvSpPr>
        <p:spPr>
          <a:xfrm>
            <a:off x="20524788" y="4708525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16" name="Star">
            <a:extLst>
              <a:ext uri="{FF2B5EF4-FFF2-40B4-BE49-F238E27FC236}">
                <a16:creationId xmlns:a16="http://schemas.microsoft.com/office/drawing/2014/main" id="{9FAF98CD-B6F7-3D1A-EDD2-2D18BA5E5A71}"/>
              </a:ext>
            </a:extLst>
          </p:cNvPr>
          <p:cNvSpPr/>
          <p:nvPr/>
        </p:nvSpPr>
        <p:spPr>
          <a:xfrm>
            <a:off x="20864513" y="470852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17" name="Star">
            <a:extLst>
              <a:ext uri="{FF2B5EF4-FFF2-40B4-BE49-F238E27FC236}">
                <a16:creationId xmlns:a16="http://schemas.microsoft.com/office/drawing/2014/main" id="{A08D3360-EC68-1744-AF39-3BEA5277B11B}"/>
              </a:ext>
            </a:extLst>
          </p:cNvPr>
          <p:cNvSpPr/>
          <p:nvPr/>
        </p:nvSpPr>
        <p:spPr>
          <a:xfrm>
            <a:off x="21202650" y="470852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18" name="Star">
            <a:extLst>
              <a:ext uri="{FF2B5EF4-FFF2-40B4-BE49-F238E27FC236}">
                <a16:creationId xmlns:a16="http://schemas.microsoft.com/office/drawing/2014/main" id="{D858812F-441D-5A79-8ABD-4119BD6040CB}"/>
              </a:ext>
            </a:extLst>
          </p:cNvPr>
          <p:cNvSpPr/>
          <p:nvPr/>
        </p:nvSpPr>
        <p:spPr>
          <a:xfrm>
            <a:off x="21540788" y="470852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19" name="Star">
            <a:extLst>
              <a:ext uri="{FF2B5EF4-FFF2-40B4-BE49-F238E27FC236}">
                <a16:creationId xmlns:a16="http://schemas.microsoft.com/office/drawing/2014/main" id="{B42438D8-B606-8ECF-A603-2AE11F0B8A07}"/>
              </a:ext>
            </a:extLst>
          </p:cNvPr>
          <p:cNvSpPr/>
          <p:nvPr/>
        </p:nvSpPr>
        <p:spPr>
          <a:xfrm>
            <a:off x="21875750" y="470852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20" name="Star">
            <a:extLst>
              <a:ext uri="{FF2B5EF4-FFF2-40B4-BE49-F238E27FC236}">
                <a16:creationId xmlns:a16="http://schemas.microsoft.com/office/drawing/2014/main" id="{A4F4295B-0FBB-CF53-112E-9904178B7C90}"/>
              </a:ext>
            </a:extLst>
          </p:cNvPr>
          <p:cNvSpPr/>
          <p:nvPr/>
        </p:nvSpPr>
        <p:spPr>
          <a:xfrm>
            <a:off x="22213888" y="470852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21" name="Star">
            <a:extLst>
              <a:ext uri="{FF2B5EF4-FFF2-40B4-BE49-F238E27FC236}">
                <a16:creationId xmlns:a16="http://schemas.microsoft.com/office/drawing/2014/main" id="{B995871A-619C-B1B8-21EB-0FC3871F05A5}"/>
              </a:ext>
            </a:extLst>
          </p:cNvPr>
          <p:cNvSpPr/>
          <p:nvPr/>
        </p:nvSpPr>
        <p:spPr>
          <a:xfrm>
            <a:off x="22552025" y="470852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22" name="Star">
            <a:extLst>
              <a:ext uri="{FF2B5EF4-FFF2-40B4-BE49-F238E27FC236}">
                <a16:creationId xmlns:a16="http://schemas.microsoft.com/office/drawing/2014/main" id="{5578B056-C5FA-A3A3-6757-FB39989FE234}"/>
              </a:ext>
            </a:extLst>
          </p:cNvPr>
          <p:cNvSpPr/>
          <p:nvPr/>
        </p:nvSpPr>
        <p:spPr>
          <a:xfrm>
            <a:off x="22890163" y="4708525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23" name="Star">
            <a:extLst>
              <a:ext uri="{FF2B5EF4-FFF2-40B4-BE49-F238E27FC236}">
                <a16:creationId xmlns:a16="http://schemas.microsoft.com/office/drawing/2014/main" id="{55CD58FA-10B7-0F6A-F10F-9FBC55A464E7}"/>
              </a:ext>
            </a:extLst>
          </p:cNvPr>
          <p:cNvSpPr/>
          <p:nvPr/>
        </p:nvSpPr>
        <p:spPr>
          <a:xfrm>
            <a:off x="23225125" y="470852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24" name="Star">
            <a:extLst>
              <a:ext uri="{FF2B5EF4-FFF2-40B4-BE49-F238E27FC236}">
                <a16:creationId xmlns:a16="http://schemas.microsoft.com/office/drawing/2014/main" id="{21E3BE46-42EC-F535-9E40-A462F859A11B}"/>
              </a:ext>
            </a:extLst>
          </p:cNvPr>
          <p:cNvSpPr/>
          <p:nvPr/>
        </p:nvSpPr>
        <p:spPr>
          <a:xfrm>
            <a:off x="23563263" y="4708525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28768" name="9">
            <a:extLst>
              <a:ext uri="{FF2B5EF4-FFF2-40B4-BE49-F238E27FC236}">
                <a16:creationId xmlns:a16="http://schemas.microsoft.com/office/drawing/2014/main" id="{3AF22007-41CB-0E4D-7EB3-0B198379CD68}"/>
              </a:ext>
            </a:extLst>
          </p:cNvPr>
          <p:cNvGrpSpPr>
            <a:grpSpLocks/>
          </p:cNvGrpSpPr>
          <p:nvPr/>
        </p:nvGrpSpPr>
        <p:grpSpPr bwMode="auto">
          <a:xfrm>
            <a:off x="5635625" y="9988550"/>
            <a:ext cx="369888" cy="382588"/>
            <a:chOff x="0" y="0"/>
            <a:chExt cx="369516" cy="383518"/>
          </a:xfrm>
        </p:grpSpPr>
        <p:sp>
          <p:nvSpPr>
            <p:cNvPr id="28814" name="Oval">
              <a:extLst>
                <a:ext uri="{FF2B5EF4-FFF2-40B4-BE49-F238E27FC236}">
                  <a16:creationId xmlns:a16="http://schemas.microsoft.com/office/drawing/2014/main" id="{E395ECFA-0F3E-F7A9-47FC-96CFDF5EF6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28815" name="9">
              <a:extLst>
                <a:ext uri="{FF2B5EF4-FFF2-40B4-BE49-F238E27FC236}">
                  <a16:creationId xmlns:a16="http://schemas.microsoft.com/office/drawing/2014/main" id="{C9A52949-EBBF-7880-4729-1D99C82E4B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9</a:t>
              </a:r>
            </a:p>
          </p:txBody>
        </p:sp>
      </p:grpSp>
      <p:grpSp>
        <p:nvGrpSpPr>
          <p:cNvPr id="28769" name="11">
            <a:extLst>
              <a:ext uri="{FF2B5EF4-FFF2-40B4-BE49-F238E27FC236}">
                <a16:creationId xmlns:a16="http://schemas.microsoft.com/office/drawing/2014/main" id="{78C73EE8-222E-9EBC-E831-9488637ADD9B}"/>
              </a:ext>
            </a:extLst>
          </p:cNvPr>
          <p:cNvGrpSpPr>
            <a:grpSpLocks/>
          </p:cNvGrpSpPr>
          <p:nvPr/>
        </p:nvGrpSpPr>
        <p:grpSpPr bwMode="auto">
          <a:xfrm>
            <a:off x="4830763" y="10317163"/>
            <a:ext cx="369887" cy="382587"/>
            <a:chOff x="0" y="0"/>
            <a:chExt cx="369516" cy="383518"/>
          </a:xfrm>
        </p:grpSpPr>
        <p:sp>
          <p:nvSpPr>
            <p:cNvPr id="28812" name="Oval">
              <a:extLst>
                <a:ext uri="{FF2B5EF4-FFF2-40B4-BE49-F238E27FC236}">
                  <a16:creationId xmlns:a16="http://schemas.microsoft.com/office/drawing/2014/main" id="{92E8C3B4-B630-9318-5416-8C276DEB05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28813" name="11">
              <a:extLst>
                <a:ext uri="{FF2B5EF4-FFF2-40B4-BE49-F238E27FC236}">
                  <a16:creationId xmlns:a16="http://schemas.microsoft.com/office/drawing/2014/main" id="{FD8B8C09-361F-2495-1EFC-C6BF756504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11</a:t>
              </a:r>
            </a:p>
          </p:txBody>
        </p:sp>
      </p:grpSp>
      <p:grpSp>
        <p:nvGrpSpPr>
          <p:cNvPr id="28770" name="7">
            <a:extLst>
              <a:ext uri="{FF2B5EF4-FFF2-40B4-BE49-F238E27FC236}">
                <a16:creationId xmlns:a16="http://schemas.microsoft.com/office/drawing/2014/main" id="{B8A02CFD-87C8-5874-871D-BD03A1D9AB46}"/>
              </a:ext>
            </a:extLst>
          </p:cNvPr>
          <p:cNvGrpSpPr>
            <a:grpSpLocks/>
          </p:cNvGrpSpPr>
          <p:nvPr/>
        </p:nvGrpSpPr>
        <p:grpSpPr bwMode="auto">
          <a:xfrm>
            <a:off x="6440488" y="10317163"/>
            <a:ext cx="369887" cy="382587"/>
            <a:chOff x="0" y="0"/>
            <a:chExt cx="369516" cy="383518"/>
          </a:xfrm>
        </p:grpSpPr>
        <p:sp>
          <p:nvSpPr>
            <p:cNvPr id="28810" name="Oval">
              <a:extLst>
                <a:ext uri="{FF2B5EF4-FFF2-40B4-BE49-F238E27FC236}">
                  <a16:creationId xmlns:a16="http://schemas.microsoft.com/office/drawing/2014/main" id="{529DE4B5-0159-442B-9DEC-EBED8917F4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28811" name="7">
              <a:extLst>
                <a:ext uri="{FF2B5EF4-FFF2-40B4-BE49-F238E27FC236}">
                  <a16:creationId xmlns:a16="http://schemas.microsoft.com/office/drawing/2014/main" id="{EA127A6E-53C2-CD65-2916-2EFCB46563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7</a:t>
              </a:r>
            </a:p>
          </p:txBody>
        </p:sp>
      </p:grpSp>
      <p:grpSp>
        <p:nvGrpSpPr>
          <p:cNvPr id="28771" name="8">
            <a:extLst>
              <a:ext uri="{FF2B5EF4-FFF2-40B4-BE49-F238E27FC236}">
                <a16:creationId xmlns:a16="http://schemas.microsoft.com/office/drawing/2014/main" id="{6A67E0B6-9655-084B-893E-B6700B3D3B73}"/>
              </a:ext>
            </a:extLst>
          </p:cNvPr>
          <p:cNvGrpSpPr>
            <a:grpSpLocks/>
          </p:cNvGrpSpPr>
          <p:nvPr/>
        </p:nvGrpSpPr>
        <p:grpSpPr bwMode="auto">
          <a:xfrm>
            <a:off x="5245100" y="10893425"/>
            <a:ext cx="369888" cy="384175"/>
            <a:chOff x="0" y="0"/>
            <a:chExt cx="369516" cy="383518"/>
          </a:xfrm>
        </p:grpSpPr>
        <p:sp>
          <p:nvSpPr>
            <p:cNvPr id="28808" name="Oval">
              <a:extLst>
                <a:ext uri="{FF2B5EF4-FFF2-40B4-BE49-F238E27FC236}">
                  <a16:creationId xmlns:a16="http://schemas.microsoft.com/office/drawing/2014/main" id="{50626B45-592A-1D42-1E7C-21F6F4EB55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28809" name="8">
              <a:extLst>
                <a:ext uri="{FF2B5EF4-FFF2-40B4-BE49-F238E27FC236}">
                  <a16:creationId xmlns:a16="http://schemas.microsoft.com/office/drawing/2014/main" id="{A29B75E4-1243-A6A6-E41B-26E322A953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8</a:t>
              </a:r>
            </a:p>
          </p:txBody>
        </p:sp>
      </p:grpSp>
      <p:grpSp>
        <p:nvGrpSpPr>
          <p:cNvPr id="28772" name="6">
            <a:extLst>
              <a:ext uri="{FF2B5EF4-FFF2-40B4-BE49-F238E27FC236}">
                <a16:creationId xmlns:a16="http://schemas.microsoft.com/office/drawing/2014/main" id="{25C61E5B-6183-AB5C-EE0D-52F15FCC8C61}"/>
              </a:ext>
            </a:extLst>
          </p:cNvPr>
          <p:cNvGrpSpPr>
            <a:grpSpLocks/>
          </p:cNvGrpSpPr>
          <p:nvPr/>
        </p:nvGrpSpPr>
        <p:grpSpPr bwMode="auto">
          <a:xfrm>
            <a:off x="5635625" y="11377613"/>
            <a:ext cx="369888" cy="384175"/>
            <a:chOff x="0" y="0"/>
            <a:chExt cx="369516" cy="383518"/>
          </a:xfrm>
        </p:grpSpPr>
        <p:sp>
          <p:nvSpPr>
            <p:cNvPr id="28806" name="Oval">
              <a:extLst>
                <a:ext uri="{FF2B5EF4-FFF2-40B4-BE49-F238E27FC236}">
                  <a16:creationId xmlns:a16="http://schemas.microsoft.com/office/drawing/2014/main" id="{E3F776A5-E22D-2446-7010-274494E54D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28807" name="6">
              <a:extLst>
                <a:ext uri="{FF2B5EF4-FFF2-40B4-BE49-F238E27FC236}">
                  <a16:creationId xmlns:a16="http://schemas.microsoft.com/office/drawing/2014/main" id="{4D742986-E120-63AE-E38D-E18863C81D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6</a:t>
              </a:r>
            </a:p>
          </p:txBody>
        </p:sp>
      </p:grpSp>
      <p:grpSp>
        <p:nvGrpSpPr>
          <p:cNvPr id="28773" name="5">
            <a:extLst>
              <a:ext uri="{FF2B5EF4-FFF2-40B4-BE49-F238E27FC236}">
                <a16:creationId xmlns:a16="http://schemas.microsoft.com/office/drawing/2014/main" id="{A9FB08A6-1F0B-AD24-1DFE-A2BAA502FE79}"/>
              </a:ext>
            </a:extLst>
          </p:cNvPr>
          <p:cNvGrpSpPr>
            <a:grpSpLocks/>
          </p:cNvGrpSpPr>
          <p:nvPr/>
        </p:nvGrpSpPr>
        <p:grpSpPr bwMode="auto">
          <a:xfrm>
            <a:off x="4778375" y="11609388"/>
            <a:ext cx="369888" cy="384175"/>
            <a:chOff x="0" y="0"/>
            <a:chExt cx="369516" cy="383518"/>
          </a:xfrm>
        </p:grpSpPr>
        <p:sp>
          <p:nvSpPr>
            <p:cNvPr id="28804" name="Oval">
              <a:extLst>
                <a:ext uri="{FF2B5EF4-FFF2-40B4-BE49-F238E27FC236}">
                  <a16:creationId xmlns:a16="http://schemas.microsoft.com/office/drawing/2014/main" id="{8253F0FF-2B9A-D29D-A583-EB3A6374BF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28805" name="5">
              <a:extLst>
                <a:ext uri="{FF2B5EF4-FFF2-40B4-BE49-F238E27FC236}">
                  <a16:creationId xmlns:a16="http://schemas.microsoft.com/office/drawing/2014/main" id="{172AA747-B867-5C61-039B-8049C43EEE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5</a:t>
              </a:r>
            </a:p>
          </p:txBody>
        </p:sp>
      </p:grpSp>
      <p:grpSp>
        <p:nvGrpSpPr>
          <p:cNvPr id="28774" name="2">
            <a:extLst>
              <a:ext uri="{FF2B5EF4-FFF2-40B4-BE49-F238E27FC236}">
                <a16:creationId xmlns:a16="http://schemas.microsoft.com/office/drawing/2014/main" id="{452ABF3C-7983-0252-DE9F-C11D3AE788EB}"/>
              </a:ext>
            </a:extLst>
          </p:cNvPr>
          <p:cNvGrpSpPr>
            <a:grpSpLocks/>
          </p:cNvGrpSpPr>
          <p:nvPr/>
        </p:nvGrpSpPr>
        <p:grpSpPr bwMode="auto">
          <a:xfrm>
            <a:off x="6511925" y="11609388"/>
            <a:ext cx="369888" cy="384175"/>
            <a:chOff x="0" y="0"/>
            <a:chExt cx="369516" cy="383518"/>
          </a:xfrm>
        </p:grpSpPr>
        <p:sp>
          <p:nvSpPr>
            <p:cNvPr id="28802" name="Oval">
              <a:extLst>
                <a:ext uri="{FF2B5EF4-FFF2-40B4-BE49-F238E27FC236}">
                  <a16:creationId xmlns:a16="http://schemas.microsoft.com/office/drawing/2014/main" id="{571CA6C9-E94B-7AEC-3875-B5CA306C65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28803" name="2">
              <a:extLst>
                <a:ext uri="{FF2B5EF4-FFF2-40B4-BE49-F238E27FC236}">
                  <a16:creationId xmlns:a16="http://schemas.microsoft.com/office/drawing/2014/main" id="{200BBCA1-2F69-7A27-6D78-1C6B79AC04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2</a:t>
              </a:r>
            </a:p>
          </p:txBody>
        </p:sp>
      </p:grpSp>
      <p:grpSp>
        <p:nvGrpSpPr>
          <p:cNvPr id="28775" name="4">
            <a:extLst>
              <a:ext uri="{FF2B5EF4-FFF2-40B4-BE49-F238E27FC236}">
                <a16:creationId xmlns:a16="http://schemas.microsoft.com/office/drawing/2014/main" id="{820AB12E-F8CA-4AD9-B0A6-22689DC28F45}"/>
              </a:ext>
            </a:extLst>
          </p:cNvPr>
          <p:cNvGrpSpPr>
            <a:grpSpLocks/>
          </p:cNvGrpSpPr>
          <p:nvPr/>
        </p:nvGrpSpPr>
        <p:grpSpPr bwMode="auto">
          <a:xfrm>
            <a:off x="5245100" y="11923713"/>
            <a:ext cx="369888" cy="384175"/>
            <a:chOff x="0" y="0"/>
            <a:chExt cx="369516" cy="383518"/>
          </a:xfrm>
        </p:grpSpPr>
        <p:sp>
          <p:nvSpPr>
            <p:cNvPr id="746" name="Oval">
              <a:extLst>
                <a:ext uri="{FF2B5EF4-FFF2-40B4-BE49-F238E27FC236}">
                  <a16:creationId xmlns:a16="http://schemas.microsoft.com/office/drawing/2014/main" id="{02079286-EC20-1151-E514-5F55E9A64C4C}"/>
                </a:ext>
              </a:extLst>
            </p:cNvPr>
            <p:cNvSpPr/>
            <p:nvPr/>
          </p:nvSpPr>
          <p:spPr>
            <a:xfrm>
              <a:off x="0" y="0"/>
              <a:ext cx="369516" cy="383518"/>
            </a:xfrm>
            <a:prstGeom prst="ellipse">
              <a:avLst/>
            </a:prstGeom>
            <a:solidFill>
              <a:schemeClr val="accent3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lIns="50800" tIns="50800" rIns="50800" bIns="50800" anchor="ctr"/>
            <a:lstStyle/>
            <a:p>
              <a:pPr algn="ctr" defTabSz="1155278" eaLnBrk="1" fontAlgn="auto">
                <a:spcBef>
                  <a:spcPts val="0"/>
                </a:spcBef>
                <a:spcAft>
                  <a:spcPts val="0"/>
                </a:spcAft>
                <a:defRPr sz="1400" b="1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  <a:endParaRPr sz="1400" b="1" kern="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endParaRPr>
            </a:p>
          </p:txBody>
        </p:sp>
        <p:sp>
          <p:nvSpPr>
            <p:cNvPr id="28801" name="4">
              <a:extLst>
                <a:ext uri="{FF2B5EF4-FFF2-40B4-BE49-F238E27FC236}">
                  <a16:creationId xmlns:a16="http://schemas.microsoft.com/office/drawing/2014/main" id="{FF659255-AE33-5B14-7891-A8EDD39FA7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4</a:t>
              </a:r>
            </a:p>
          </p:txBody>
        </p:sp>
      </p:grpSp>
      <p:grpSp>
        <p:nvGrpSpPr>
          <p:cNvPr id="28776" name="3">
            <a:extLst>
              <a:ext uri="{FF2B5EF4-FFF2-40B4-BE49-F238E27FC236}">
                <a16:creationId xmlns:a16="http://schemas.microsoft.com/office/drawing/2014/main" id="{30B6CF72-7CB1-CFA5-55D4-F9D4B1F7F982}"/>
              </a:ext>
            </a:extLst>
          </p:cNvPr>
          <p:cNvGrpSpPr>
            <a:grpSpLocks/>
          </p:cNvGrpSpPr>
          <p:nvPr/>
        </p:nvGrpSpPr>
        <p:grpSpPr bwMode="auto">
          <a:xfrm>
            <a:off x="6029325" y="11923713"/>
            <a:ext cx="369888" cy="384175"/>
            <a:chOff x="0" y="0"/>
            <a:chExt cx="369516" cy="383518"/>
          </a:xfrm>
        </p:grpSpPr>
        <p:sp>
          <p:nvSpPr>
            <p:cNvPr id="749" name="Oval">
              <a:extLst>
                <a:ext uri="{FF2B5EF4-FFF2-40B4-BE49-F238E27FC236}">
                  <a16:creationId xmlns:a16="http://schemas.microsoft.com/office/drawing/2014/main" id="{9F700FBD-4CCA-6970-0CE7-33D20EEB6891}"/>
                </a:ext>
              </a:extLst>
            </p:cNvPr>
            <p:cNvSpPr/>
            <p:nvPr/>
          </p:nvSpPr>
          <p:spPr>
            <a:xfrm>
              <a:off x="0" y="0"/>
              <a:ext cx="369516" cy="383518"/>
            </a:xfrm>
            <a:prstGeom prst="ellipse">
              <a:avLst/>
            </a:prstGeom>
            <a:solidFill>
              <a:schemeClr val="accent3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lIns="50800" tIns="50800" rIns="50800" bIns="50800" anchor="ctr"/>
            <a:lstStyle/>
            <a:p>
              <a:pPr algn="ctr" defTabSz="1155278" eaLnBrk="1" fontAlgn="auto">
                <a:spcBef>
                  <a:spcPts val="0"/>
                </a:spcBef>
                <a:spcAft>
                  <a:spcPts val="0"/>
                </a:spcAft>
                <a:defRPr sz="1400" b="1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  <a:endParaRPr sz="1400" b="1" kern="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endParaRPr>
            </a:p>
          </p:txBody>
        </p:sp>
        <p:sp>
          <p:nvSpPr>
            <p:cNvPr id="28799" name="3">
              <a:extLst>
                <a:ext uri="{FF2B5EF4-FFF2-40B4-BE49-F238E27FC236}">
                  <a16:creationId xmlns:a16="http://schemas.microsoft.com/office/drawing/2014/main" id="{E007E384-B5A1-7ACF-A8C2-2070ADE11C8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3</a:t>
              </a:r>
            </a:p>
          </p:txBody>
        </p:sp>
      </p:grpSp>
      <p:grpSp>
        <p:nvGrpSpPr>
          <p:cNvPr id="28777" name="1">
            <a:extLst>
              <a:ext uri="{FF2B5EF4-FFF2-40B4-BE49-F238E27FC236}">
                <a16:creationId xmlns:a16="http://schemas.microsoft.com/office/drawing/2014/main" id="{80BF71EB-AC9D-3E9B-7798-3BF093C47990}"/>
              </a:ext>
            </a:extLst>
          </p:cNvPr>
          <p:cNvGrpSpPr>
            <a:grpSpLocks/>
          </p:cNvGrpSpPr>
          <p:nvPr/>
        </p:nvGrpSpPr>
        <p:grpSpPr bwMode="auto">
          <a:xfrm>
            <a:off x="5635625" y="12531725"/>
            <a:ext cx="369888" cy="384175"/>
            <a:chOff x="0" y="0"/>
            <a:chExt cx="369516" cy="383518"/>
          </a:xfrm>
        </p:grpSpPr>
        <p:sp>
          <p:nvSpPr>
            <p:cNvPr id="28796" name="Oval">
              <a:extLst>
                <a:ext uri="{FF2B5EF4-FFF2-40B4-BE49-F238E27FC236}">
                  <a16:creationId xmlns:a16="http://schemas.microsoft.com/office/drawing/2014/main" id="{A4FE1650-69F9-3126-23ED-BDD8C77A18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28797" name="1">
              <a:extLst>
                <a:ext uri="{FF2B5EF4-FFF2-40B4-BE49-F238E27FC236}">
                  <a16:creationId xmlns:a16="http://schemas.microsoft.com/office/drawing/2014/main" id="{A5107191-C70D-0402-C4DF-2B1A9E337B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1</a:t>
              </a:r>
            </a:p>
          </p:txBody>
        </p:sp>
      </p:grpSp>
      <p:grpSp>
        <p:nvGrpSpPr>
          <p:cNvPr id="28778" name="10">
            <a:extLst>
              <a:ext uri="{FF2B5EF4-FFF2-40B4-BE49-F238E27FC236}">
                <a16:creationId xmlns:a16="http://schemas.microsoft.com/office/drawing/2014/main" id="{DC04C1E0-2472-4337-AF75-3BB53128A98E}"/>
              </a:ext>
            </a:extLst>
          </p:cNvPr>
          <p:cNvGrpSpPr>
            <a:grpSpLocks/>
          </p:cNvGrpSpPr>
          <p:nvPr/>
        </p:nvGrpSpPr>
        <p:grpSpPr bwMode="auto">
          <a:xfrm>
            <a:off x="5857875" y="10650538"/>
            <a:ext cx="369888" cy="384175"/>
            <a:chOff x="0" y="0"/>
            <a:chExt cx="369516" cy="383518"/>
          </a:xfrm>
        </p:grpSpPr>
        <p:sp>
          <p:nvSpPr>
            <p:cNvPr id="28794" name="Oval">
              <a:extLst>
                <a:ext uri="{FF2B5EF4-FFF2-40B4-BE49-F238E27FC236}">
                  <a16:creationId xmlns:a16="http://schemas.microsoft.com/office/drawing/2014/main" id="{E42A67E1-62BA-508B-0098-31B9817AE8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28795" name="10">
              <a:extLst>
                <a:ext uri="{FF2B5EF4-FFF2-40B4-BE49-F238E27FC236}">
                  <a16:creationId xmlns:a16="http://schemas.microsoft.com/office/drawing/2014/main" id="{043D0D65-F595-C255-E180-BCBD54C679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10</a:t>
              </a:r>
            </a:p>
          </p:txBody>
        </p:sp>
      </p:grpSp>
      <p:sp>
        <p:nvSpPr>
          <p:cNvPr id="758" name="Centerback nr. 03 &amp; 04">
            <a:extLst>
              <a:ext uri="{FF2B5EF4-FFF2-40B4-BE49-F238E27FC236}">
                <a16:creationId xmlns:a16="http://schemas.microsoft.com/office/drawing/2014/main" id="{2515CC95-5D9B-7E3D-CF09-9DBD379342E9}"/>
              </a:ext>
            </a:extLst>
          </p:cNvPr>
          <p:cNvSpPr txBox="1"/>
          <p:nvPr/>
        </p:nvSpPr>
        <p:spPr>
          <a:xfrm>
            <a:off x="374650" y="10045700"/>
            <a:ext cx="2870200" cy="11223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7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38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Centerback nr. 03 &amp; 04</a:t>
            </a:r>
          </a:p>
        </p:txBody>
      </p:sp>
      <p:sp>
        <p:nvSpPr>
          <p:cNvPr id="759" name="TextBox 31">
            <a:extLst>
              <a:ext uri="{FF2B5EF4-FFF2-40B4-BE49-F238E27FC236}">
                <a16:creationId xmlns:a16="http://schemas.microsoft.com/office/drawing/2014/main" id="{4366549E-2619-47EC-0967-A5419846C0DC}"/>
              </a:ext>
            </a:extLst>
          </p:cNvPr>
          <p:cNvSpPr txBox="1"/>
          <p:nvPr/>
        </p:nvSpPr>
        <p:spPr>
          <a:xfrm>
            <a:off x="2609850" y="11553825"/>
            <a:ext cx="1555750" cy="167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xx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xx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xx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xx</a:t>
            </a:r>
          </a:p>
        </p:txBody>
      </p:sp>
      <p:pic>
        <p:nvPicPr>
          <p:cNvPr id="28781" name="Logo_Scisports.png" descr="Logo_Scisports.png">
            <a:hlinkClick r:id="rId2"/>
            <a:extLst>
              <a:ext uri="{FF2B5EF4-FFF2-40B4-BE49-F238E27FC236}">
                <a16:creationId xmlns:a16="http://schemas.microsoft.com/office/drawing/2014/main" id="{0ECAF880-DD1C-9B3B-95E5-079E933AFC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78"/>
          <a:stretch>
            <a:fillRect/>
          </a:stretch>
        </p:blipFill>
        <p:spPr bwMode="auto">
          <a:xfrm>
            <a:off x="16586200" y="785813"/>
            <a:ext cx="92392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761" name="Browse…">
            <a:hlinkClick r:id="rId4" action="ppaction://hlinksldjump"/>
            <a:extLst>
              <a:ext uri="{FF2B5EF4-FFF2-40B4-BE49-F238E27FC236}">
                <a16:creationId xmlns:a16="http://schemas.microsoft.com/office/drawing/2014/main" id="{044DACAF-C2AF-C034-BBDA-06E9A2385E3D}"/>
              </a:ext>
            </a:extLst>
          </p:cNvPr>
          <p:cNvSpPr/>
          <p:nvPr/>
        </p:nvSpPr>
        <p:spPr>
          <a:xfrm>
            <a:off x="463550" y="296863"/>
            <a:ext cx="1397000" cy="1397000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8" eaLnBrk="1" fontAlgn="auto">
              <a:spcBef>
                <a:spcPts val="0"/>
              </a:spcBef>
              <a:spcAft>
                <a:spcPts val="0"/>
              </a:spcAft>
              <a:defRPr sz="2600" cap="all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sz="2600" kern="0" cap="all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rPr>
              <a:t>Browse </a:t>
            </a:r>
          </a:p>
          <a:p>
            <a:pPr algn="ctr" defTabSz="2438338" eaLnBrk="1" fontAlgn="auto">
              <a:spcBef>
                <a:spcPts val="0"/>
              </a:spcBef>
              <a:spcAft>
                <a:spcPts val="0"/>
              </a:spcAft>
              <a:defRPr sz="2600" cap="all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sz="2600" kern="0" cap="all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rPr>
              <a:t>Foto</a:t>
            </a:r>
          </a:p>
        </p:txBody>
      </p:sp>
      <p:sp>
        <p:nvSpPr>
          <p:cNvPr id="762" name="Doorzettingsvermogen">
            <a:extLst>
              <a:ext uri="{FF2B5EF4-FFF2-40B4-BE49-F238E27FC236}">
                <a16:creationId xmlns:a16="http://schemas.microsoft.com/office/drawing/2014/main" id="{79DB00DE-C9DD-480B-375E-8AC94C87D5AE}"/>
              </a:ext>
            </a:extLst>
          </p:cNvPr>
          <p:cNvSpPr txBox="1"/>
          <p:nvPr/>
        </p:nvSpPr>
        <p:spPr>
          <a:xfrm>
            <a:off x="16838613" y="7799388"/>
            <a:ext cx="287020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Doorzettingsvermogen</a:t>
            </a:r>
          </a:p>
        </p:txBody>
      </p:sp>
      <p:sp>
        <p:nvSpPr>
          <p:cNvPr id="763" name="Star">
            <a:extLst>
              <a:ext uri="{FF2B5EF4-FFF2-40B4-BE49-F238E27FC236}">
                <a16:creationId xmlns:a16="http://schemas.microsoft.com/office/drawing/2014/main" id="{2713163E-191D-9C27-31E2-F613596A3961}"/>
              </a:ext>
            </a:extLst>
          </p:cNvPr>
          <p:cNvSpPr/>
          <p:nvPr/>
        </p:nvSpPr>
        <p:spPr>
          <a:xfrm>
            <a:off x="20512088" y="778033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64" name="Star">
            <a:extLst>
              <a:ext uri="{FF2B5EF4-FFF2-40B4-BE49-F238E27FC236}">
                <a16:creationId xmlns:a16="http://schemas.microsoft.com/office/drawing/2014/main" id="{7C3083EC-0B84-B8C0-BD25-B10F3C84EFED}"/>
              </a:ext>
            </a:extLst>
          </p:cNvPr>
          <p:cNvSpPr/>
          <p:nvPr/>
        </p:nvSpPr>
        <p:spPr>
          <a:xfrm>
            <a:off x="20851813" y="778033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65" name="Star">
            <a:extLst>
              <a:ext uri="{FF2B5EF4-FFF2-40B4-BE49-F238E27FC236}">
                <a16:creationId xmlns:a16="http://schemas.microsoft.com/office/drawing/2014/main" id="{55C755D0-891E-F995-E51E-1628D5E02168}"/>
              </a:ext>
            </a:extLst>
          </p:cNvPr>
          <p:cNvSpPr/>
          <p:nvPr/>
        </p:nvSpPr>
        <p:spPr>
          <a:xfrm>
            <a:off x="21189950" y="778033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66" name="Star">
            <a:extLst>
              <a:ext uri="{FF2B5EF4-FFF2-40B4-BE49-F238E27FC236}">
                <a16:creationId xmlns:a16="http://schemas.microsoft.com/office/drawing/2014/main" id="{2B71C116-AE3A-95EE-DC0B-DD32B36FF8A5}"/>
              </a:ext>
            </a:extLst>
          </p:cNvPr>
          <p:cNvSpPr/>
          <p:nvPr/>
        </p:nvSpPr>
        <p:spPr>
          <a:xfrm>
            <a:off x="21528088" y="778033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67" name="Star">
            <a:extLst>
              <a:ext uri="{FF2B5EF4-FFF2-40B4-BE49-F238E27FC236}">
                <a16:creationId xmlns:a16="http://schemas.microsoft.com/office/drawing/2014/main" id="{5AEA1A04-BC47-12EB-3DE5-CAD07AAEB369}"/>
              </a:ext>
            </a:extLst>
          </p:cNvPr>
          <p:cNvSpPr/>
          <p:nvPr/>
        </p:nvSpPr>
        <p:spPr>
          <a:xfrm>
            <a:off x="21861463" y="7780338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68" name="Star">
            <a:extLst>
              <a:ext uri="{FF2B5EF4-FFF2-40B4-BE49-F238E27FC236}">
                <a16:creationId xmlns:a16="http://schemas.microsoft.com/office/drawing/2014/main" id="{D26CA406-9A06-C2EB-FF6A-16AE8C0CC9F0}"/>
              </a:ext>
            </a:extLst>
          </p:cNvPr>
          <p:cNvSpPr/>
          <p:nvPr/>
        </p:nvSpPr>
        <p:spPr>
          <a:xfrm>
            <a:off x="22201188" y="778033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69" name="Star">
            <a:extLst>
              <a:ext uri="{FF2B5EF4-FFF2-40B4-BE49-F238E27FC236}">
                <a16:creationId xmlns:a16="http://schemas.microsoft.com/office/drawing/2014/main" id="{6172B089-102D-6C5F-E834-EC5832FE8F3F}"/>
              </a:ext>
            </a:extLst>
          </p:cNvPr>
          <p:cNvSpPr/>
          <p:nvPr/>
        </p:nvSpPr>
        <p:spPr>
          <a:xfrm>
            <a:off x="22539325" y="778033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70" name="Star">
            <a:extLst>
              <a:ext uri="{FF2B5EF4-FFF2-40B4-BE49-F238E27FC236}">
                <a16:creationId xmlns:a16="http://schemas.microsoft.com/office/drawing/2014/main" id="{E1D09B0A-CDEB-FFB5-1EF7-962D654F3F4E}"/>
              </a:ext>
            </a:extLst>
          </p:cNvPr>
          <p:cNvSpPr/>
          <p:nvPr/>
        </p:nvSpPr>
        <p:spPr>
          <a:xfrm>
            <a:off x="22877463" y="778033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71" name="Star">
            <a:extLst>
              <a:ext uri="{FF2B5EF4-FFF2-40B4-BE49-F238E27FC236}">
                <a16:creationId xmlns:a16="http://schemas.microsoft.com/office/drawing/2014/main" id="{5491CAC7-0893-0D43-3C07-ADFE0D0FB669}"/>
              </a:ext>
            </a:extLst>
          </p:cNvPr>
          <p:cNvSpPr/>
          <p:nvPr/>
        </p:nvSpPr>
        <p:spPr>
          <a:xfrm>
            <a:off x="23212425" y="778033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72" name="Star">
            <a:extLst>
              <a:ext uri="{FF2B5EF4-FFF2-40B4-BE49-F238E27FC236}">
                <a16:creationId xmlns:a16="http://schemas.microsoft.com/office/drawing/2014/main" id="{9BF88F40-1D55-38A0-09DC-F89B09253944}"/>
              </a:ext>
            </a:extLst>
          </p:cNvPr>
          <p:cNvSpPr/>
          <p:nvPr/>
        </p:nvSpPr>
        <p:spPr>
          <a:xfrm>
            <a:off x="23550563" y="778033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74" name="Tabel 1">
            <a:extLst>
              <a:ext uri="{FF2B5EF4-FFF2-40B4-BE49-F238E27FC236}">
                <a16:creationId xmlns:a16="http://schemas.microsoft.com/office/drawing/2014/main" id="{07EBDA17-664B-546A-604A-47D85B75E010}"/>
              </a:ext>
            </a:extLst>
          </p:cNvPr>
          <p:cNvGraphicFramePr/>
          <p:nvPr/>
        </p:nvGraphicFramePr>
        <p:xfrm>
          <a:off x="4052888" y="673100"/>
          <a:ext cx="17865725" cy="1236980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3573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3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2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4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73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24527">
                <a:tc>
                  <a:txBody>
                    <a:bodyPr/>
                    <a:lstStyle/>
                    <a:p>
                      <a:pPr defTabSz="914400"/>
                      <a:r>
                        <a:rPr sz="2900"/>
                        <a:t>CB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Rating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900"/>
                        <a:t>Vermenigvuldigingsfactor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Resultaat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4527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452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Positie kiezen (V)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452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Defensief Koppen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2452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Passing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452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Dribbelen met bal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452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Duelkracht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2452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Snelheid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2452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Doorzettings-vermogen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24527">
                <a:tc>
                  <a:txBody>
                    <a:bodyPr/>
                    <a:lstStyle/>
                    <a:p>
                      <a:pPr defTabSz="1285875">
                        <a:def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  <a:endParaRPr sz="26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24527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Gemiddelde rating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0.00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Centerback (l/r) #03 - #04">
            <a:extLst>
              <a:ext uri="{FF2B5EF4-FFF2-40B4-BE49-F238E27FC236}">
                <a16:creationId xmlns:a16="http://schemas.microsoft.com/office/drawing/2014/main" id="{222B2F27-CAAC-4F15-2830-B7478273FAE9}"/>
              </a:ext>
            </a:extLst>
          </p:cNvPr>
          <p:cNvSpPr txBox="1"/>
          <p:nvPr/>
        </p:nvSpPr>
        <p:spPr>
          <a:xfrm>
            <a:off x="2568575" y="42863"/>
            <a:ext cx="11134725" cy="927100"/>
          </a:xfrm>
          <a:prstGeom prst="rect">
            <a:avLst/>
          </a:prstGeom>
          <a:ln w="12700">
            <a:miter lim="400000"/>
          </a:ln>
          <a:effectLst>
            <a:outerShdw blurRad="38100" dist="57611" dir="5400000" rotWithShape="0">
              <a:srgbClr val="000000">
                <a:alpha val="50000"/>
              </a:srgbClr>
            </a:outerShdw>
          </a:effectLst>
        </p:spPr>
        <p:txBody>
          <a:bodyPr lIns="0" tIns="0" rIns="0" bIns="0" anchor="ctr">
            <a:spAutoFit/>
          </a:bodyPr>
          <a:lstStyle>
            <a:lvl1pPr defTabSz="12700">
              <a:lnSpc>
                <a:spcPct val="60000"/>
              </a:lnSpc>
              <a:spcBef>
                <a:spcPts val="0"/>
              </a:spcBef>
              <a:defRPr sz="6000" b="1" cap="all">
                <a:solidFill>
                  <a:srgbClr val="18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Centerback (l/r) #03 - #04</a:t>
            </a:r>
          </a:p>
        </p:txBody>
      </p:sp>
      <p:sp>
        <p:nvSpPr>
          <p:cNvPr id="30723" name="9">
            <a:extLst>
              <a:ext uri="{FF2B5EF4-FFF2-40B4-BE49-F238E27FC236}">
                <a16:creationId xmlns:a16="http://schemas.microsoft.com/office/drawing/2014/main" id="{CDAAFD6D-FEDD-096F-1146-EEC2B8C09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27950" y="4954588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9</a:t>
            </a:r>
          </a:p>
        </p:txBody>
      </p:sp>
      <p:sp>
        <p:nvSpPr>
          <p:cNvPr id="30724" name="11">
            <a:extLst>
              <a:ext uri="{FF2B5EF4-FFF2-40B4-BE49-F238E27FC236}">
                <a16:creationId xmlns:a16="http://schemas.microsoft.com/office/drawing/2014/main" id="{6133C895-99C3-E751-5FA2-E52279A274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96025" y="5275263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7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11</a:t>
            </a:r>
          </a:p>
        </p:txBody>
      </p:sp>
      <p:sp>
        <p:nvSpPr>
          <p:cNvPr id="30725" name="7">
            <a:extLst>
              <a:ext uri="{FF2B5EF4-FFF2-40B4-BE49-F238E27FC236}">
                <a16:creationId xmlns:a16="http://schemas.microsoft.com/office/drawing/2014/main" id="{4CD5F02D-7986-C985-B45F-7CA9D018B8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8288" y="5275263"/>
            <a:ext cx="658812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7</a:t>
            </a:r>
          </a:p>
        </p:txBody>
      </p:sp>
      <p:sp>
        <p:nvSpPr>
          <p:cNvPr id="30726" name="5">
            <a:extLst>
              <a:ext uri="{FF2B5EF4-FFF2-40B4-BE49-F238E27FC236}">
                <a16:creationId xmlns:a16="http://schemas.microsoft.com/office/drawing/2014/main" id="{F228E9D8-4CB4-2AEB-5DDC-D0EE22FD8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00775" y="8342313"/>
            <a:ext cx="657225" cy="68103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5</a:t>
            </a:r>
          </a:p>
        </p:txBody>
      </p:sp>
      <p:sp>
        <p:nvSpPr>
          <p:cNvPr id="30727" name="2">
            <a:extLst>
              <a:ext uri="{FF2B5EF4-FFF2-40B4-BE49-F238E27FC236}">
                <a16:creationId xmlns:a16="http://schemas.microsoft.com/office/drawing/2014/main" id="{814847DB-9091-BB64-CAB7-9BBAF437DF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85288" y="8342313"/>
            <a:ext cx="657225" cy="68103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2</a:t>
            </a:r>
          </a:p>
        </p:txBody>
      </p:sp>
      <p:sp>
        <p:nvSpPr>
          <p:cNvPr id="30728" name="4">
            <a:extLst>
              <a:ext uri="{FF2B5EF4-FFF2-40B4-BE49-F238E27FC236}">
                <a16:creationId xmlns:a16="http://schemas.microsoft.com/office/drawing/2014/main" id="{4060F2FA-22B9-13E6-D94B-90FA2B5DA3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31038" y="8901113"/>
            <a:ext cx="657225" cy="682625"/>
          </a:xfrm>
          <a:prstGeom prst="ellipse">
            <a:avLst/>
          </a:prstGeom>
          <a:solidFill>
            <a:srgbClr val="173883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solidFill>
                  <a:srgbClr val="FFFFFF"/>
                </a:solidFill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4</a:t>
            </a:r>
          </a:p>
        </p:txBody>
      </p:sp>
      <p:sp>
        <p:nvSpPr>
          <p:cNvPr id="30729" name="3">
            <a:extLst>
              <a:ext uri="{FF2B5EF4-FFF2-40B4-BE49-F238E27FC236}">
                <a16:creationId xmlns:a16="http://schemas.microsoft.com/office/drawing/2014/main" id="{21894774-D1E1-0887-BF9F-144453C910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28038" y="8901113"/>
            <a:ext cx="657225" cy="682625"/>
          </a:xfrm>
          <a:prstGeom prst="ellipse">
            <a:avLst/>
          </a:prstGeom>
          <a:solidFill>
            <a:srgbClr val="173883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solidFill>
                  <a:srgbClr val="FFFFFF"/>
                </a:solidFill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3</a:t>
            </a:r>
          </a:p>
        </p:txBody>
      </p:sp>
      <p:sp>
        <p:nvSpPr>
          <p:cNvPr id="30730" name="1">
            <a:extLst>
              <a:ext uri="{FF2B5EF4-FFF2-40B4-BE49-F238E27FC236}">
                <a16:creationId xmlns:a16="http://schemas.microsoft.com/office/drawing/2014/main" id="{00070C45-99C5-342A-9109-7FB592522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27950" y="9761538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</a:t>
            </a:r>
          </a:p>
        </p:txBody>
      </p:sp>
      <p:sp>
        <p:nvSpPr>
          <p:cNvPr id="30731" name="6">
            <a:extLst>
              <a:ext uri="{FF2B5EF4-FFF2-40B4-BE49-F238E27FC236}">
                <a16:creationId xmlns:a16="http://schemas.microsoft.com/office/drawing/2014/main" id="{07BC9C66-2BA7-413A-D95B-67F95C8A7F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53375" y="7600950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6</a:t>
            </a:r>
          </a:p>
        </p:txBody>
      </p:sp>
      <p:sp>
        <p:nvSpPr>
          <p:cNvPr id="30732" name="8">
            <a:extLst>
              <a:ext uri="{FF2B5EF4-FFF2-40B4-BE49-F238E27FC236}">
                <a16:creationId xmlns:a16="http://schemas.microsoft.com/office/drawing/2014/main" id="{F62D4818-E77E-9894-246F-3406BE0BD6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21538" y="6913563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8</a:t>
            </a:r>
          </a:p>
        </p:txBody>
      </p:sp>
      <p:sp>
        <p:nvSpPr>
          <p:cNvPr id="30733" name="10">
            <a:extLst>
              <a:ext uri="{FF2B5EF4-FFF2-40B4-BE49-F238E27FC236}">
                <a16:creationId xmlns:a16="http://schemas.microsoft.com/office/drawing/2014/main" id="{79C49DE8-D1BE-CFE1-CE0B-4031DF30F2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32775" y="6424613"/>
            <a:ext cx="658813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6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10</a:t>
            </a:r>
          </a:p>
        </p:txBody>
      </p:sp>
      <p:sp>
        <p:nvSpPr>
          <p:cNvPr id="788" name="TextBox 17">
            <a:hlinkClick r:id="rId2" action="ppaction://hlinksldjump"/>
            <a:extLst>
              <a:ext uri="{FF2B5EF4-FFF2-40B4-BE49-F238E27FC236}">
                <a16:creationId xmlns:a16="http://schemas.microsoft.com/office/drawing/2014/main" id="{D7ECD52A-CFF1-5FB6-8773-1B74DF6B9D26}"/>
              </a:ext>
            </a:extLst>
          </p:cNvPr>
          <p:cNvSpPr txBox="1"/>
          <p:nvPr/>
        </p:nvSpPr>
        <p:spPr>
          <a:xfrm>
            <a:off x="2655888" y="6149975"/>
            <a:ext cx="4370387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Positie kiezen (v)</a:t>
            </a:r>
          </a:p>
        </p:txBody>
      </p:sp>
      <p:sp>
        <p:nvSpPr>
          <p:cNvPr id="789" name="TextBox 17">
            <a:hlinkClick r:id="rId3" action="ppaction://hlinksldjump"/>
            <a:extLst>
              <a:ext uri="{FF2B5EF4-FFF2-40B4-BE49-F238E27FC236}">
                <a16:creationId xmlns:a16="http://schemas.microsoft.com/office/drawing/2014/main" id="{7BDBAE72-A7F5-BD52-112B-3ADC940F2DBC}"/>
              </a:ext>
            </a:extLst>
          </p:cNvPr>
          <p:cNvSpPr txBox="1"/>
          <p:nvPr/>
        </p:nvSpPr>
        <p:spPr>
          <a:xfrm>
            <a:off x="2700338" y="9977438"/>
            <a:ext cx="4371975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Passing</a:t>
            </a:r>
          </a:p>
        </p:txBody>
      </p:sp>
      <p:sp>
        <p:nvSpPr>
          <p:cNvPr id="790" name="TextBox 17">
            <a:hlinkClick r:id="rId4" action="ppaction://hlinksldjump"/>
            <a:extLst>
              <a:ext uri="{FF2B5EF4-FFF2-40B4-BE49-F238E27FC236}">
                <a16:creationId xmlns:a16="http://schemas.microsoft.com/office/drawing/2014/main" id="{89377C6D-946D-BAB8-69FB-8115DAA2BB0F}"/>
              </a:ext>
            </a:extLst>
          </p:cNvPr>
          <p:cNvSpPr txBox="1"/>
          <p:nvPr/>
        </p:nvSpPr>
        <p:spPr>
          <a:xfrm>
            <a:off x="7588250" y="6169025"/>
            <a:ext cx="4371975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Duelkracht</a:t>
            </a:r>
          </a:p>
        </p:txBody>
      </p:sp>
      <p:sp>
        <p:nvSpPr>
          <p:cNvPr id="791" name="TextBox 17">
            <a:hlinkClick r:id="rId5" action="ppaction://hlinksldjump"/>
            <a:extLst>
              <a:ext uri="{FF2B5EF4-FFF2-40B4-BE49-F238E27FC236}">
                <a16:creationId xmlns:a16="http://schemas.microsoft.com/office/drawing/2014/main" id="{7B05B119-A08F-5598-493D-B59E3BBAE7B5}"/>
              </a:ext>
            </a:extLst>
          </p:cNvPr>
          <p:cNvSpPr txBox="1"/>
          <p:nvPr/>
        </p:nvSpPr>
        <p:spPr>
          <a:xfrm>
            <a:off x="12366625" y="6157913"/>
            <a:ext cx="4370388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Doorzettingsvermogen</a:t>
            </a:r>
          </a:p>
        </p:txBody>
      </p:sp>
      <p:sp>
        <p:nvSpPr>
          <p:cNvPr id="792" name="TextBox 17">
            <a:hlinkClick r:id="rId6" action="ppaction://hlinksldjump"/>
            <a:extLst>
              <a:ext uri="{FF2B5EF4-FFF2-40B4-BE49-F238E27FC236}">
                <a16:creationId xmlns:a16="http://schemas.microsoft.com/office/drawing/2014/main" id="{251ED44B-C397-780C-6727-D3714DA3E98F}"/>
              </a:ext>
            </a:extLst>
          </p:cNvPr>
          <p:cNvSpPr txBox="1"/>
          <p:nvPr/>
        </p:nvSpPr>
        <p:spPr>
          <a:xfrm>
            <a:off x="2700338" y="11031538"/>
            <a:ext cx="4371975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Dribbelen met bal</a:t>
            </a:r>
          </a:p>
        </p:txBody>
      </p:sp>
      <p:sp>
        <p:nvSpPr>
          <p:cNvPr id="793" name="TextBox 17">
            <a:hlinkClick r:id="rId7" action="ppaction://hlinksldjump"/>
            <a:extLst>
              <a:ext uri="{FF2B5EF4-FFF2-40B4-BE49-F238E27FC236}">
                <a16:creationId xmlns:a16="http://schemas.microsoft.com/office/drawing/2014/main" id="{49769056-73FA-3A61-8DB8-74B80F415106}"/>
              </a:ext>
            </a:extLst>
          </p:cNvPr>
          <p:cNvSpPr txBox="1"/>
          <p:nvPr/>
        </p:nvSpPr>
        <p:spPr>
          <a:xfrm>
            <a:off x="7588250" y="9977438"/>
            <a:ext cx="4371975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Snelheid</a:t>
            </a:r>
          </a:p>
        </p:txBody>
      </p:sp>
      <p:sp>
        <p:nvSpPr>
          <p:cNvPr id="794" name="TextBox 17">
            <a:hlinkClick r:id="rId8" action="ppaction://hlinksldjump"/>
            <a:extLst>
              <a:ext uri="{FF2B5EF4-FFF2-40B4-BE49-F238E27FC236}">
                <a16:creationId xmlns:a16="http://schemas.microsoft.com/office/drawing/2014/main" id="{31685A40-4C4E-5206-A836-B2B0A208E78D}"/>
              </a:ext>
            </a:extLst>
          </p:cNvPr>
          <p:cNvSpPr txBox="1"/>
          <p:nvPr/>
        </p:nvSpPr>
        <p:spPr>
          <a:xfrm>
            <a:off x="2755900" y="7231063"/>
            <a:ext cx="4370388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Defensieve Koppen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TextBox 17">
            <a:extLst>
              <a:ext uri="{FF2B5EF4-FFF2-40B4-BE49-F238E27FC236}">
                <a16:creationId xmlns:a16="http://schemas.microsoft.com/office/drawing/2014/main" id="{91827E86-2AE4-1C08-5176-C91ADE554ACF}"/>
              </a:ext>
            </a:extLst>
          </p:cNvPr>
          <p:cNvSpPr txBox="1"/>
          <p:nvPr/>
        </p:nvSpPr>
        <p:spPr>
          <a:xfrm>
            <a:off x="250825" y="1220788"/>
            <a:ext cx="5883275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Positie kiezen (V)</a:t>
            </a:r>
          </a:p>
        </p:txBody>
      </p:sp>
      <p:sp>
        <p:nvSpPr>
          <p:cNvPr id="797" name="TextBox 30">
            <a:extLst>
              <a:ext uri="{FF2B5EF4-FFF2-40B4-BE49-F238E27FC236}">
                <a16:creationId xmlns:a16="http://schemas.microsoft.com/office/drawing/2014/main" id="{54DF4CB9-BC18-A386-C886-F1821840AC95}"/>
              </a:ext>
            </a:extLst>
          </p:cNvPr>
          <p:cNvSpPr txBox="1"/>
          <p:nvPr/>
        </p:nvSpPr>
        <p:spPr>
          <a:xfrm>
            <a:off x="290513" y="2112963"/>
            <a:ext cx="5778500" cy="1625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“Voorkomen van doelpogingen of potentieel gevaar (voorzet, dribbel, pass of schot) van de tegenstander d.m.v. de positiekeuze”</a:t>
            </a:r>
          </a:p>
        </p:txBody>
      </p:sp>
      <p:sp>
        <p:nvSpPr>
          <p:cNvPr id="31748" name="TextBox 31">
            <a:extLst>
              <a:ext uri="{FF2B5EF4-FFF2-40B4-BE49-F238E27FC236}">
                <a16:creationId xmlns:a16="http://schemas.microsoft.com/office/drawing/2014/main" id="{C77C6C76-3CEF-610C-C0EF-FCC04F555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900" y="4584700"/>
            <a:ext cx="4887913" cy="223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190500" indent="-190500"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FFFFFF"/>
              </a:buClr>
              <a:buSzPct val="100000"/>
              <a:buFont typeface="Times Roman"/>
              <a:buChar char="•"/>
            </a:pPr>
            <a:r>
              <a:rPr lang="LID4096" altLang="LID4096" sz="180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Man &amp; bal?</a:t>
            </a:r>
            <a:endParaRPr lang="LID4096" altLang="LID4096" sz="1800">
              <a:latin typeface="Century Gothic" panose="020B0502020202020204" pitchFamily="34" charset="0"/>
              <a:ea typeface="Century Gothic" panose="020B0502020202020204" pitchFamily="34" charset="0"/>
              <a:cs typeface="Century Gothic" panose="020B0502020202020204" pitchFamily="34" charset="0"/>
              <a:sym typeface="Century Gothic" panose="020B0502020202020204" pitchFamily="34" charset="0"/>
            </a:endParaRP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FFFFFF"/>
              </a:buClr>
              <a:buSzPct val="100000"/>
              <a:buFont typeface="Times Roman"/>
              <a:buChar char="•"/>
            </a:pPr>
            <a:r>
              <a:rPr lang="LID4096" altLang="LID4096" sz="180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Lichaamspositie</a:t>
            </a:r>
            <a:endParaRPr lang="LID4096" altLang="LID4096" sz="1800">
              <a:latin typeface="Century Gothic" panose="020B0502020202020204" pitchFamily="34" charset="0"/>
              <a:ea typeface="Century Gothic" panose="020B0502020202020204" pitchFamily="34" charset="0"/>
              <a:cs typeface="Century Gothic" panose="020B0502020202020204" pitchFamily="34" charset="0"/>
              <a:sym typeface="Century Gothic" panose="020B0502020202020204" pitchFamily="34" charset="0"/>
            </a:endParaRP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FFFFFF"/>
              </a:buClr>
              <a:buSzPct val="100000"/>
              <a:buFont typeface="Times Roman"/>
              <a:buChar char="•"/>
            </a:pPr>
            <a:r>
              <a:rPr lang="LID4096" altLang="LID4096" sz="180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Hoge of lage lijn?</a:t>
            </a:r>
            <a:endParaRPr lang="LID4096" altLang="LID4096" sz="1800">
              <a:latin typeface="Century Gothic" panose="020B0502020202020204" pitchFamily="34" charset="0"/>
              <a:ea typeface="Century Gothic" panose="020B0502020202020204" pitchFamily="34" charset="0"/>
              <a:cs typeface="Century Gothic" panose="020B0502020202020204" pitchFamily="34" charset="0"/>
              <a:sym typeface="Century Gothic" panose="020B0502020202020204" pitchFamily="34" charset="0"/>
            </a:endParaRP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FFFFFF"/>
              </a:buClr>
              <a:buSzPct val="100000"/>
              <a:buFont typeface="Times Roman"/>
              <a:buChar char="•"/>
            </a:pPr>
            <a:r>
              <a:rPr lang="LID4096" altLang="LID4096" sz="180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Gevaarherkenning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FFFFFF"/>
              </a:buClr>
              <a:buSzPct val="100000"/>
              <a:buFont typeface="Times Roman"/>
              <a:buChar char="•"/>
            </a:pPr>
            <a:r>
              <a:rPr lang="LID4096" altLang="LID4096" sz="180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Afstanden linies</a:t>
            </a:r>
            <a:endParaRPr lang="LID4096" altLang="LID4096" sz="1800">
              <a:latin typeface="Century Gothic" panose="020B0502020202020204" pitchFamily="34" charset="0"/>
              <a:ea typeface="Century Gothic" panose="020B0502020202020204" pitchFamily="34" charset="0"/>
              <a:cs typeface="Century Gothic" panose="020B0502020202020204" pitchFamily="34" charset="0"/>
              <a:sym typeface="Century Gothic" panose="020B0502020202020204" pitchFamily="34" charset="0"/>
            </a:endParaRP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FFFFFF"/>
              </a:buClr>
              <a:buSzPct val="100000"/>
              <a:buFont typeface="Times Roman"/>
              <a:buChar char="•"/>
            </a:pPr>
            <a:r>
              <a:rPr lang="LID4096" altLang="LID4096" sz="180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Drukzetten / doordekken</a:t>
            </a:r>
            <a:endParaRPr lang="LID4096" altLang="LID4096" sz="1800">
              <a:latin typeface="Century Gothic" panose="020B0502020202020204" pitchFamily="34" charset="0"/>
              <a:ea typeface="Century Gothic" panose="020B0502020202020204" pitchFamily="34" charset="0"/>
              <a:cs typeface="Century Gothic" panose="020B0502020202020204" pitchFamily="34" charset="0"/>
              <a:sym typeface="Century Gothic" panose="020B0502020202020204" pitchFamily="34" charset="0"/>
            </a:endParaRP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FFFFFF"/>
              </a:buClr>
              <a:buSzPct val="100000"/>
              <a:buFont typeface="Times Roman"/>
              <a:buChar char="•"/>
            </a:pPr>
            <a:r>
              <a:rPr lang="LID4096" altLang="LID4096" sz="180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Lijnen dichtzetten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FFFFFF"/>
              </a:buClr>
              <a:buSzPct val="100000"/>
              <a:buFont typeface="Times Roman"/>
              <a:buChar char="•"/>
            </a:pPr>
            <a:r>
              <a:rPr lang="LID4096" altLang="LID4096" sz="180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?</a:t>
            </a:r>
          </a:p>
        </p:txBody>
      </p:sp>
      <p:sp>
        <p:nvSpPr>
          <p:cNvPr id="799" name="TextBox 17">
            <a:extLst>
              <a:ext uri="{FF2B5EF4-FFF2-40B4-BE49-F238E27FC236}">
                <a16:creationId xmlns:a16="http://schemas.microsoft.com/office/drawing/2014/main" id="{C4C2906D-A00B-9D5C-C64D-0802D2A42673}"/>
              </a:ext>
            </a:extLst>
          </p:cNvPr>
          <p:cNvSpPr txBox="1"/>
          <p:nvPr/>
        </p:nvSpPr>
        <p:spPr>
          <a:xfrm>
            <a:off x="6237288" y="1219200"/>
            <a:ext cx="5883275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Defensief koppen</a:t>
            </a:r>
          </a:p>
        </p:txBody>
      </p:sp>
      <p:sp>
        <p:nvSpPr>
          <p:cNvPr id="800" name="TextBox 30">
            <a:extLst>
              <a:ext uri="{FF2B5EF4-FFF2-40B4-BE49-F238E27FC236}">
                <a16:creationId xmlns:a16="http://schemas.microsoft.com/office/drawing/2014/main" id="{F3223DC7-6BE5-86CF-3A1B-6C22723A8B03}"/>
              </a:ext>
            </a:extLst>
          </p:cNvPr>
          <p:cNvSpPr txBox="1"/>
          <p:nvPr/>
        </p:nvSpPr>
        <p:spPr>
          <a:xfrm>
            <a:off x="6524625" y="2501900"/>
            <a:ext cx="5359400" cy="812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“Kopduel winnen op eigen helft/ in eigen 16m”</a:t>
            </a:r>
          </a:p>
        </p:txBody>
      </p:sp>
      <p:sp>
        <p:nvSpPr>
          <p:cNvPr id="801" name="TextBox 31">
            <a:extLst>
              <a:ext uri="{FF2B5EF4-FFF2-40B4-BE49-F238E27FC236}">
                <a16:creationId xmlns:a16="http://schemas.microsoft.com/office/drawing/2014/main" id="{A0C11AAD-A381-177E-796D-38E548BC778C}"/>
              </a:ext>
            </a:extLst>
          </p:cNvPr>
          <p:cNvSpPr txBox="1"/>
          <p:nvPr/>
        </p:nvSpPr>
        <p:spPr>
          <a:xfrm>
            <a:off x="6438900" y="4584700"/>
            <a:ext cx="2751138" cy="2514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Positie keuze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Duelkracht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Timing sprong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Richting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Slimheid / gogme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Sprongkracht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 spc="72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802" name="TextBox 30">
            <a:extLst>
              <a:ext uri="{FF2B5EF4-FFF2-40B4-BE49-F238E27FC236}">
                <a16:creationId xmlns:a16="http://schemas.microsoft.com/office/drawing/2014/main" id="{0D3C9DC4-406C-D9CA-46EC-67551B673662}"/>
              </a:ext>
            </a:extLst>
          </p:cNvPr>
          <p:cNvSpPr txBox="1"/>
          <p:nvPr/>
        </p:nvSpPr>
        <p:spPr>
          <a:xfrm>
            <a:off x="12222163" y="2298700"/>
            <a:ext cx="5891212" cy="1219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“Passing korter dan 10-15m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(onder druk of door de linies)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of passing langer dan 30m</a:t>
            </a:r>
          </a:p>
        </p:txBody>
      </p:sp>
      <p:sp>
        <p:nvSpPr>
          <p:cNvPr id="803" name="TextBox 17">
            <a:extLst>
              <a:ext uri="{FF2B5EF4-FFF2-40B4-BE49-F238E27FC236}">
                <a16:creationId xmlns:a16="http://schemas.microsoft.com/office/drawing/2014/main" id="{518D35FA-CCA6-D164-9367-5EDEEA4D01F1}"/>
              </a:ext>
            </a:extLst>
          </p:cNvPr>
          <p:cNvSpPr txBox="1"/>
          <p:nvPr/>
        </p:nvSpPr>
        <p:spPr>
          <a:xfrm>
            <a:off x="12223750" y="1231900"/>
            <a:ext cx="5878513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Passing</a:t>
            </a:r>
          </a:p>
        </p:txBody>
      </p:sp>
      <p:sp>
        <p:nvSpPr>
          <p:cNvPr id="804" name="TextBox 31">
            <a:extLst>
              <a:ext uri="{FF2B5EF4-FFF2-40B4-BE49-F238E27FC236}">
                <a16:creationId xmlns:a16="http://schemas.microsoft.com/office/drawing/2014/main" id="{A86E49FE-56F1-2309-EADE-4B2FF90B2E84}"/>
              </a:ext>
            </a:extLst>
          </p:cNvPr>
          <p:cNvSpPr txBox="1"/>
          <p:nvPr/>
        </p:nvSpPr>
        <p:spPr>
          <a:xfrm>
            <a:off x="12439650" y="4584700"/>
            <a:ext cx="4100513" cy="2514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 van acties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Type passes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Beide benen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Richting &amp; 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 &amp; hoogte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805" name="TextBox 31">
            <a:extLst>
              <a:ext uri="{FF2B5EF4-FFF2-40B4-BE49-F238E27FC236}">
                <a16:creationId xmlns:a16="http://schemas.microsoft.com/office/drawing/2014/main" id="{578F9BDF-B9AA-F563-9099-B61F796F5E97}"/>
              </a:ext>
            </a:extLst>
          </p:cNvPr>
          <p:cNvSpPr txBox="1"/>
          <p:nvPr/>
        </p:nvSpPr>
        <p:spPr>
          <a:xfrm>
            <a:off x="18441988" y="4584700"/>
            <a:ext cx="3779837" cy="2514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Mobiliteit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Controle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Beide benen?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Afstand overbruggen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806" name="TextBox 30">
            <a:extLst>
              <a:ext uri="{FF2B5EF4-FFF2-40B4-BE49-F238E27FC236}">
                <a16:creationId xmlns:a16="http://schemas.microsoft.com/office/drawing/2014/main" id="{1CE8C024-C5DB-4DB6-B7AD-A9269C8F9180}"/>
              </a:ext>
            </a:extLst>
          </p:cNvPr>
          <p:cNvSpPr txBox="1"/>
          <p:nvPr/>
        </p:nvSpPr>
        <p:spPr>
          <a:xfrm>
            <a:off x="18203863" y="2522538"/>
            <a:ext cx="5889625" cy="77152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kern="0"/>
              <a:t>"Voorwaarts dribbelen met bal richting de open ruimtes”</a:t>
            </a:r>
          </a:p>
        </p:txBody>
      </p:sp>
      <p:sp>
        <p:nvSpPr>
          <p:cNvPr id="807" name="TextBox 17">
            <a:extLst>
              <a:ext uri="{FF2B5EF4-FFF2-40B4-BE49-F238E27FC236}">
                <a16:creationId xmlns:a16="http://schemas.microsoft.com/office/drawing/2014/main" id="{495D5883-F5A0-931C-4235-A01D6DBC5443}"/>
              </a:ext>
            </a:extLst>
          </p:cNvPr>
          <p:cNvSpPr txBox="1"/>
          <p:nvPr/>
        </p:nvSpPr>
        <p:spPr>
          <a:xfrm>
            <a:off x="18205450" y="1231900"/>
            <a:ext cx="5878513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Dribbelen met bal</a:t>
            </a:r>
          </a:p>
        </p:txBody>
      </p:sp>
      <p:sp>
        <p:nvSpPr>
          <p:cNvPr id="808" name="TextBox 31">
            <a:extLst>
              <a:ext uri="{FF2B5EF4-FFF2-40B4-BE49-F238E27FC236}">
                <a16:creationId xmlns:a16="http://schemas.microsoft.com/office/drawing/2014/main" id="{4A5ADBA1-305B-C70F-7AD3-F221381CB4F1}"/>
              </a:ext>
            </a:extLst>
          </p:cNvPr>
          <p:cNvSpPr txBox="1"/>
          <p:nvPr/>
        </p:nvSpPr>
        <p:spPr>
          <a:xfrm>
            <a:off x="479425" y="10841038"/>
            <a:ext cx="3914775" cy="2235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Lichaamsdeel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Grondduels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Luchtduels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809" name="TextBox 30">
            <a:extLst>
              <a:ext uri="{FF2B5EF4-FFF2-40B4-BE49-F238E27FC236}">
                <a16:creationId xmlns:a16="http://schemas.microsoft.com/office/drawing/2014/main" id="{AB740C9F-E689-89FC-4CB5-6FF5D3DCC919}"/>
              </a:ext>
            </a:extLst>
          </p:cNvPr>
          <p:cNvSpPr txBox="1"/>
          <p:nvPr/>
        </p:nvSpPr>
        <p:spPr>
          <a:xfrm>
            <a:off x="239713" y="8561388"/>
            <a:ext cx="5891212" cy="11382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“Geslaagde pogingen om de bal </a:t>
            </a:r>
          </a:p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te winnen / behouden </a:t>
            </a:r>
          </a:p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 fysieke duels”</a:t>
            </a:r>
          </a:p>
        </p:txBody>
      </p:sp>
      <p:sp>
        <p:nvSpPr>
          <p:cNvPr id="810" name="TextBox 17">
            <a:extLst>
              <a:ext uri="{FF2B5EF4-FFF2-40B4-BE49-F238E27FC236}">
                <a16:creationId xmlns:a16="http://schemas.microsoft.com/office/drawing/2014/main" id="{B38892E8-5AB6-CF38-A39F-7828884D86C4}"/>
              </a:ext>
            </a:extLst>
          </p:cNvPr>
          <p:cNvSpPr txBox="1"/>
          <p:nvPr/>
        </p:nvSpPr>
        <p:spPr>
          <a:xfrm>
            <a:off x="241300" y="7453313"/>
            <a:ext cx="5878513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Duelkracht</a:t>
            </a:r>
          </a:p>
        </p:txBody>
      </p:sp>
      <p:sp>
        <p:nvSpPr>
          <p:cNvPr id="811" name="TextBox 31">
            <a:extLst>
              <a:ext uri="{FF2B5EF4-FFF2-40B4-BE49-F238E27FC236}">
                <a16:creationId xmlns:a16="http://schemas.microsoft.com/office/drawing/2014/main" id="{33AC8E15-70DB-ECCC-6C7E-41ED05B468B0}"/>
              </a:ext>
            </a:extLst>
          </p:cNvPr>
          <p:cNvSpPr txBox="1"/>
          <p:nvPr/>
        </p:nvSpPr>
        <p:spPr>
          <a:xfrm>
            <a:off x="6445250" y="10841038"/>
            <a:ext cx="3781425" cy="1955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Topsnelheid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Acceleratie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Paslengte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Grote / kleine afstanden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1e meters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812" name="TextBox 30">
            <a:extLst>
              <a:ext uri="{FF2B5EF4-FFF2-40B4-BE49-F238E27FC236}">
                <a16:creationId xmlns:a16="http://schemas.microsoft.com/office/drawing/2014/main" id="{188C2E99-C910-CBD5-3F59-D4A9D0B5A483}"/>
              </a:ext>
            </a:extLst>
          </p:cNvPr>
          <p:cNvSpPr txBox="1"/>
          <p:nvPr/>
        </p:nvSpPr>
        <p:spPr>
          <a:xfrm>
            <a:off x="6230938" y="8526463"/>
            <a:ext cx="5891212" cy="1219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“Absolute snelheid zonder bal” “Snelheid in de acties met bal” “Startsnelheid”</a:t>
            </a:r>
          </a:p>
        </p:txBody>
      </p:sp>
      <p:sp>
        <p:nvSpPr>
          <p:cNvPr id="813" name="TextBox 17">
            <a:extLst>
              <a:ext uri="{FF2B5EF4-FFF2-40B4-BE49-F238E27FC236}">
                <a16:creationId xmlns:a16="http://schemas.microsoft.com/office/drawing/2014/main" id="{3663B0FD-8A71-53E2-E7F8-67C8C12606B3}"/>
              </a:ext>
            </a:extLst>
          </p:cNvPr>
          <p:cNvSpPr txBox="1"/>
          <p:nvPr/>
        </p:nvSpPr>
        <p:spPr>
          <a:xfrm>
            <a:off x="6232525" y="7458075"/>
            <a:ext cx="5878513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Snelheid</a:t>
            </a:r>
          </a:p>
        </p:txBody>
      </p:sp>
      <p:sp>
        <p:nvSpPr>
          <p:cNvPr id="814" name="TextBox 17">
            <a:extLst>
              <a:ext uri="{FF2B5EF4-FFF2-40B4-BE49-F238E27FC236}">
                <a16:creationId xmlns:a16="http://schemas.microsoft.com/office/drawing/2014/main" id="{D38F3243-5A26-1CC7-A7AB-34DC682EE6AF}"/>
              </a:ext>
            </a:extLst>
          </p:cNvPr>
          <p:cNvSpPr txBox="1"/>
          <p:nvPr/>
        </p:nvSpPr>
        <p:spPr>
          <a:xfrm>
            <a:off x="12226925" y="7473950"/>
            <a:ext cx="5881688" cy="520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4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Doorzettingsvermogen</a:t>
            </a:r>
          </a:p>
        </p:txBody>
      </p:sp>
      <p:sp>
        <p:nvSpPr>
          <p:cNvPr id="815" name="TextBox 30">
            <a:extLst>
              <a:ext uri="{FF2B5EF4-FFF2-40B4-BE49-F238E27FC236}">
                <a16:creationId xmlns:a16="http://schemas.microsoft.com/office/drawing/2014/main" id="{9AC67FDB-D467-B7E4-E163-B7F0C2856274}"/>
              </a:ext>
            </a:extLst>
          </p:cNvPr>
          <p:cNvSpPr txBox="1"/>
          <p:nvPr/>
        </p:nvSpPr>
        <p:spPr>
          <a:xfrm>
            <a:off x="12552363" y="8351838"/>
            <a:ext cx="5359400" cy="1625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“Heeft een echte winnaarsmentaliteit, geeft nooit op en probeert teamgenoten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te stimuleren”</a:t>
            </a:r>
          </a:p>
        </p:txBody>
      </p:sp>
      <p:sp>
        <p:nvSpPr>
          <p:cNvPr id="816" name="TextBox 31">
            <a:extLst>
              <a:ext uri="{FF2B5EF4-FFF2-40B4-BE49-F238E27FC236}">
                <a16:creationId xmlns:a16="http://schemas.microsoft.com/office/drawing/2014/main" id="{19252569-1BF3-85DC-DE4D-5361362C1FA6}"/>
              </a:ext>
            </a:extLst>
          </p:cNvPr>
          <p:cNvSpPr txBox="1"/>
          <p:nvPr/>
        </p:nvSpPr>
        <p:spPr>
          <a:xfrm>
            <a:off x="12446000" y="10841038"/>
            <a:ext cx="2751138" cy="2235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Emotie controle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Gedrag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Rouwmomenten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Anderen inspireren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Nooit opgeven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Tot het einde vechten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Altijd 100%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TextBox 31">
            <a:extLst>
              <a:ext uri="{FF2B5EF4-FFF2-40B4-BE49-F238E27FC236}">
                <a16:creationId xmlns:a16="http://schemas.microsoft.com/office/drawing/2014/main" id="{AB7C1293-45BB-C9AD-C263-F85A29DAD253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19" name="Star">
            <a:extLst>
              <a:ext uri="{FF2B5EF4-FFF2-40B4-BE49-F238E27FC236}">
                <a16:creationId xmlns:a16="http://schemas.microsoft.com/office/drawing/2014/main" id="{2BD37EE4-DBE5-75F3-8357-7721466FE553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0" name="Star">
            <a:extLst>
              <a:ext uri="{FF2B5EF4-FFF2-40B4-BE49-F238E27FC236}">
                <a16:creationId xmlns:a16="http://schemas.microsoft.com/office/drawing/2014/main" id="{77681774-AEBD-399E-75D2-E3A1B4C6AC58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1" name="Star">
            <a:extLst>
              <a:ext uri="{FF2B5EF4-FFF2-40B4-BE49-F238E27FC236}">
                <a16:creationId xmlns:a16="http://schemas.microsoft.com/office/drawing/2014/main" id="{D8B9599A-FB89-BB3F-75D5-AA7405531D06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2" name="Star">
            <a:extLst>
              <a:ext uri="{FF2B5EF4-FFF2-40B4-BE49-F238E27FC236}">
                <a16:creationId xmlns:a16="http://schemas.microsoft.com/office/drawing/2014/main" id="{0F64D909-64E1-B48C-D67D-6BA8C3BE2A36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3" name="Star">
            <a:extLst>
              <a:ext uri="{FF2B5EF4-FFF2-40B4-BE49-F238E27FC236}">
                <a16:creationId xmlns:a16="http://schemas.microsoft.com/office/drawing/2014/main" id="{92FA85F8-B9AE-46BE-7315-E5E103BDECDA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4" name="Star">
            <a:extLst>
              <a:ext uri="{FF2B5EF4-FFF2-40B4-BE49-F238E27FC236}">
                <a16:creationId xmlns:a16="http://schemas.microsoft.com/office/drawing/2014/main" id="{EA7915B0-E8BC-270D-A192-605A0192E582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5" name="Star">
            <a:extLst>
              <a:ext uri="{FF2B5EF4-FFF2-40B4-BE49-F238E27FC236}">
                <a16:creationId xmlns:a16="http://schemas.microsoft.com/office/drawing/2014/main" id="{93AE44B3-E0B0-B8AD-1354-1F6814EA6C42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6" name="Star">
            <a:extLst>
              <a:ext uri="{FF2B5EF4-FFF2-40B4-BE49-F238E27FC236}">
                <a16:creationId xmlns:a16="http://schemas.microsoft.com/office/drawing/2014/main" id="{E6A0B57C-39F8-739E-1C4D-0DB66AD58427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7" name="Star">
            <a:extLst>
              <a:ext uri="{FF2B5EF4-FFF2-40B4-BE49-F238E27FC236}">
                <a16:creationId xmlns:a16="http://schemas.microsoft.com/office/drawing/2014/main" id="{4B124061-EB3D-1297-9B20-4BC045453A55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8" name="Star">
            <a:extLst>
              <a:ext uri="{FF2B5EF4-FFF2-40B4-BE49-F238E27FC236}">
                <a16:creationId xmlns:a16="http://schemas.microsoft.com/office/drawing/2014/main" id="{8C3F4E6F-F9CA-263C-8227-90EA84CCB57B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2781" name="FC DEN BOSCH LOGO.png" descr="FC DEN BOSCH LOGO.png">
            <a:hlinkClick r:id="rId2" action="ppaction://hlinksldjump"/>
            <a:extLst>
              <a:ext uri="{FF2B5EF4-FFF2-40B4-BE49-F238E27FC236}">
                <a16:creationId xmlns:a16="http://schemas.microsoft.com/office/drawing/2014/main" id="{B8B98B82-BD3F-B91F-D6D2-90A5A9809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32782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89C4540A-A6C8-20FE-E84A-1C4E74A5E9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TextBox 31">
            <a:extLst>
              <a:ext uri="{FF2B5EF4-FFF2-40B4-BE49-F238E27FC236}">
                <a16:creationId xmlns:a16="http://schemas.microsoft.com/office/drawing/2014/main" id="{4CFFE3B0-4B6F-F902-35D9-59E93D71B3CE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3" name="Star">
            <a:extLst>
              <a:ext uri="{FF2B5EF4-FFF2-40B4-BE49-F238E27FC236}">
                <a16:creationId xmlns:a16="http://schemas.microsoft.com/office/drawing/2014/main" id="{C112FBC4-3664-928A-290A-EB601958F9FC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4" name="Star">
            <a:extLst>
              <a:ext uri="{FF2B5EF4-FFF2-40B4-BE49-F238E27FC236}">
                <a16:creationId xmlns:a16="http://schemas.microsoft.com/office/drawing/2014/main" id="{6A4B90A6-F1A0-38A3-EA75-2EE967736149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5" name="Star">
            <a:extLst>
              <a:ext uri="{FF2B5EF4-FFF2-40B4-BE49-F238E27FC236}">
                <a16:creationId xmlns:a16="http://schemas.microsoft.com/office/drawing/2014/main" id="{8D479FF8-D2DB-4888-4918-A9EF334F5381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6" name="Star">
            <a:extLst>
              <a:ext uri="{FF2B5EF4-FFF2-40B4-BE49-F238E27FC236}">
                <a16:creationId xmlns:a16="http://schemas.microsoft.com/office/drawing/2014/main" id="{02FA6164-ABC8-AD40-4CDF-03860E981824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7" name="Star">
            <a:extLst>
              <a:ext uri="{FF2B5EF4-FFF2-40B4-BE49-F238E27FC236}">
                <a16:creationId xmlns:a16="http://schemas.microsoft.com/office/drawing/2014/main" id="{BF7A369A-D9D4-B5B3-456B-37515FAA32BE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8" name="Star">
            <a:extLst>
              <a:ext uri="{FF2B5EF4-FFF2-40B4-BE49-F238E27FC236}">
                <a16:creationId xmlns:a16="http://schemas.microsoft.com/office/drawing/2014/main" id="{3C57B300-9D1B-1B83-689A-BEBE6F8AA29E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9" name="Star">
            <a:extLst>
              <a:ext uri="{FF2B5EF4-FFF2-40B4-BE49-F238E27FC236}">
                <a16:creationId xmlns:a16="http://schemas.microsoft.com/office/drawing/2014/main" id="{9DDCB61B-A9B6-03E7-E392-0071E37C8C4D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0" name="Star">
            <a:extLst>
              <a:ext uri="{FF2B5EF4-FFF2-40B4-BE49-F238E27FC236}">
                <a16:creationId xmlns:a16="http://schemas.microsoft.com/office/drawing/2014/main" id="{668AAEDC-6CFB-EEFC-BF2C-8464D8A8D91D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1" name="Star">
            <a:extLst>
              <a:ext uri="{FF2B5EF4-FFF2-40B4-BE49-F238E27FC236}">
                <a16:creationId xmlns:a16="http://schemas.microsoft.com/office/drawing/2014/main" id="{F235D527-A7A9-267A-24EA-80A02423BEE2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2" name="Star">
            <a:extLst>
              <a:ext uri="{FF2B5EF4-FFF2-40B4-BE49-F238E27FC236}">
                <a16:creationId xmlns:a16="http://schemas.microsoft.com/office/drawing/2014/main" id="{9E818417-2583-0646-6995-EC3FD6A5C5B9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3805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FED1FDE2-5AEF-D01D-958E-F32F9A96F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806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91C80C92-9998-FE15-C581-719CF2C55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TextBox 31">
            <a:extLst>
              <a:ext uri="{FF2B5EF4-FFF2-40B4-BE49-F238E27FC236}">
                <a16:creationId xmlns:a16="http://schemas.microsoft.com/office/drawing/2014/main" id="{BBFCC158-C989-D18C-C2E9-C35B307EFE94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47" name="Star">
            <a:extLst>
              <a:ext uri="{FF2B5EF4-FFF2-40B4-BE49-F238E27FC236}">
                <a16:creationId xmlns:a16="http://schemas.microsoft.com/office/drawing/2014/main" id="{188EDA77-DA5E-4CC2-40E8-34DA3E5DCF2B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8" name="Star">
            <a:extLst>
              <a:ext uri="{FF2B5EF4-FFF2-40B4-BE49-F238E27FC236}">
                <a16:creationId xmlns:a16="http://schemas.microsoft.com/office/drawing/2014/main" id="{81E98027-04AA-9919-6227-AF8D9E3960BE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9" name="Star">
            <a:extLst>
              <a:ext uri="{FF2B5EF4-FFF2-40B4-BE49-F238E27FC236}">
                <a16:creationId xmlns:a16="http://schemas.microsoft.com/office/drawing/2014/main" id="{457259F2-2643-DE5B-3FB2-3F5EFBF04CA3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0" name="Star">
            <a:extLst>
              <a:ext uri="{FF2B5EF4-FFF2-40B4-BE49-F238E27FC236}">
                <a16:creationId xmlns:a16="http://schemas.microsoft.com/office/drawing/2014/main" id="{160164CA-462B-1955-4B3F-E6C706F5A32B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1" name="Star">
            <a:extLst>
              <a:ext uri="{FF2B5EF4-FFF2-40B4-BE49-F238E27FC236}">
                <a16:creationId xmlns:a16="http://schemas.microsoft.com/office/drawing/2014/main" id="{7615EF74-3019-26D5-21CF-12630FD9C416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2" name="Star">
            <a:extLst>
              <a:ext uri="{FF2B5EF4-FFF2-40B4-BE49-F238E27FC236}">
                <a16:creationId xmlns:a16="http://schemas.microsoft.com/office/drawing/2014/main" id="{C072E24D-8E85-3B45-91B4-0B5A58949514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3" name="Star">
            <a:extLst>
              <a:ext uri="{FF2B5EF4-FFF2-40B4-BE49-F238E27FC236}">
                <a16:creationId xmlns:a16="http://schemas.microsoft.com/office/drawing/2014/main" id="{95C80042-9264-9B4E-6394-1F9DD7020DAD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4" name="Star">
            <a:extLst>
              <a:ext uri="{FF2B5EF4-FFF2-40B4-BE49-F238E27FC236}">
                <a16:creationId xmlns:a16="http://schemas.microsoft.com/office/drawing/2014/main" id="{46C53D6E-46C1-CBB8-DD41-D2038AC4A288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5" name="Star">
            <a:extLst>
              <a:ext uri="{FF2B5EF4-FFF2-40B4-BE49-F238E27FC236}">
                <a16:creationId xmlns:a16="http://schemas.microsoft.com/office/drawing/2014/main" id="{6A2E3D43-F2D7-B922-5556-567DAEB99DC1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6" name="Star">
            <a:extLst>
              <a:ext uri="{FF2B5EF4-FFF2-40B4-BE49-F238E27FC236}">
                <a16:creationId xmlns:a16="http://schemas.microsoft.com/office/drawing/2014/main" id="{2BEB4359-2933-8CC1-CE10-27E6F5470402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4829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411B5C53-C9B8-B2D0-92A7-BF8305BCF4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830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A82ABE62-4889-1C22-750B-F6CB5238B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TextBox 31">
            <a:extLst>
              <a:ext uri="{FF2B5EF4-FFF2-40B4-BE49-F238E27FC236}">
                <a16:creationId xmlns:a16="http://schemas.microsoft.com/office/drawing/2014/main" id="{8FFC8428-4F5C-9E4C-DB44-F55646DF133A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61" name="Star">
            <a:extLst>
              <a:ext uri="{FF2B5EF4-FFF2-40B4-BE49-F238E27FC236}">
                <a16:creationId xmlns:a16="http://schemas.microsoft.com/office/drawing/2014/main" id="{DC6AB469-D18C-7EE0-FC3D-A376372B536C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2" name="Star">
            <a:extLst>
              <a:ext uri="{FF2B5EF4-FFF2-40B4-BE49-F238E27FC236}">
                <a16:creationId xmlns:a16="http://schemas.microsoft.com/office/drawing/2014/main" id="{F3EF63ED-BF61-9954-3980-3DBA27C55F33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3" name="Star">
            <a:extLst>
              <a:ext uri="{FF2B5EF4-FFF2-40B4-BE49-F238E27FC236}">
                <a16:creationId xmlns:a16="http://schemas.microsoft.com/office/drawing/2014/main" id="{31A96CEB-CBD5-D46D-B327-A05A4817491A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4" name="Star">
            <a:extLst>
              <a:ext uri="{FF2B5EF4-FFF2-40B4-BE49-F238E27FC236}">
                <a16:creationId xmlns:a16="http://schemas.microsoft.com/office/drawing/2014/main" id="{426E70AD-7EA2-3210-1B92-8A97FF7E90A7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5" name="Star">
            <a:extLst>
              <a:ext uri="{FF2B5EF4-FFF2-40B4-BE49-F238E27FC236}">
                <a16:creationId xmlns:a16="http://schemas.microsoft.com/office/drawing/2014/main" id="{DBD71A84-6EE9-0B7A-CF95-B1D04BE03165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6" name="Star">
            <a:extLst>
              <a:ext uri="{FF2B5EF4-FFF2-40B4-BE49-F238E27FC236}">
                <a16:creationId xmlns:a16="http://schemas.microsoft.com/office/drawing/2014/main" id="{C136ACCD-3832-951C-E758-BB8463355EDC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7" name="Star">
            <a:extLst>
              <a:ext uri="{FF2B5EF4-FFF2-40B4-BE49-F238E27FC236}">
                <a16:creationId xmlns:a16="http://schemas.microsoft.com/office/drawing/2014/main" id="{64B256D7-79D0-8221-47AC-609002D4800B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8" name="Star">
            <a:extLst>
              <a:ext uri="{FF2B5EF4-FFF2-40B4-BE49-F238E27FC236}">
                <a16:creationId xmlns:a16="http://schemas.microsoft.com/office/drawing/2014/main" id="{69D205F4-D430-9385-DAD6-E10D99B79785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9" name="Star">
            <a:extLst>
              <a:ext uri="{FF2B5EF4-FFF2-40B4-BE49-F238E27FC236}">
                <a16:creationId xmlns:a16="http://schemas.microsoft.com/office/drawing/2014/main" id="{09D5C86E-07C1-4366-1020-0B8D85E35386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0" name="Star">
            <a:extLst>
              <a:ext uri="{FF2B5EF4-FFF2-40B4-BE49-F238E27FC236}">
                <a16:creationId xmlns:a16="http://schemas.microsoft.com/office/drawing/2014/main" id="{7E890922-B955-6917-4577-CDD3527404FC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5853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AE879B57-530C-767A-172F-E7577598BD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854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687C2A27-B0BC-F59F-2A98-A6B147B7A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TextBox 31">
            <a:extLst>
              <a:ext uri="{FF2B5EF4-FFF2-40B4-BE49-F238E27FC236}">
                <a16:creationId xmlns:a16="http://schemas.microsoft.com/office/drawing/2014/main" id="{F967C735-CA88-87F6-B576-2DD0E93DAC07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75" name="Star">
            <a:extLst>
              <a:ext uri="{FF2B5EF4-FFF2-40B4-BE49-F238E27FC236}">
                <a16:creationId xmlns:a16="http://schemas.microsoft.com/office/drawing/2014/main" id="{18CD8860-D2EE-1D2B-B952-6F59E7AB64B2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6" name="Star">
            <a:extLst>
              <a:ext uri="{FF2B5EF4-FFF2-40B4-BE49-F238E27FC236}">
                <a16:creationId xmlns:a16="http://schemas.microsoft.com/office/drawing/2014/main" id="{75B0B9F2-796D-1547-38B1-9000398B2EBA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7" name="Star">
            <a:extLst>
              <a:ext uri="{FF2B5EF4-FFF2-40B4-BE49-F238E27FC236}">
                <a16:creationId xmlns:a16="http://schemas.microsoft.com/office/drawing/2014/main" id="{98C39DE6-880D-F1D3-4C1F-578E0315B2B7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8" name="Star">
            <a:extLst>
              <a:ext uri="{FF2B5EF4-FFF2-40B4-BE49-F238E27FC236}">
                <a16:creationId xmlns:a16="http://schemas.microsoft.com/office/drawing/2014/main" id="{090C747C-5B50-A787-2567-93319BC258C8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9" name="Star">
            <a:extLst>
              <a:ext uri="{FF2B5EF4-FFF2-40B4-BE49-F238E27FC236}">
                <a16:creationId xmlns:a16="http://schemas.microsoft.com/office/drawing/2014/main" id="{525C6229-E28D-DC5A-DE1F-6A73E0E89DAF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80" name="Star">
            <a:extLst>
              <a:ext uri="{FF2B5EF4-FFF2-40B4-BE49-F238E27FC236}">
                <a16:creationId xmlns:a16="http://schemas.microsoft.com/office/drawing/2014/main" id="{0F7B86AE-C217-C30E-ADC1-2F4AA5C5ED1B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81" name="Star">
            <a:extLst>
              <a:ext uri="{FF2B5EF4-FFF2-40B4-BE49-F238E27FC236}">
                <a16:creationId xmlns:a16="http://schemas.microsoft.com/office/drawing/2014/main" id="{43630764-8A82-4B0A-7356-E99599AD43C3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82" name="Star">
            <a:extLst>
              <a:ext uri="{FF2B5EF4-FFF2-40B4-BE49-F238E27FC236}">
                <a16:creationId xmlns:a16="http://schemas.microsoft.com/office/drawing/2014/main" id="{87009FE3-D9AA-CEB6-B915-031D1B9B977E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83" name="Star">
            <a:extLst>
              <a:ext uri="{FF2B5EF4-FFF2-40B4-BE49-F238E27FC236}">
                <a16:creationId xmlns:a16="http://schemas.microsoft.com/office/drawing/2014/main" id="{68069301-4A44-9FDF-FB37-DAFF83FBA5EB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84" name="Star">
            <a:extLst>
              <a:ext uri="{FF2B5EF4-FFF2-40B4-BE49-F238E27FC236}">
                <a16:creationId xmlns:a16="http://schemas.microsoft.com/office/drawing/2014/main" id="{FE92637C-AF00-A0FA-3A31-3EC0605A9144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6877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612C4C48-E586-7630-1689-7DE7CECCE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878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F222E27A-7C37-EE59-4D3C-D42BBFE70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TextBox 31">
            <a:extLst>
              <a:ext uri="{FF2B5EF4-FFF2-40B4-BE49-F238E27FC236}">
                <a16:creationId xmlns:a16="http://schemas.microsoft.com/office/drawing/2014/main" id="{9973F4CD-6795-15B1-C1B6-37C7AB851103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89" name="Star">
            <a:extLst>
              <a:ext uri="{FF2B5EF4-FFF2-40B4-BE49-F238E27FC236}">
                <a16:creationId xmlns:a16="http://schemas.microsoft.com/office/drawing/2014/main" id="{93077E8A-9A39-8700-7A8C-54B811C7029A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90" name="Star">
            <a:extLst>
              <a:ext uri="{FF2B5EF4-FFF2-40B4-BE49-F238E27FC236}">
                <a16:creationId xmlns:a16="http://schemas.microsoft.com/office/drawing/2014/main" id="{C9B5CE00-DA5A-8B23-E7E6-D7ABF74E4A74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91" name="Star">
            <a:extLst>
              <a:ext uri="{FF2B5EF4-FFF2-40B4-BE49-F238E27FC236}">
                <a16:creationId xmlns:a16="http://schemas.microsoft.com/office/drawing/2014/main" id="{87D2423B-BEED-B8C3-0857-BE64AC1DACE6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92" name="Star">
            <a:extLst>
              <a:ext uri="{FF2B5EF4-FFF2-40B4-BE49-F238E27FC236}">
                <a16:creationId xmlns:a16="http://schemas.microsoft.com/office/drawing/2014/main" id="{FAE10951-2126-1412-3006-014DEBDDCA4A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93" name="Star">
            <a:extLst>
              <a:ext uri="{FF2B5EF4-FFF2-40B4-BE49-F238E27FC236}">
                <a16:creationId xmlns:a16="http://schemas.microsoft.com/office/drawing/2014/main" id="{28EDD4C6-F14D-40CD-BD26-D79B40644EF8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94" name="Star">
            <a:extLst>
              <a:ext uri="{FF2B5EF4-FFF2-40B4-BE49-F238E27FC236}">
                <a16:creationId xmlns:a16="http://schemas.microsoft.com/office/drawing/2014/main" id="{1310CAEF-7D17-CF58-73B1-C5A1860A1361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95" name="Star">
            <a:extLst>
              <a:ext uri="{FF2B5EF4-FFF2-40B4-BE49-F238E27FC236}">
                <a16:creationId xmlns:a16="http://schemas.microsoft.com/office/drawing/2014/main" id="{5CF1F11F-F2BE-5342-CF14-54569925DC6F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96" name="Star">
            <a:extLst>
              <a:ext uri="{FF2B5EF4-FFF2-40B4-BE49-F238E27FC236}">
                <a16:creationId xmlns:a16="http://schemas.microsoft.com/office/drawing/2014/main" id="{12C43BA3-1926-71B8-606E-6C95FE2E9FD9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97" name="Star">
            <a:extLst>
              <a:ext uri="{FF2B5EF4-FFF2-40B4-BE49-F238E27FC236}">
                <a16:creationId xmlns:a16="http://schemas.microsoft.com/office/drawing/2014/main" id="{E0CC6718-14B6-8F8D-1586-13FD699A8E4A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98" name="Star">
            <a:extLst>
              <a:ext uri="{FF2B5EF4-FFF2-40B4-BE49-F238E27FC236}">
                <a16:creationId xmlns:a16="http://schemas.microsoft.com/office/drawing/2014/main" id="{8F965CD4-4CD0-9972-F4CA-9121697EEC7B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7901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D70F3603-CDD5-D38C-1BFE-257515557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902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554153A2-B360-D2A2-D791-19B6A3638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TextBox 31">
            <a:extLst>
              <a:ext uri="{FF2B5EF4-FFF2-40B4-BE49-F238E27FC236}">
                <a16:creationId xmlns:a16="http://schemas.microsoft.com/office/drawing/2014/main" id="{04062394-2AED-B14E-6F0E-FA04414D4E86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903" name="Star">
            <a:extLst>
              <a:ext uri="{FF2B5EF4-FFF2-40B4-BE49-F238E27FC236}">
                <a16:creationId xmlns:a16="http://schemas.microsoft.com/office/drawing/2014/main" id="{7322C93D-EAD3-9321-AE63-39F242DFAD89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04" name="Star">
            <a:extLst>
              <a:ext uri="{FF2B5EF4-FFF2-40B4-BE49-F238E27FC236}">
                <a16:creationId xmlns:a16="http://schemas.microsoft.com/office/drawing/2014/main" id="{AF3E2B5C-5246-69C9-DCBF-C205E597C1A4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05" name="Star">
            <a:extLst>
              <a:ext uri="{FF2B5EF4-FFF2-40B4-BE49-F238E27FC236}">
                <a16:creationId xmlns:a16="http://schemas.microsoft.com/office/drawing/2014/main" id="{CB8F5D97-3A71-DD53-821D-F17C4C447947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06" name="Star">
            <a:extLst>
              <a:ext uri="{FF2B5EF4-FFF2-40B4-BE49-F238E27FC236}">
                <a16:creationId xmlns:a16="http://schemas.microsoft.com/office/drawing/2014/main" id="{844DCF13-3B23-5248-BFE2-7DC99E1304BB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07" name="Star">
            <a:extLst>
              <a:ext uri="{FF2B5EF4-FFF2-40B4-BE49-F238E27FC236}">
                <a16:creationId xmlns:a16="http://schemas.microsoft.com/office/drawing/2014/main" id="{E282EC5D-4F00-867D-3157-63DDD77E6655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08" name="Star">
            <a:extLst>
              <a:ext uri="{FF2B5EF4-FFF2-40B4-BE49-F238E27FC236}">
                <a16:creationId xmlns:a16="http://schemas.microsoft.com/office/drawing/2014/main" id="{7A7A6A29-63E6-D988-1701-E88F579F9ED5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09" name="Star">
            <a:extLst>
              <a:ext uri="{FF2B5EF4-FFF2-40B4-BE49-F238E27FC236}">
                <a16:creationId xmlns:a16="http://schemas.microsoft.com/office/drawing/2014/main" id="{39F270D6-9A71-1312-81C0-A83A9DFC2408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10" name="Star">
            <a:extLst>
              <a:ext uri="{FF2B5EF4-FFF2-40B4-BE49-F238E27FC236}">
                <a16:creationId xmlns:a16="http://schemas.microsoft.com/office/drawing/2014/main" id="{9D952FB8-242D-0F74-B56D-1637B72EF61B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11" name="Star">
            <a:extLst>
              <a:ext uri="{FF2B5EF4-FFF2-40B4-BE49-F238E27FC236}">
                <a16:creationId xmlns:a16="http://schemas.microsoft.com/office/drawing/2014/main" id="{548B8AA0-5EE7-0731-DCDE-2D51B0D0349B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12" name="Star">
            <a:extLst>
              <a:ext uri="{FF2B5EF4-FFF2-40B4-BE49-F238E27FC236}">
                <a16:creationId xmlns:a16="http://schemas.microsoft.com/office/drawing/2014/main" id="{991E388D-0E44-BC1D-C418-099F72E90B7A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38925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DB53DC2C-AF5F-BDCA-8A44-B2B106D14E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926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62302B53-0127-18C2-B6DF-21B5C3543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TextBox 28">
            <a:extLst>
              <a:ext uri="{FF2B5EF4-FFF2-40B4-BE49-F238E27FC236}">
                <a16:creationId xmlns:a16="http://schemas.microsoft.com/office/drawing/2014/main" id="{5959B515-6361-009A-69D5-B4B5E1F0F66B}"/>
              </a:ext>
            </a:extLst>
          </p:cNvPr>
          <p:cNvSpPr txBox="1"/>
          <p:nvPr/>
        </p:nvSpPr>
        <p:spPr>
          <a:xfrm>
            <a:off x="15308263" y="8777288"/>
            <a:ext cx="1947862" cy="110490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 eaLnBrk="1" fontAlgn="auto">
              <a:spcBef>
                <a:spcPts val="0"/>
              </a:spcBef>
              <a:spcAft>
                <a:spcPts val="0"/>
              </a:spcAft>
              <a:defRPr sz="6400" cap="all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sz="6400" kern="0" cap="all">
              <a:solidFill>
                <a:srgbClr val="2769C3"/>
              </a:solidFill>
              <a:latin typeface="Avenir Next Regular"/>
              <a:ea typeface="Avenir Next Regular"/>
              <a:cs typeface="Avenir Next Regular"/>
              <a:sym typeface="Avenir Next Regular"/>
            </a:endParaRPr>
          </a:p>
        </p:txBody>
      </p:sp>
    </p:spTree>
  </p:cSld>
  <p:clrMapOvr>
    <a:masterClrMapping/>
  </p:clrMapOvr>
  <p:transition spd="slow">
    <p:wipe dir="r"/>
  </p:transition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541</Words>
  <Application>Microsoft Office PowerPoint</Application>
  <PresentationFormat>Custom</PresentationFormat>
  <Paragraphs>202</Paragraphs>
  <Slides>15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31" baseType="lpstr">
      <vt:lpstr>Helvetica Neue</vt:lpstr>
      <vt:lpstr>Arial</vt:lpstr>
      <vt:lpstr>Helvetica Neue Medium</vt:lpstr>
      <vt:lpstr>Calibri</vt:lpstr>
      <vt:lpstr>Century Gothic</vt:lpstr>
      <vt:lpstr>Gill Sans Light</vt:lpstr>
      <vt:lpstr>Times Roman</vt:lpstr>
      <vt:lpstr>Avenir Next Condensed Regular</vt:lpstr>
      <vt:lpstr>Aptos</vt:lpstr>
      <vt:lpstr>Gill Sans</vt:lpstr>
      <vt:lpstr>Avenir Next Regular</vt:lpstr>
      <vt:lpstr>Futura Condensed</vt:lpstr>
      <vt:lpstr>Cabin Bold</vt:lpstr>
      <vt:lpstr>Cabin Medium</vt:lpstr>
      <vt:lpstr>Helvetica</vt:lpstr>
      <vt:lpstr>21_BasicWhite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roeland kramer</cp:lastModifiedBy>
  <cp:revision>1</cp:revision>
  <dcterms:modified xsi:type="dcterms:W3CDTF">2026-04-01T12:06:32Z</dcterms:modified>
</cp:coreProperties>
</file>