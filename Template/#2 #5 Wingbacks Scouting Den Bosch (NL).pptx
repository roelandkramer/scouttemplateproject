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media/image1.jpeg" ContentType="image/jpeg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Shape 900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01" name="Shape 901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tif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Relationship Id="rId4" Type="http://schemas.openxmlformats.org/officeDocument/2006/relationships/image" Target="../media/image1.tif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1.png"/><Relationship Id="rId4" Type="http://schemas.openxmlformats.org/officeDocument/2006/relationships/image" Target="../media/image1.tif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.tif"/></Relationships>
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.tif"/></Relationships>
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chtergrond kopie 2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epeer"/>
          <p:cNvGrpSpPr/>
          <p:nvPr/>
        </p:nvGrpSpPr>
        <p:grpSpPr>
          <a:xfrm>
            <a:off x="15994350" y="2939003"/>
            <a:ext cx="3860156" cy="5817685"/>
            <a:chOff x="0" y="0"/>
            <a:chExt cx="3860154" cy="5817684"/>
          </a:xfrm>
        </p:grpSpPr>
        <p:sp>
          <p:nvSpPr>
            <p:cNvPr id="11" name="Afgeronde rechthoek"/>
            <p:cNvSpPr/>
            <p:nvPr/>
          </p:nvSpPr>
          <p:spPr>
            <a:xfrm>
              <a:off x="0" y="0"/>
              <a:ext cx="3860155" cy="5817685"/>
            </a:xfrm>
            <a:prstGeom prst="roundRect">
              <a:avLst>
                <a:gd name="adj" fmla="val 10300"/>
              </a:avLst>
            </a:prstGeom>
            <a:solidFill>
              <a:srgbClr val="FFFFFE"/>
            </a:solidFill>
            <a:ln w="50800" cap="flat">
              <a:solidFill>
                <a:srgbClr val="173883"/>
              </a:solidFill>
              <a:prstDash val="solid"/>
              <a:miter lim="400000"/>
            </a:ln>
            <a:effectLst>
              <a:outerShdw sx="100000" sy="100000" kx="0" ky="0" algn="b" rotWithShape="0" blurRad="139700" dist="148130" dir="5400000">
                <a:srgbClr val="000000">
                  <a:alpha val="50000"/>
                </a:srgbClr>
              </a:outerShdw>
              <a:reflection blurRad="0" stA="50000" stPos="0" endA="0" endPos="40000" dist="0" dir="5400000" fadeDir="5400000" sx="100000" sy="-100000" kx="0" ky="0" algn="bl" rotWithShape="0"/>
            </a:effectLst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pic>
          <p:nvPicPr>
            <p:cNvPr id="12" name="pasted-image.tiff" descr="pasted-image.tiff"/>
            <p:cNvPicPr>
              <a:picLocks noChangeAspect="1"/>
            </p:cNvPicPr>
            <p:nvPr/>
          </p:nvPicPr>
          <p:blipFill>
            <a:blip r:embed="rId2">
              <a:alphaModFix amt="79311"/>
              <a:extLst/>
            </a:blip>
            <a:srcRect l="5357" t="19455" r="3464" b="21336"/>
            <a:stretch>
              <a:fillRect/>
            </a:stretch>
          </p:blipFill>
          <p:spPr>
            <a:xfrm rot="16200000">
              <a:off x="-765973" y="1105008"/>
              <a:ext cx="5391945" cy="36306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14" name="Rechthoek"/>
          <p:cNvSpPr/>
          <p:nvPr/>
        </p:nvSpPr>
        <p:spPr>
          <a:xfrm>
            <a:off x="4545211" y="7484360"/>
            <a:ext cx="10890913" cy="1270001"/>
          </a:xfrm>
          <a:prstGeom prst="rect">
            <a:avLst/>
          </a:prstGeom>
          <a:solidFill>
            <a:srgbClr val="FFFFFF">
              <a:alpha val="73066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" name="TextBox 28"/>
          <p:cNvSpPr txBox="1"/>
          <p:nvPr/>
        </p:nvSpPr>
        <p:spPr>
          <a:xfrm>
            <a:off x="9228608" y="5951167"/>
            <a:ext cx="6159931" cy="18287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12660" tIns="12660" rIns="12660" bIns="12660" anchor="ctr">
            <a:spAutoFit/>
          </a:bodyPr>
          <a:lstStyle>
            <a:lvl1pPr defTabSz="126609">
              <a:lnSpc>
                <a:spcPct val="100000"/>
              </a:lnSpc>
              <a:spcBef>
                <a:spcPts val="0"/>
              </a:spcBef>
              <a:defRPr b="1" cap="all" sz="10400">
                <a:solidFill>
                  <a:srgbClr val="FFFFFF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WELKOM</a:t>
            </a:r>
          </a:p>
        </p:txBody>
      </p:sp>
      <p:pic>
        <p:nvPicPr>
          <p:cNvPr id="16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00703" y="11597034"/>
            <a:ext cx="1825538" cy="1825538"/>
          </a:xfrm>
          <a:prstGeom prst="rect">
            <a:avLst/>
          </a:prstGeom>
          <a:ln w="12700">
            <a:miter lim="400000"/>
          </a:ln>
        </p:spPr>
      </p:pic>
      <p:pic>
        <p:nvPicPr>
          <p:cNvPr id="17" name="Afbeelding" descr="Afbeeldi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842824" y="12357920"/>
            <a:ext cx="7184464" cy="945175"/>
          </a:xfrm>
          <a:prstGeom prst="rect">
            <a:avLst/>
          </a:prstGeom>
          <a:ln w="12700">
            <a:miter lim="400000"/>
          </a:ln>
        </p:spPr>
      </p:pic>
      <p:pic>
        <p:nvPicPr>
          <p:cNvPr id="18" name="01.+ witFOURTEEN LOGO BLACK WHITE kopie.pdf" descr="01.+ witFOURTEEN LOGO BLACK WHITE kopie.pdf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821564" y="11810017"/>
            <a:ext cx="1825537" cy="1399573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chtergrond kopie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Afbeelding" descr="Afbeelding"/>
          <p:cNvPicPr>
            <a:picLocks noChangeAspect="1"/>
          </p:cNvPicPr>
          <p:nvPr/>
        </p:nvPicPr>
        <p:blipFill>
          <a:blip r:embed="rId2">
            <a:alphaModFix amt="70678"/>
            <a:extLst/>
          </a:blip>
          <a:stretch>
            <a:fillRect/>
          </a:stretch>
        </p:blipFill>
        <p:spPr>
          <a:xfrm>
            <a:off x="5242424" y="215842"/>
            <a:ext cx="13520184" cy="13621452"/>
          </a:xfrm>
          <a:prstGeom prst="rect">
            <a:avLst/>
          </a:prstGeom>
          <a:ln w="12700">
            <a:miter lim="400000"/>
          </a:ln>
        </p:spPr>
      </p:pic>
      <p:pic>
        <p:nvPicPr>
          <p:cNvPr id="27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00703" y="11597034"/>
            <a:ext cx="1825538" cy="1825538"/>
          </a:xfrm>
          <a:prstGeom prst="rect">
            <a:avLst/>
          </a:prstGeom>
          <a:ln w="12700">
            <a:miter lim="400000"/>
          </a:ln>
        </p:spPr>
      </p:pic>
      <p:pic>
        <p:nvPicPr>
          <p:cNvPr id="28" name="Afbeelding" descr="Afbeeldi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842824" y="12357920"/>
            <a:ext cx="7184464" cy="945175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01.+ witFOURTEEN LOGO BLACK WHITE kopie.pdf" descr="01.+ witFOURTEEN LOGO BLACK WHITE kopie.pdf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821564" y="11810017"/>
            <a:ext cx="1825537" cy="1399573"/>
          </a:xfrm>
          <a:prstGeom prst="rect">
            <a:avLst/>
          </a:prstGeom>
          <a:ln w="12700">
            <a:miter lim="400000"/>
          </a:ln>
        </p:spPr>
      </p:pic>
      <p:sp>
        <p:nvSpPr>
          <p:cNvPr id="30" name="Rechthoek"/>
          <p:cNvSpPr/>
          <p:nvPr/>
        </p:nvSpPr>
        <p:spPr>
          <a:xfrm>
            <a:off x="6746544" y="8618893"/>
            <a:ext cx="10890913" cy="1270001"/>
          </a:xfrm>
          <a:prstGeom prst="rect">
            <a:avLst/>
          </a:prstGeom>
          <a:solidFill>
            <a:srgbClr val="FFFFFF">
              <a:alpha val="73066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1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Overlap/ Underlap (N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39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0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1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2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3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45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6" name="Overlap/…"/>
          <p:cNvSpPr txBox="1"/>
          <p:nvPr/>
        </p:nvSpPr>
        <p:spPr>
          <a:xfrm>
            <a:off x="19522346" y="215192"/>
            <a:ext cx="22098604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Overlap/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Underlap</a:t>
            </a:r>
          </a:p>
        </p:txBody>
      </p:sp>
      <p:sp>
        <p:nvSpPr>
          <p:cNvPr id="47" name="TextBox 30"/>
          <p:cNvSpPr txBox="1"/>
          <p:nvPr/>
        </p:nvSpPr>
        <p:spPr>
          <a:xfrm>
            <a:off x="19855643" y="2185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“Loopactie over de flank om een buitenspeler heen / loopactie in de diepte vanuit de halfspace”</a:t>
            </a:r>
          </a:p>
        </p:txBody>
      </p:sp>
      <p:sp>
        <p:nvSpPr>
          <p:cNvPr id="48" name="TextBox 31"/>
          <p:cNvSpPr txBox="1"/>
          <p:nvPr/>
        </p:nvSpPr>
        <p:spPr>
          <a:xfrm>
            <a:off x="19511241" y="3973045"/>
            <a:ext cx="4721638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Richting 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Tempo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Versnelling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Moment herkenning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Start positie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Hoe vaak?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49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oorzetten (N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57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8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9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60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1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2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63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64" name="Voorzetten"/>
          <p:cNvSpPr txBox="1"/>
          <p:nvPr/>
        </p:nvSpPr>
        <p:spPr>
          <a:xfrm>
            <a:off x="19522346" y="989892"/>
            <a:ext cx="22098604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Voorzetten</a:t>
            </a:r>
          </a:p>
        </p:txBody>
      </p:sp>
      <p:sp>
        <p:nvSpPr>
          <p:cNvPr id="65" name="TextBox 30"/>
          <p:cNvSpPr txBox="1"/>
          <p:nvPr/>
        </p:nvSpPr>
        <p:spPr>
          <a:xfrm>
            <a:off x="19855643" y="2338728"/>
            <a:ext cx="4159834" cy="530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“Voorzetten vanaf de helft van de helft van de tegenstander”</a:t>
            </a:r>
          </a:p>
        </p:txBody>
      </p:sp>
      <p:sp>
        <p:nvSpPr>
          <p:cNvPr id="66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Overzicht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 locatie (bal)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Waarvandaan?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Soort voorzet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Voorbereiding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Hoe vaak?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67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ribbelen met B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75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6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7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78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9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81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82" name="Dribbelen…"/>
          <p:cNvSpPr txBox="1"/>
          <p:nvPr/>
        </p:nvSpPr>
        <p:spPr>
          <a:xfrm>
            <a:off x="19522346" y="215192"/>
            <a:ext cx="22098604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Dribbelen 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met bal</a:t>
            </a:r>
          </a:p>
        </p:txBody>
      </p:sp>
      <p:sp>
        <p:nvSpPr>
          <p:cNvPr id="83" name="TextBox 30"/>
          <p:cNvSpPr txBox="1"/>
          <p:nvPr/>
        </p:nvSpPr>
        <p:spPr>
          <a:xfrm>
            <a:off x="19855643" y="2338728"/>
            <a:ext cx="4159834" cy="530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"Voorwaarts dribbelen met bal richting de open ruimtes”</a:t>
            </a:r>
          </a:p>
        </p:txBody>
      </p:sp>
      <p:sp>
        <p:nvSpPr>
          <p:cNvPr id="84" name="TextBox 31"/>
          <p:cNvSpPr txBox="1"/>
          <p:nvPr/>
        </p:nvSpPr>
        <p:spPr>
          <a:xfrm>
            <a:off x="19511241" y="3973045"/>
            <a:ext cx="4721638" cy="274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Mobiliteit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Controle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Snelheid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Beide benen?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Voorbereiding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Afstand overbruggen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Hoe vaak?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85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nelhe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93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4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5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6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97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8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99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00" name="Snelheid"/>
          <p:cNvSpPr txBox="1"/>
          <p:nvPr/>
        </p:nvSpPr>
        <p:spPr>
          <a:xfrm>
            <a:off x="19522346" y="989892"/>
            <a:ext cx="22098604" cy="774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Snelheid</a:t>
            </a:r>
          </a:p>
        </p:txBody>
      </p:sp>
      <p:sp>
        <p:nvSpPr>
          <p:cNvPr id="101" name="TextBox 30"/>
          <p:cNvSpPr txBox="1"/>
          <p:nvPr/>
        </p:nvSpPr>
        <p:spPr>
          <a:xfrm>
            <a:off x="19792143" y="2244058"/>
            <a:ext cx="4159834" cy="83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“Absolute snelheid zonder bal” “Snelheid in de acties met bal” “Startsnelheid”</a:t>
            </a:r>
          </a:p>
        </p:txBody>
      </p:sp>
      <p:sp>
        <p:nvSpPr>
          <p:cNvPr id="102" name="TextBox 31"/>
          <p:cNvSpPr txBox="1"/>
          <p:nvPr/>
        </p:nvSpPr>
        <p:spPr>
          <a:xfrm>
            <a:off x="19511241" y="3973045"/>
            <a:ext cx="4721638" cy="213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Topsnelheid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Acceleratie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Paslengte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Grote / kleine afstanden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1e meters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03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Uithoudingsvermo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111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2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3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4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15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6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117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18" name="Uithoudings…"/>
          <p:cNvSpPr txBox="1"/>
          <p:nvPr/>
        </p:nvSpPr>
        <p:spPr>
          <a:xfrm>
            <a:off x="19522346" y="215192"/>
            <a:ext cx="22098604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Uithoudings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vermogen</a:t>
            </a:r>
          </a:p>
        </p:txBody>
      </p:sp>
      <p:sp>
        <p:nvSpPr>
          <p:cNvPr id="119" name="TextBox 30"/>
          <p:cNvSpPr txBox="1"/>
          <p:nvPr/>
        </p:nvSpPr>
        <p:spPr>
          <a:xfrm>
            <a:off x="19792143" y="2397728"/>
            <a:ext cx="4159834" cy="530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“Volhouden van de positie specifieke voetbalacties”</a:t>
            </a:r>
          </a:p>
        </p:txBody>
      </p:sp>
      <p:sp>
        <p:nvSpPr>
          <p:cNvPr id="120" name="TextBox 31"/>
          <p:cNvSpPr txBox="1"/>
          <p:nvPr/>
        </p:nvSpPr>
        <p:spPr>
          <a:xfrm>
            <a:off x="19511241" y="3973045"/>
            <a:ext cx="4721638" cy="213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Intensiteit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Total distance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HI-runs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Sprints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90 min volhouden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Gemiddelde p/w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21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Wendbaarhe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129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0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1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32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33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4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135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36" name="wendbaarheid"/>
          <p:cNvSpPr txBox="1"/>
          <p:nvPr/>
        </p:nvSpPr>
        <p:spPr>
          <a:xfrm>
            <a:off x="19522346" y="1015292"/>
            <a:ext cx="22098604" cy="749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wendbaarheid</a:t>
            </a:r>
          </a:p>
        </p:txBody>
      </p:sp>
      <p:sp>
        <p:nvSpPr>
          <p:cNvPr id="137" name="TextBox 30"/>
          <p:cNvSpPr txBox="1"/>
          <p:nvPr/>
        </p:nvSpPr>
        <p:spPr>
          <a:xfrm>
            <a:off x="19792143" y="2271998"/>
            <a:ext cx="4159834" cy="782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“Snel en effectief de </a:t>
            </a:r>
          </a:p>
          <a:p>
            <a: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lichaamspositie- en richting </a:t>
            </a:r>
          </a:p>
          <a:p>
            <a:pPr algn="ctr" defTabSz="1285875"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kunnen veranderen”</a:t>
            </a:r>
          </a:p>
        </p:txBody>
      </p:sp>
      <p:sp>
        <p:nvSpPr>
          <p:cNvPr id="138" name="TextBox 31"/>
          <p:cNvSpPr txBox="1"/>
          <p:nvPr/>
        </p:nvSpPr>
        <p:spPr>
          <a:xfrm>
            <a:off x="19511241" y="3973045"/>
            <a:ext cx="4721638" cy="213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(Reactie) snelheid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Voetenwerk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Balans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Zwaartepunt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Richtingsverandering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Mobiliteit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39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oorzettingsvermo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147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8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49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50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51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2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153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154" name="Doorzettings…"/>
          <p:cNvSpPr txBox="1"/>
          <p:nvPr/>
        </p:nvSpPr>
        <p:spPr>
          <a:xfrm>
            <a:off x="19522346" y="215192"/>
            <a:ext cx="22098604" cy="154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Doorzettings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vermogen</a:t>
            </a:r>
          </a:p>
        </p:txBody>
      </p:sp>
      <p:sp>
        <p:nvSpPr>
          <p:cNvPr id="155" name="TextBox 30"/>
          <p:cNvSpPr txBox="1"/>
          <p:nvPr/>
        </p:nvSpPr>
        <p:spPr>
          <a:xfrm>
            <a:off x="19792143" y="2104358"/>
            <a:ext cx="4159834" cy="1117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“Heeft een echte winnaarsmentaliteit, geeft nooit op en probeert teamgenoten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te stimuleren”</a:t>
            </a:r>
          </a:p>
        </p:txBody>
      </p:sp>
      <p:sp>
        <p:nvSpPr>
          <p:cNvPr id="156" name="TextBox 31"/>
          <p:cNvSpPr txBox="1"/>
          <p:nvPr/>
        </p:nvSpPr>
        <p:spPr>
          <a:xfrm>
            <a:off x="19511241" y="3973045"/>
            <a:ext cx="4721638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Emotie controle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Gedrag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Rouwmomenten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Anderen inspireren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Nooit opgeven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Tot het einde vechten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Altijd 100%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57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Auteur en datum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>
              <a:defRPr sz="3600"/>
            </a:lvl1pPr>
          </a:lstStyle>
          <a:p>
            <a:pPr/>
            <a:r>
              <a:t>Auteur en datum</a:t>
            </a:r>
          </a:p>
        </p:txBody>
      </p:sp>
      <p:sp>
        <p:nvSpPr>
          <p:cNvPr id="165" name="Naam presentati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Naam presentatie</a:t>
            </a:r>
          </a:p>
        </p:txBody>
      </p:sp>
      <p:sp>
        <p:nvSpPr>
          <p:cNvPr id="166" name="Hoofdtekst - niveau één…"/>
          <p:cNvSpPr txBox="1"/>
          <p:nvPr>
            <p:ph type="body" sz="quarter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Ondertitel presentatie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67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8 (EN)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FC DEN BOSCH LOGO.png" descr="FC DEN BOSCH LOGO.png"/>
          <p:cNvPicPr>
            <a:picLocks noChangeAspect="1"/>
          </p:cNvPicPr>
          <p:nvPr/>
        </p:nvPicPr>
        <p:blipFill>
          <a:blip r:embed="rId2">
            <a:alphaModFix amt="4998"/>
            <a:extLst/>
          </a:blip>
          <a:srcRect l="0" t="0" r="0" b="0"/>
          <a:stretch>
            <a:fillRect/>
          </a:stretch>
        </p:blipFill>
        <p:spPr>
          <a:xfrm>
            <a:off x="5539581" y="245550"/>
            <a:ext cx="13304655" cy="13304658"/>
          </a:xfrm>
          <a:prstGeom prst="rect">
            <a:avLst/>
          </a:prstGeom>
          <a:ln w="12700">
            <a:miter lim="400000"/>
          </a:ln>
        </p:spPr>
      </p:pic>
      <p:pic>
        <p:nvPicPr>
          <p:cNvPr id="182" name="Afbeelding" descr="Afbeeldi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233634" y="12851404"/>
            <a:ext cx="5807787" cy="76406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3" name="FC DEN BOSCH LOGO.png" descr="FC DEN BOSCH 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51932" y="12320387"/>
            <a:ext cx="1075888" cy="1075888"/>
          </a:xfrm>
          <a:prstGeom prst="rect">
            <a:avLst/>
          </a:prstGeom>
          <a:ln w="12700">
            <a:miter lim="400000"/>
          </a:ln>
        </p:spPr>
      </p:pic>
      <p:sp>
        <p:nvSpPr>
          <p:cNvPr id="184" name="Freeform 7"/>
          <p:cNvSpPr/>
          <p:nvPr/>
        </p:nvSpPr>
        <p:spPr>
          <a:xfrm>
            <a:off x="18426999" y="3917339"/>
            <a:ext cx="5840228" cy="227409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5" name="Freeform 7"/>
          <p:cNvSpPr/>
          <p:nvPr/>
        </p:nvSpPr>
        <p:spPr>
          <a:xfrm>
            <a:off x="18426205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6" name="Freeform 7"/>
          <p:cNvSpPr/>
          <p:nvPr/>
        </p:nvSpPr>
        <p:spPr>
          <a:xfrm>
            <a:off x="18426999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7" name="Freeform 7"/>
          <p:cNvSpPr/>
          <p:nvPr/>
        </p:nvSpPr>
        <p:spPr>
          <a:xfrm>
            <a:off x="18426999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8" name="Freeform 7"/>
          <p:cNvSpPr/>
          <p:nvPr/>
        </p:nvSpPr>
        <p:spPr>
          <a:xfrm>
            <a:off x="6316762" y="9511862"/>
            <a:ext cx="5840227" cy="227409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9" name="Freeform 7"/>
          <p:cNvSpPr/>
          <p:nvPr/>
        </p:nvSpPr>
        <p:spPr>
          <a:xfrm>
            <a:off x="6315968" y="9511862"/>
            <a:ext cx="5840228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0" name="Freeform 7"/>
          <p:cNvSpPr/>
          <p:nvPr/>
        </p:nvSpPr>
        <p:spPr>
          <a:xfrm>
            <a:off x="6316762" y="7687154"/>
            <a:ext cx="5840227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1" name="Freeform 7"/>
          <p:cNvSpPr/>
          <p:nvPr/>
        </p:nvSpPr>
        <p:spPr>
          <a:xfrm>
            <a:off x="6316762" y="6652202"/>
            <a:ext cx="5840227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2" name="Freeform 7"/>
          <p:cNvSpPr/>
          <p:nvPr/>
        </p:nvSpPr>
        <p:spPr>
          <a:xfrm>
            <a:off x="292186" y="9511862"/>
            <a:ext cx="5840228" cy="227409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3" name="Freeform 7"/>
          <p:cNvSpPr/>
          <p:nvPr/>
        </p:nvSpPr>
        <p:spPr>
          <a:xfrm>
            <a:off x="291392" y="9511862"/>
            <a:ext cx="5840228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4" name="Freeform 7"/>
          <p:cNvSpPr/>
          <p:nvPr/>
        </p:nvSpPr>
        <p:spPr>
          <a:xfrm>
            <a:off x="292186" y="7687154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5" name="Freeform 7"/>
          <p:cNvSpPr/>
          <p:nvPr/>
        </p:nvSpPr>
        <p:spPr>
          <a:xfrm>
            <a:off x="292186" y="6652202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6" name="Freeform 7"/>
          <p:cNvSpPr/>
          <p:nvPr/>
        </p:nvSpPr>
        <p:spPr>
          <a:xfrm>
            <a:off x="18421443" y="9528665"/>
            <a:ext cx="5840227" cy="227409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7" name="Freeform 7"/>
          <p:cNvSpPr/>
          <p:nvPr/>
        </p:nvSpPr>
        <p:spPr>
          <a:xfrm>
            <a:off x="18420649" y="9528665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8" name="Freeform 7"/>
          <p:cNvSpPr/>
          <p:nvPr/>
        </p:nvSpPr>
        <p:spPr>
          <a:xfrm>
            <a:off x="18421443" y="7703958"/>
            <a:ext cx="5840227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9" name="Freeform 7"/>
          <p:cNvSpPr/>
          <p:nvPr/>
        </p:nvSpPr>
        <p:spPr>
          <a:xfrm>
            <a:off x="18421443" y="6669006"/>
            <a:ext cx="5840227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0" name="Freeform 7"/>
          <p:cNvSpPr/>
          <p:nvPr/>
        </p:nvSpPr>
        <p:spPr>
          <a:xfrm>
            <a:off x="12407185" y="3917339"/>
            <a:ext cx="5840228" cy="227409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1" name="Freeform 7"/>
          <p:cNvSpPr/>
          <p:nvPr/>
        </p:nvSpPr>
        <p:spPr>
          <a:xfrm>
            <a:off x="12406391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2" name="Freeform 7"/>
          <p:cNvSpPr/>
          <p:nvPr/>
        </p:nvSpPr>
        <p:spPr>
          <a:xfrm>
            <a:off x="12407185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3" name="Freeform 7"/>
          <p:cNvSpPr/>
          <p:nvPr/>
        </p:nvSpPr>
        <p:spPr>
          <a:xfrm>
            <a:off x="12407185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4" name="Freeform 7"/>
          <p:cNvSpPr/>
          <p:nvPr/>
        </p:nvSpPr>
        <p:spPr>
          <a:xfrm>
            <a:off x="6316762" y="3934511"/>
            <a:ext cx="5840227" cy="227409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5" name="Freeform 7"/>
          <p:cNvSpPr/>
          <p:nvPr/>
        </p:nvSpPr>
        <p:spPr>
          <a:xfrm>
            <a:off x="6315968" y="3934511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6" name="Freeform 7"/>
          <p:cNvSpPr/>
          <p:nvPr/>
        </p:nvSpPr>
        <p:spPr>
          <a:xfrm>
            <a:off x="6316762" y="2109803"/>
            <a:ext cx="5840227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7" name="Freeform 7"/>
          <p:cNvSpPr/>
          <p:nvPr/>
        </p:nvSpPr>
        <p:spPr>
          <a:xfrm>
            <a:off x="6316762" y="1074851"/>
            <a:ext cx="5840227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8" name="Freeform 7"/>
          <p:cNvSpPr/>
          <p:nvPr/>
        </p:nvSpPr>
        <p:spPr>
          <a:xfrm>
            <a:off x="12374642" y="9544207"/>
            <a:ext cx="5840228" cy="227409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9" name="Freeform 7"/>
          <p:cNvSpPr/>
          <p:nvPr/>
        </p:nvSpPr>
        <p:spPr>
          <a:xfrm>
            <a:off x="12373848" y="9544207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0" name="Freeform 7"/>
          <p:cNvSpPr/>
          <p:nvPr/>
        </p:nvSpPr>
        <p:spPr>
          <a:xfrm>
            <a:off x="12374642" y="7719499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1" name="Freeform 7"/>
          <p:cNvSpPr/>
          <p:nvPr/>
        </p:nvSpPr>
        <p:spPr>
          <a:xfrm>
            <a:off x="12374642" y="6684547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2" name="Freeform 7"/>
          <p:cNvSpPr/>
          <p:nvPr/>
        </p:nvSpPr>
        <p:spPr>
          <a:xfrm>
            <a:off x="272322" y="3917339"/>
            <a:ext cx="5840228" cy="227409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3" name="Freeform 7"/>
          <p:cNvSpPr/>
          <p:nvPr/>
        </p:nvSpPr>
        <p:spPr>
          <a:xfrm>
            <a:off x="271529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4" name="Freeform 7"/>
          <p:cNvSpPr/>
          <p:nvPr/>
        </p:nvSpPr>
        <p:spPr>
          <a:xfrm>
            <a:off x="27232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5" name="Freeform 7"/>
          <p:cNvSpPr/>
          <p:nvPr/>
        </p:nvSpPr>
        <p:spPr>
          <a:xfrm>
            <a:off x="27232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6" name="TextBox 20"/>
          <p:cNvSpPr txBox="1"/>
          <p:nvPr/>
        </p:nvSpPr>
        <p:spPr>
          <a:xfrm>
            <a:off x="430883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217" name="TextBox 20"/>
          <p:cNvSpPr txBox="1"/>
          <p:nvPr/>
        </p:nvSpPr>
        <p:spPr>
          <a:xfrm>
            <a:off x="6484927" y="4025503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218" name="TextBox 20"/>
          <p:cNvSpPr txBox="1"/>
          <p:nvPr/>
        </p:nvSpPr>
        <p:spPr>
          <a:xfrm>
            <a:off x="12538970" y="3997907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219" name="TextBox 20"/>
          <p:cNvSpPr txBox="1"/>
          <p:nvPr/>
        </p:nvSpPr>
        <p:spPr>
          <a:xfrm>
            <a:off x="18593013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220" name="TextBox 20"/>
          <p:cNvSpPr txBox="1"/>
          <p:nvPr/>
        </p:nvSpPr>
        <p:spPr>
          <a:xfrm>
            <a:off x="405483" y="9642721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221" name="TextBox 20"/>
          <p:cNvSpPr txBox="1"/>
          <p:nvPr/>
        </p:nvSpPr>
        <p:spPr>
          <a:xfrm>
            <a:off x="6459526" y="9619658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222" name="TextBox 20"/>
          <p:cNvSpPr txBox="1"/>
          <p:nvPr/>
        </p:nvSpPr>
        <p:spPr>
          <a:xfrm>
            <a:off x="12513570" y="9642721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223" name="TextBox 20"/>
          <p:cNvSpPr txBox="1"/>
          <p:nvPr/>
        </p:nvSpPr>
        <p:spPr>
          <a:xfrm>
            <a:off x="18567613" y="9642721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224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(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8000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232" name="Rechthoek"/>
          <p:cNvSpPr/>
          <p:nvPr/>
        </p:nvSpPr>
        <p:spPr>
          <a:xfrm>
            <a:off x="-76200" y="-134625"/>
            <a:ext cx="24536400" cy="1283180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33" name="Lijn"/>
          <p:cNvSpPr/>
          <p:nvPr/>
        </p:nvSpPr>
        <p:spPr>
          <a:xfrm>
            <a:off x="-257710" y="1167692"/>
            <a:ext cx="24899421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34" name="Lijn"/>
          <p:cNvSpPr/>
          <p:nvPr/>
        </p:nvSpPr>
        <p:spPr>
          <a:xfrm>
            <a:off x="1209919" y="5089132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235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51932" y="331010"/>
            <a:ext cx="1673364" cy="1673365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39700" dist="148130" dir="5400000">
              <a:srgbClr val="000000">
                <a:alpha val="50000"/>
              </a:srgbClr>
            </a:outerShdw>
            <a:reflection blurRad="0" stA="50000" stPos="0" endA="0" endPos="40000" dist="0" dir="5400000" fadeDir="5400000" sx="100000" sy="-100000" kx="0" ky="0" algn="bl" rotWithShape="0"/>
          </a:effectLst>
        </p:spPr>
      </p:pic>
      <p:sp>
        <p:nvSpPr>
          <p:cNvPr id="236" name="Rechthoek"/>
          <p:cNvSpPr/>
          <p:nvPr/>
        </p:nvSpPr>
        <p:spPr>
          <a:xfrm>
            <a:off x="2628481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37" name="TextBox 8"/>
          <p:cNvSpPr txBox="1"/>
          <p:nvPr/>
        </p:nvSpPr>
        <p:spPr>
          <a:xfrm>
            <a:off x="2582140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FOOTBALL</a:t>
            </a:r>
          </a:p>
        </p:txBody>
      </p:sp>
      <p:sp>
        <p:nvSpPr>
          <p:cNvPr id="238" name="Rechthoek"/>
          <p:cNvSpPr/>
          <p:nvPr/>
        </p:nvSpPr>
        <p:spPr>
          <a:xfrm>
            <a:off x="7481852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239" name="Rechthoek"/>
          <p:cNvSpPr/>
          <p:nvPr/>
        </p:nvSpPr>
        <p:spPr>
          <a:xfrm>
            <a:off x="12393712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242" name="Groepeer"/>
          <p:cNvGrpSpPr/>
          <p:nvPr/>
        </p:nvGrpSpPr>
        <p:grpSpPr>
          <a:xfrm>
            <a:off x="18382817" y="3832435"/>
            <a:ext cx="4746648" cy="7153728"/>
            <a:chOff x="0" y="0"/>
            <a:chExt cx="4746646" cy="7153726"/>
          </a:xfrm>
        </p:grpSpPr>
        <p:sp>
          <p:nvSpPr>
            <p:cNvPr id="240" name="Afgeronde rechthoek"/>
            <p:cNvSpPr/>
            <p:nvPr/>
          </p:nvSpPr>
          <p:spPr>
            <a:xfrm>
              <a:off x="0" y="0"/>
              <a:ext cx="4746647" cy="7153727"/>
            </a:xfrm>
            <a:prstGeom prst="roundRect">
              <a:avLst>
                <a:gd name="adj" fmla="val 10300"/>
              </a:avLst>
            </a:prstGeom>
            <a:solidFill>
              <a:srgbClr val="FFFFFE"/>
            </a:solidFill>
            <a:ln w="50800" cap="flat">
              <a:solidFill>
                <a:srgbClr val="173883"/>
              </a:solidFill>
              <a:prstDash val="solid"/>
              <a:miter lim="400000"/>
            </a:ln>
            <a:effectLst>
              <a:outerShdw sx="100000" sy="100000" kx="0" ky="0" algn="b" rotWithShape="0" blurRad="139700" dist="148130" dir="5400000">
                <a:srgbClr val="000000">
                  <a:alpha val="50000"/>
                </a:srgbClr>
              </a:outerShdw>
              <a:reflection blurRad="0" stA="50000" stPos="0" endA="0" endPos="40000" dist="0" dir="5400000" fadeDir="5400000" sx="100000" sy="-100000" kx="0" ky="0" algn="bl" rotWithShape="0"/>
            </a:effectLst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pic>
          <p:nvPicPr>
            <p:cNvPr id="241" name="pasted-image.tiff" descr="pasted-image.tiff"/>
            <p:cNvPicPr>
              <a:picLocks noChangeAspect="1"/>
            </p:cNvPicPr>
            <p:nvPr/>
          </p:nvPicPr>
          <p:blipFill>
            <a:blip r:embed="rId4">
              <a:alphaModFix amt="79311"/>
              <a:extLst/>
            </a:blip>
            <a:srcRect l="5357" t="19455" r="3464" b="21340"/>
            <a:stretch>
              <a:fillRect/>
            </a:stretch>
          </p:blipFill>
          <p:spPr>
            <a:xfrm rot="16200000">
              <a:off x="-942040" y="1358955"/>
              <a:ext cx="6630195" cy="44640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243" name="Freeform 7"/>
          <p:cNvSpPr/>
          <p:nvPr/>
        </p:nvSpPr>
        <p:spPr>
          <a:xfrm>
            <a:off x="2664616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4" name="Freeform 7"/>
          <p:cNvSpPr/>
          <p:nvPr/>
        </p:nvSpPr>
        <p:spPr>
          <a:xfrm>
            <a:off x="2664616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5" name="Freeform 7"/>
          <p:cNvSpPr/>
          <p:nvPr/>
        </p:nvSpPr>
        <p:spPr>
          <a:xfrm>
            <a:off x="2664616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6" name="Freeform 7"/>
          <p:cNvSpPr/>
          <p:nvPr/>
        </p:nvSpPr>
        <p:spPr>
          <a:xfrm>
            <a:off x="2664616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7" name="Lijn"/>
          <p:cNvSpPr/>
          <p:nvPr/>
        </p:nvSpPr>
        <p:spPr>
          <a:xfrm>
            <a:off x="1254535" y="8809293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48" name="Freeform 7"/>
          <p:cNvSpPr/>
          <p:nvPr/>
        </p:nvSpPr>
        <p:spPr>
          <a:xfrm>
            <a:off x="7552721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9" name="Freeform 7"/>
          <p:cNvSpPr/>
          <p:nvPr/>
        </p:nvSpPr>
        <p:spPr>
          <a:xfrm>
            <a:off x="7552721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0" name="Freeform 7"/>
          <p:cNvSpPr/>
          <p:nvPr/>
        </p:nvSpPr>
        <p:spPr>
          <a:xfrm>
            <a:off x="7552721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1" name="Freeform 7"/>
          <p:cNvSpPr/>
          <p:nvPr/>
        </p:nvSpPr>
        <p:spPr>
          <a:xfrm>
            <a:off x="7552721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2" name="Freeform 7"/>
          <p:cNvSpPr/>
          <p:nvPr/>
        </p:nvSpPr>
        <p:spPr>
          <a:xfrm>
            <a:off x="12384918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3" name="Freeform 7"/>
          <p:cNvSpPr/>
          <p:nvPr/>
        </p:nvSpPr>
        <p:spPr>
          <a:xfrm>
            <a:off x="12384918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4" name="Freeform 7"/>
          <p:cNvSpPr/>
          <p:nvPr/>
        </p:nvSpPr>
        <p:spPr>
          <a:xfrm>
            <a:off x="12384918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5" name="Freeform 7"/>
          <p:cNvSpPr/>
          <p:nvPr/>
        </p:nvSpPr>
        <p:spPr>
          <a:xfrm>
            <a:off x="12384918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6" name="TextBox 8"/>
          <p:cNvSpPr txBox="1"/>
          <p:nvPr/>
        </p:nvSpPr>
        <p:spPr>
          <a:xfrm rot="16200000">
            <a:off x="-234167" y="6557020"/>
            <a:ext cx="3771901" cy="75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4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NEEDS</a:t>
            </a:r>
          </a:p>
        </p:txBody>
      </p:sp>
      <p:sp>
        <p:nvSpPr>
          <p:cNvPr id="257" name="TextBox 8"/>
          <p:cNvSpPr txBox="1"/>
          <p:nvPr/>
        </p:nvSpPr>
        <p:spPr>
          <a:xfrm rot="16200000">
            <a:off x="-236774" y="10309569"/>
            <a:ext cx="3777115" cy="75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4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PREFENCES</a:t>
            </a:r>
          </a:p>
        </p:txBody>
      </p:sp>
      <p:sp>
        <p:nvSpPr>
          <p:cNvPr id="258" name="TextBox 8"/>
          <p:cNvSpPr txBox="1"/>
          <p:nvPr/>
        </p:nvSpPr>
        <p:spPr>
          <a:xfrm>
            <a:off x="7488743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physically</a:t>
            </a:r>
          </a:p>
        </p:txBody>
      </p:sp>
      <p:sp>
        <p:nvSpPr>
          <p:cNvPr id="259" name="TextBox 8"/>
          <p:cNvSpPr txBox="1"/>
          <p:nvPr/>
        </p:nvSpPr>
        <p:spPr>
          <a:xfrm>
            <a:off x="12391992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PERSONALITY</a:t>
            </a:r>
          </a:p>
        </p:txBody>
      </p:sp>
      <p:sp>
        <p:nvSpPr>
          <p:cNvPr id="260" name="Lijn"/>
          <p:cNvSpPr/>
          <p:nvPr/>
        </p:nvSpPr>
        <p:spPr>
          <a:xfrm>
            <a:off x="1254535" y="12561895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261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8 (NL)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FC DEN BOSCH LOGO.png" descr="FC DEN BOSCH LOGO.png"/>
          <p:cNvPicPr>
            <a:picLocks noChangeAspect="1"/>
          </p:cNvPicPr>
          <p:nvPr/>
        </p:nvPicPr>
        <p:blipFill>
          <a:blip r:embed="rId2">
            <a:alphaModFix amt="4998"/>
            <a:extLst/>
          </a:blip>
          <a:srcRect l="0" t="0" r="0" b="0"/>
          <a:stretch>
            <a:fillRect/>
          </a:stretch>
        </p:blipFill>
        <p:spPr>
          <a:xfrm>
            <a:off x="5539581" y="245550"/>
            <a:ext cx="13304655" cy="13304658"/>
          </a:xfrm>
          <a:prstGeom prst="rect">
            <a:avLst/>
          </a:prstGeom>
          <a:ln w="12700">
            <a:miter lim="400000"/>
          </a:ln>
        </p:spPr>
      </p:pic>
      <p:pic>
        <p:nvPicPr>
          <p:cNvPr id="269" name="Afbeelding" descr="Afbeeldi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233634" y="12851404"/>
            <a:ext cx="5807787" cy="76406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0" name="FC DEN BOSCH LOGO.png" descr="FC DEN BOSCH 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51932" y="12320387"/>
            <a:ext cx="1075888" cy="1075888"/>
          </a:xfrm>
          <a:prstGeom prst="rect">
            <a:avLst/>
          </a:prstGeom>
          <a:ln w="12700">
            <a:miter lim="400000"/>
          </a:ln>
        </p:spPr>
      </p:pic>
      <p:sp>
        <p:nvSpPr>
          <p:cNvPr id="271" name="Freeform 7"/>
          <p:cNvSpPr/>
          <p:nvPr/>
        </p:nvSpPr>
        <p:spPr>
          <a:xfrm>
            <a:off x="18426999" y="3917339"/>
            <a:ext cx="5840228" cy="227409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2" name="Freeform 7"/>
          <p:cNvSpPr/>
          <p:nvPr/>
        </p:nvSpPr>
        <p:spPr>
          <a:xfrm>
            <a:off x="18426205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3" name="Freeform 7"/>
          <p:cNvSpPr/>
          <p:nvPr/>
        </p:nvSpPr>
        <p:spPr>
          <a:xfrm>
            <a:off x="18426999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4" name="Freeform 7"/>
          <p:cNvSpPr/>
          <p:nvPr/>
        </p:nvSpPr>
        <p:spPr>
          <a:xfrm>
            <a:off x="18426999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5" name="TextBox 20"/>
          <p:cNvSpPr txBox="1"/>
          <p:nvPr/>
        </p:nvSpPr>
        <p:spPr>
          <a:xfrm>
            <a:off x="18585560" y="3997907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276" name="Freeform 7"/>
          <p:cNvSpPr/>
          <p:nvPr/>
        </p:nvSpPr>
        <p:spPr>
          <a:xfrm>
            <a:off x="6316762" y="9511862"/>
            <a:ext cx="5840227" cy="227409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7" name="Freeform 7"/>
          <p:cNvSpPr/>
          <p:nvPr/>
        </p:nvSpPr>
        <p:spPr>
          <a:xfrm>
            <a:off x="6315968" y="9511862"/>
            <a:ext cx="5840228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8" name="Freeform 7"/>
          <p:cNvSpPr/>
          <p:nvPr/>
        </p:nvSpPr>
        <p:spPr>
          <a:xfrm>
            <a:off x="6316762" y="7687154"/>
            <a:ext cx="5840227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9" name="Freeform 7"/>
          <p:cNvSpPr/>
          <p:nvPr/>
        </p:nvSpPr>
        <p:spPr>
          <a:xfrm>
            <a:off x="6316762" y="6652202"/>
            <a:ext cx="5840227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0" name="TextBox 20"/>
          <p:cNvSpPr txBox="1"/>
          <p:nvPr/>
        </p:nvSpPr>
        <p:spPr>
          <a:xfrm>
            <a:off x="6475322" y="9592431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281" name="Freeform 7"/>
          <p:cNvSpPr/>
          <p:nvPr/>
        </p:nvSpPr>
        <p:spPr>
          <a:xfrm>
            <a:off x="292186" y="9511862"/>
            <a:ext cx="5840228" cy="227409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2" name="Freeform 7"/>
          <p:cNvSpPr/>
          <p:nvPr/>
        </p:nvSpPr>
        <p:spPr>
          <a:xfrm>
            <a:off x="291392" y="9511862"/>
            <a:ext cx="5840228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3" name="Freeform 7"/>
          <p:cNvSpPr/>
          <p:nvPr/>
        </p:nvSpPr>
        <p:spPr>
          <a:xfrm>
            <a:off x="292186" y="7687154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4" name="Freeform 7"/>
          <p:cNvSpPr/>
          <p:nvPr/>
        </p:nvSpPr>
        <p:spPr>
          <a:xfrm>
            <a:off x="292186" y="6652202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5" name="TextBox 20"/>
          <p:cNvSpPr txBox="1"/>
          <p:nvPr/>
        </p:nvSpPr>
        <p:spPr>
          <a:xfrm>
            <a:off x="450747" y="9592431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286" name="Freeform 7"/>
          <p:cNvSpPr/>
          <p:nvPr/>
        </p:nvSpPr>
        <p:spPr>
          <a:xfrm>
            <a:off x="18421443" y="9528665"/>
            <a:ext cx="5840227" cy="227409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7" name="Freeform 7"/>
          <p:cNvSpPr/>
          <p:nvPr/>
        </p:nvSpPr>
        <p:spPr>
          <a:xfrm>
            <a:off x="18420649" y="9528665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8" name="Freeform 7"/>
          <p:cNvSpPr/>
          <p:nvPr/>
        </p:nvSpPr>
        <p:spPr>
          <a:xfrm>
            <a:off x="18421443" y="7703958"/>
            <a:ext cx="5840227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9" name="Freeform 7"/>
          <p:cNvSpPr/>
          <p:nvPr/>
        </p:nvSpPr>
        <p:spPr>
          <a:xfrm>
            <a:off x="18421443" y="6669006"/>
            <a:ext cx="5840227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0" name="TextBox 20"/>
          <p:cNvSpPr txBox="1"/>
          <p:nvPr/>
        </p:nvSpPr>
        <p:spPr>
          <a:xfrm>
            <a:off x="18580003" y="9609234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291" name="Freeform 7"/>
          <p:cNvSpPr/>
          <p:nvPr/>
        </p:nvSpPr>
        <p:spPr>
          <a:xfrm>
            <a:off x="12407185" y="3917339"/>
            <a:ext cx="5840228" cy="227409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2" name="Freeform 7"/>
          <p:cNvSpPr/>
          <p:nvPr/>
        </p:nvSpPr>
        <p:spPr>
          <a:xfrm>
            <a:off x="12406391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3" name="Freeform 7"/>
          <p:cNvSpPr/>
          <p:nvPr/>
        </p:nvSpPr>
        <p:spPr>
          <a:xfrm>
            <a:off x="12407185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4" name="Freeform 7"/>
          <p:cNvSpPr/>
          <p:nvPr/>
        </p:nvSpPr>
        <p:spPr>
          <a:xfrm>
            <a:off x="12407185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5" name="TextBox 20"/>
          <p:cNvSpPr txBox="1"/>
          <p:nvPr/>
        </p:nvSpPr>
        <p:spPr>
          <a:xfrm>
            <a:off x="12565746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296" name="Freeform 7"/>
          <p:cNvSpPr/>
          <p:nvPr/>
        </p:nvSpPr>
        <p:spPr>
          <a:xfrm>
            <a:off x="6316762" y="3934511"/>
            <a:ext cx="5840227" cy="227409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7" name="Freeform 7"/>
          <p:cNvSpPr/>
          <p:nvPr/>
        </p:nvSpPr>
        <p:spPr>
          <a:xfrm>
            <a:off x="6315968" y="3934511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8" name="Freeform 7"/>
          <p:cNvSpPr/>
          <p:nvPr/>
        </p:nvSpPr>
        <p:spPr>
          <a:xfrm>
            <a:off x="6316762" y="2109803"/>
            <a:ext cx="5840227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9" name="Freeform 7"/>
          <p:cNvSpPr/>
          <p:nvPr/>
        </p:nvSpPr>
        <p:spPr>
          <a:xfrm>
            <a:off x="6316762" y="1074851"/>
            <a:ext cx="5840227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0" name="TextBox 20"/>
          <p:cNvSpPr txBox="1"/>
          <p:nvPr/>
        </p:nvSpPr>
        <p:spPr>
          <a:xfrm>
            <a:off x="6475322" y="4015079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301" name="Freeform 7"/>
          <p:cNvSpPr/>
          <p:nvPr/>
        </p:nvSpPr>
        <p:spPr>
          <a:xfrm>
            <a:off x="12374642" y="9544207"/>
            <a:ext cx="5840228" cy="227409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2" name="Freeform 7"/>
          <p:cNvSpPr/>
          <p:nvPr/>
        </p:nvSpPr>
        <p:spPr>
          <a:xfrm>
            <a:off x="12373848" y="9544207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3" name="Freeform 7"/>
          <p:cNvSpPr/>
          <p:nvPr/>
        </p:nvSpPr>
        <p:spPr>
          <a:xfrm>
            <a:off x="12374642" y="7719499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4" name="Freeform 7"/>
          <p:cNvSpPr/>
          <p:nvPr/>
        </p:nvSpPr>
        <p:spPr>
          <a:xfrm>
            <a:off x="12374642" y="6684547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5" name="TextBox 20"/>
          <p:cNvSpPr txBox="1"/>
          <p:nvPr/>
        </p:nvSpPr>
        <p:spPr>
          <a:xfrm>
            <a:off x="12533203" y="9624776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306" name="Freeform 7"/>
          <p:cNvSpPr/>
          <p:nvPr/>
        </p:nvSpPr>
        <p:spPr>
          <a:xfrm>
            <a:off x="272322" y="3917339"/>
            <a:ext cx="5840228" cy="227409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7" name="Freeform 7"/>
          <p:cNvSpPr/>
          <p:nvPr/>
        </p:nvSpPr>
        <p:spPr>
          <a:xfrm>
            <a:off x="271529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8" name="Freeform 7"/>
          <p:cNvSpPr/>
          <p:nvPr/>
        </p:nvSpPr>
        <p:spPr>
          <a:xfrm>
            <a:off x="27232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9" name="Freeform 7"/>
          <p:cNvSpPr/>
          <p:nvPr/>
        </p:nvSpPr>
        <p:spPr>
          <a:xfrm>
            <a:off x="27232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0" name="TextBox 20"/>
          <p:cNvSpPr txBox="1"/>
          <p:nvPr/>
        </p:nvSpPr>
        <p:spPr>
          <a:xfrm>
            <a:off x="430883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311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(N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8000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319" name="Rechthoek"/>
          <p:cNvSpPr/>
          <p:nvPr/>
        </p:nvSpPr>
        <p:spPr>
          <a:xfrm>
            <a:off x="-76200" y="-134625"/>
            <a:ext cx="24536400" cy="1283180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0" name="Lijn"/>
          <p:cNvSpPr/>
          <p:nvPr/>
        </p:nvSpPr>
        <p:spPr>
          <a:xfrm>
            <a:off x="-257710" y="1167692"/>
            <a:ext cx="24899421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21" name="Lijn"/>
          <p:cNvSpPr/>
          <p:nvPr/>
        </p:nvSpPr>
        <p:spPr>
          <a:xfrm>
            <a:off x="1209919" y="5089132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pic>
        <p:nvPicPr>
          <p:cNvPr id="322" name="FC DEN BOSCH LOGO.png" descr="FC DEN BOSCH LOGO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51932" y="331010"/>
            <a:ext cx="1673364" cy="1673365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139700" dist="148130" dir="5400000">
              <a:srgbClr val="000000">
                <a:alpha val="50000"/>
              </a:srgbClr>
            </a:outerShdw>
            <a:reflection blurRad="0" stA="50000" stPos="0" endA="0" endPos="40000" dist="0" dir="5400000" fadeDir="5400000" sx="100000" sy="-100000" kx="0" ky="0" algn="bl" rotWithShape="0"/>
          </a:effectLst>
        </p:spPr>
      </p:pic>
      <p:sp>
        <p:nvSpPr>
          <p:cNvPr id="323" name="Rechthoek"/>
          <p:cNvSpPr/>
          <p:nvPr/>
        </p:nvSpPr>
        <p:spPr>
          <a:xfrm>
            <a:off x="2628481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4" name="TextBox 8"/>
          <p:cNvSpPr txBox="1"/>
          <p:nvPr/>
        </p:nvSpPr>
        <p:spPr>
          <a:xfrm>
            <a:off x="2582140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VOETBAL</a:t>
            </a:r>
          </a:p>
        </p:txBody>
      </p:sp>
      <p:sp>
        <p:nvSpPr>
          <p:cNvPr id="325" name="Rechthoek"/>
          <p:cNvSpPr/>
          <p:nvPr/>
        </p:nvSpPr>
        <p:spPr>
          <a:xfrm>
            <a:off x="7481852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326" name="Rechthoek"/>
          <p:cNvSpPr/>
          <p:nvPr/>
        </p:nvSpPr>
        <p:spPr>
          <a:xfrm>
            <a:off x="12393712" y="3340095"/>
            <a:ext cx="4425597" cy="1058449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54254" dir="2156317">
              <a:srgbClr val="000000">
                <a:alpha val="79531"/>
              </a:srgb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329" name="Groepeer"/>
          <p:cNvGrpSpPr/>
          <p:nvPr/>
        </p:nvGrpSpPr>
        <p:grpSpPr>
          <a:xfrm>
            <a:off x="18382817" y="3832435"/>
            <a:ext cx="4746648" cy="7153728"/>
            <a:chOff x="0" y="0"/>
            <a:chExt cx="4746646" cy="7153726"/>
          </a:xfrm>
        </p:grpSpPr>
        <p:sp>
          <p:nvSpPr>
            <p:cNvPr id="327" name="Afgeronde rechthoek"/>
            <p:cNvSpPr/>
            <p:nvPr/>
          </p:nvSpPr>
          <p:spPr>
            <a:xfrm>
              <a:off x="0" y="0"/>
              <a:ext cx="4746647" cy="7153727"/>
            </a:xfrm>
            <a:prstGeom prst="roundRect">
              <a:avLst>
                <a:gd name="adj" fmla="val 10300"/>
              </a:avLst>
            </a:prstGeom>
            <a:solidFill>
              <a:srgbClr val="FFFFFE"/>
            </a:solidFill>
            <a:ln w="50800" cap="flat">
              <a:solidFill>
                <a:srgbClr val="173883"/>
              </a:solidFill>
              <a:prstDash val="solid"/>
              <a:miter lim="400000"/>
            </a:ln>
            <a:effectLst>
              <a:outerShdw sx="100000" sy="100000" kx="0" ky="0" algn="b" rotWithShape="0" blurRad="139700" dist="148130" dir="5400000">
                <a:srgbClr val="000000">
                  <a:alpha val="50000"/>
                </a:srgbClr>
              </a:outerShdw>
              <a:reflection blurRad="0" stA="50000" stPos="0" endA="0" endPos="40000" dist="0" dir="5400000" fadeDir="5400000" sx="100000" sy="-100000" kx="0" ky="0" algn="bl" rotWithShape="0"/>
            </a:effectLst>
          </p:spPr>
          <p:txBody>
            <a:bodyPr wrap="square" lIns="71437" tIns="71437" rIns="71437" bIns="71437" numCol="1" anchor="ctr">
              <a:noAutofit/>
            </a:bodyPr>
            <a:lstStyle/>
            <a:p>
              <a:pPr algn="ctr" defTabSz="821531">
                <a:lnSpc>
                  <a:spcPct val="100000"/>
                </a:lnSpc>
                <a:spcBef>
                  <a:spcPts val="0"/>
                </a:spcBef>
                <a:defRPr sz="36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</a:p>
          </p:txBody>
        </p:sp>
        <p:pic>
          <p:nvPicPr>
            <p:cNvPr id="328" name="pasted-image.tiff" descr="pasted-image.tiff"/>
            <p:cNvPicPr>
              <a:picLocks noChangeAspect="1"/>
            </p:cNvPicPr>
            <p:nvPr/>
          </p:nvPicPr>
          <p:blipFill>
            <a:blip r:embed="rId4">
              <a:alphaModFix amt="79311"/>
              <a:extLst/>
            </a:blip>
            <a:srcRect l="5357" t="19455" r="3464" b="21340"/>
            <a:stretch>
              <a:fillRect/>
            </a:stretch>
          </p:blipFill>
          <p:spPr>
            <a:xfrm rot="16200000">
              <a:off x="-942040" y="1358955"/>
              <a:ext cx="6630195" cy="446405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ln w="12700" cap="flat">
              <a:noFill/>
              <a:miter lim="400000"/>
            </a:ln>
            <a:effectLst/>
          </p:spPr>
        </p:pic>
      </p:grpSp>
      <p:sp>
        <p:nvSpPr>
          <p:cNvPr id="330" name="Freeform 7"/>
          <p:cNvSpPr/>
          <p:nvPr/>
        </p:nvSpPr>
        <p:spPr>
          <a:xfrm>
            <a:off x="2664616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1" name="Freeform 7"/>
          <p:cNvSpPr/>
          <p:nvPr/>
        </p:nvSpPr>
        <p:spPr>
          <a:xfrm>
            <a:off x="2664616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2" name="Freeform 7"/>
          <p:cNvSpPr/>
          <p:nvPr/>
        </p:nvSpPr>
        <p:spPr>
          <a:xfrm>
            <a:off x="2664616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3" name="Freeform 7"/>
          <p:cNvSpPr/>
          <p:nvPr/>
        </p:nvSpPr>
        <p:spPr>
          <a:xfrm>
            <a:off x="2664616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4" name="Lijn"/>
          <p:cNvSpPr/>
          <p:nvPr/>
        </p:nvSpPr>
        <p:spPr>
          <a:xfrm>
            <a:off x="1254535" y="8809293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35" name="Freeform 7"/>
          <p:cNvSpPr/>
          <p:nvPr/>
        </p:nvSpPr>
        <p:spPr>
          <a:xfrm>
            <a:off x="7552721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6" name="Freeform 7"/>
          <p:cNvSpPr/>
          <p:nvPr/>
        </p:nvSpPr>
        <p:spPr>
          <a:xfrm>
            <a:off x="7552721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7" name="Freeform 7"/>
          <p:cNvSpPr/>
          <p:nvPr/>
        </p:nvSpPr>
        <p:spPr>
          <a:xfrm>
            <a:off x="7552721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8" name="Freeform 7"/>
          <p:cNvSpPr/>
          <p:nvPr/>
        </p:nvSpPr>
        <p:spPr>
          <a:xfrm>
            <a:off x="7552721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9" name="Freeform 7"/>
          <p:cNvSpPr/>
          <p:nvPr/>
        </p:nvSpPr>
        <p:spPr>
          <a:xfrm>
            <a:off x="12384918" y="5925039"/>
            <a:ext cx="4443184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0" name="Freeform 7"/>
          <p:cNvSpPr/>
          <p:nvPr/>
        </p:nvSpPr>
        <p:spPr>
          <a:xfrm>
            <a:off x="12384918" y="6988217"/>
            <a:ext cx="4443184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1" name="Freeform 7"/>
          <p:cNvSpPr/>
          <p:nvPr/>
        </p:nvSpPr>
        <p:spPr>
          <a:xfrm>
            <a:off x="12384918" y="9724706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2" name="Freeform 7"/>
          <p:cNvSpPr/>
          <p:nvPr/>
        </p:nvSpPr>
        <p:spPr>
          <a:xfrm>
            <a:off x="12384918" y="10787884"/>
            <a:ext cx="4443184" cy="880264"/>
          </a:xfrm>
          <a:prstGeom prst="rect">
            <a:avLst/>
          </a:prstGeom>
          <a:solidFill>
            <a:srgbClr val="1A72BA"/>
          </a:solidFill>
          <a:ln w="38100">
            <a:solidFill>
              <a:srgbClr val="FFFFFF"/>
            </a:solidFill>
            <a:miter lim="400000"/>
          </a:ln>
          <a:effectLst>
            <a:outerShdw sx="100000" sy="100000" kx="0" ky="0" algn="b" rotWithShape="0" blurRad="63500" dist="25400" dir="5400000">
              <a:srgbClr val="000000">
                <a:alpha val="50000"/>
              </a:srgbClr>
            </a:outerShdw>
          </a:effectLst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3" name="TextBox 8"/>
          <p:cNvSpPr txBox="1"/>
          <p:nvPr/>
        </p:nvSpPr>
        <p:spPr>
          <a:xfrm rot="16200000">
            <a:off x="-234167" y="6557020"/>
            <a:ext cx="3771901" cy="75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4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BEHOEFTEN</a:t>
            </a:r>
          </a:p>
        </p:txBody>
      </p:sp>
      <p:sp>
        <p:nvSpPr>
          <p:cNvPr id="344" name="TextBox 8"/>
          <p:cNvSpPr txBox="1"/>
          <p:nvPr/>
        </p:nvSpPr>
        <p:spPr>
          <a:xfrm rot="16200000">
            <a:off x="-236774" y="10309569"/>
            <a:ext cx="3777115" cy="752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4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VOORKEUR</a:t>
            </a:r>
          </a:p>
        </p:txBody>
      </p:sp>
      <p:sp>
        <p:nvSpPr>
          <p:cNvPr id="345" name="TextBox 8"/>
          <p:cNvSpPr txBox="1"/>
          <p:nvPr/>
        </p:nvSpPr>
        <p:spPr>
          <a:xfrm>
            <a:off x="7488743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FYSIEK</a:t>
            </a:r>
          </a:p>
        </p:txBody>
      </p:sp>
      <p:sp>
        <p:nvSpPr>
          <p:cNvPr id="346" name="TextBox 8"/>
          <p:cNvSpPr txBox="1"/>
          <p:nvPr/>
        </p:nvSpPr>
        <p:spPr>
          <a:xfrm>
            <a:off x="12391992" y="3612964"/>
            <a:ext cx="4481284" cy="512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PERSOONLIJKHEID</a:t>
            </a:r>
          </a:p>
        </p:txBody>
      </p:sp>
      <p:sp>
        <p:nvSpPr>
          <p:cNvPr id="347" name="Lijn"/>
          <p:cNvSpPr/>
          <p:nvPr/>
        </p:nvSpPr>
        <p:spPr>
          <a:xfrm>
            <a:off x="1254535" y="12561895"/>
            <a:ext cx="15569129" cy="1"/>
          </a:xfrm>
          <a:prstGeom prst="line">
            <a:avLst/>
          </a:prstGeom>
          <a:ln w="254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348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Dianummer"/>
          <p:cNvSpPr txBox="1"/>
          <p:nvPr>
            <p:ph type="sldNum" sz="quarter" idx="2"/>
          </p:nvPr>
        </p:nvSpPr>
        <p:spPr>
          <a:xfrm>
            <a:off x="12051322" y="12344399"/>
            <a:ext cx="1969479" cy="736601"/>
          </a:xfrm>
          <a:prstGeom prst="rect">
            <a:avLst/>
          </a:prstGeom>
        </p:spPr>
        <p:txBody>
          <a:bodyPr lIns="12660" tIns="12660" rIns="12660" bIns="12660" anchor="ctr"/>
          <a:lstStyle>
            <a:lvl1pPr algn="r" defTabSz="126609">
              <a:defRPr sz="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Leeg kopie 3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Leeg kopie 6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BFG"/>
          <p:cNvSpPr txBox="1"/>
          <p:nvPr/>
        </p:nvSpPr>
        <p:spPr>
          <a:xfrm>
            <a:off x="311614" y="568632"/>
            <a:ext cx="2854877" cy="14097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spc="900" sz="9000">
                <a:solidFill>
                  <a:srgbClr val="AF8B31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BFG</a:t>
            </a:r>
          </a:p>
        </p:txBody>
      </p:sp>
      <p:sp>
        <p:nvSpPr>
          <p:cNvPr id="370" name="CLub"/>
          <p:cNvSpPr txBox="1"/>
          <p:nvPr/>
        </p:nvSpPr>
        <p:spPr>
          <a:xfrm>
            <a:off x="392898" y="358972"/>
            <a:ext cx="2854876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CLub</a:t>
            </a:r>
          </a:p>
        </p:txBody>
      </p:sp>
      <p:sp>
        <p:nvSpPr>
          <p:cNvPr id="371" name="Lijn"/>
          <p:cNvSpPr/>
          <p:nvPr/>
        </p:nvSpPr>
        <p:spPr>
          <a:xfrm>
            <a:off x="361971" y="1983338"/>
            <a:ext cx="2364487" cy="1"/>
          </a:xfrm>
          <a:prstGeom prst="line">
            <a:avLst/>
          </a:prstGeom>
          <a:ln w="50800">
            <a:solidFill>
              <a:srgbClr val="AF8B31"/>
            </a:solidFill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lnSpc>
                <a:spcPct val="100000"/>
              </a:lnSpc>
              <a:spcBef>
                <a:spcPts val="0"/>
              </a:spcBef>
              <a:defRPr sz="3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372" name="TextBox 21"/>
          <p:cNvSpPr txBox="1"/>
          <p:nvPr/>
        </p:nvSpPr>
        <p:spPr>
          <a:xfrm>
            <a:off x="5171907" y="1741291"/>
            <a:ext cx="15078763" cy="52070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  <a:p>
            <a:pPr lvl="1" marL="203200" indent="-2032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/>
              <a:t>We zijn een Bossche club, een Bosschenaar is trots op onze stad en club</a:t>
            </a:r>
            <a:endParaRPr sz="3200"/>
          </a:p>
          <a:p>
            <a:pPr defTabSz="1285875">
              <a:lnSpc>
                <a:spcPct val="100000"/>
              </a:lnSpc>
              <a:spcBef>
                <a:spcPts val="0"/>
              </a:spcBef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3200"/>
          </a:p>
          <a:p>
            <a:pPr lvl="1" marL="203200" indent="-2032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/>
              <a:t>We zijn strijdbaar, we buigen wel, maar barsten niet</a:t>
            </a:r>
            <a:endParaRPr sz="3200"/>
          </a:p>
          <a:p>
            <a:pPr defTabSz="1285875">
              <a:lnSpc>
                <a:spcPct val="100000"/>
              </a:lnSpc>
              <a:spcBef>
                <a:spcPts val="0"/>
              </a:spcBef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3200"/>
          </a:p>
          <a:p>
            <a:pPr lvl="1" marL="203200" indent="-2032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/>
              <a:t>Met heel ons hart staan we achter FC Den Bosch</a:t>
            </a:r>
            <a:endParaRPr sz="3200"/>
          </a:p>
          <a:p>
            <a:pPr defTabSz="1285875">
              <a:lnSpc>
                <a:spcPct val="100000"/>
              </a:lnSpc>
              <a:spcBef>
                <a:spcPts val="0"/>
              </a:spcBef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3200"/>
          </a:p>
          <a:p>
            <a:pPr lvl="1" marL="203200" indent="-2032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/>
              <a:t>Hier leren we van tegenslagen om vervolgens samen te groeien</a:t>
            </a:r>
            <a:endParaRPr sz="3200"/>
          </a:p>
          <a:p>
            <a:pPr defTabSz="1285875">
              <a:lnSpc>
                <a:spcPct val="100000"/>
              </a:lnSpc>
              <a:spcBef>
                <a:spcPts val="0"/>
              </a:spcBef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endParaRPr sz="3200"/>
          </a:p>
          <a:p>
            <a:pPr lvl="1" marL="203200" indent="-2032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rPr sz="3200"/>
              <a:t>We zijn een hartverwarmende Bossche club, voor iedereen</a:t>
            </a:r>
          </a:p>
        </p:txBody>
      </p:sp>
      <p:pic>
        <p:nvPicPr>
          <p:cNvPr id="373" name="FC DEN BOSCH LOGO.png" descr="FC DEN BOSCH 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7532" y="2363010"/>
            <a:ext cx="1673365" cy="1673364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</p:spPr>
      </p:pic>
      <p:pic>
        <p:nvPicPr>
          <p:cNvPr id="374" name="Afbeelding" descr="Afbeeldi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233634" y="12851404"/>
            <a:ext cx="5807787" cy="76406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</p:spPr>
      </p:pic>
      <p:sp>
        <p:nvSpPr>
          <p:cNvPr id="375" name="Hart"/>
          <p:cNvSpPr/>
          <p:nvPr/>
        </p:nvSpPr>
        <p:spPr>
          <a:xfrm>
            <a:off x="12037284" y="9582878"/>
            <a:ext cx="1791039" cy="15827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6" h="21433" fill="norm" stroke="1" extrusionOk="0">
                <a:moveTo>
                  <a:pt x="5838" y="8"/>
                </a:moveTo>
                <a:cubicBezTo>
                  <a:pt x="3712" y="114"/>
                  <a:pt x="158" y="1891"/>
                  <a:pt x="2" y="7232"/>
                </a:cubicBezTo>
                <a:cubicBezTo>
                  <a:pt x="-54" y="9134"/>
                  <a:pt x="1253" y="14877"/>
                  <a:pt x="10702" y="21433"/>
                </a:cubicBezTo>
                <a:cubicBezTo>
                  <a:pt x="20130" y="14892"/>
                  <a:pt x="21546" y="9139"/>
                  <a:pt x="21505" y="7232"/>
                </a:cubicBezTo>
                <a:cubicBezTo>
                  <a:pt x="21391" y="1889"/>
                  <a:pt x="17806" y="115"/>
                  <a:pt x="15669" y="8"/>
                </a:cubicBezTo>
                <a:cubicBezTo>
                  <a:pt x="12170" y="-167"/>
                  <a:pt x="10753" y="2729"/>
                  <a:pt x="10753" y="2729"/>
                </a:cubicBezTo>
                <a:cubicBezTo>
                  <a:pt x="10753" y="2729"/>
                  <a:pt x="9337" y="-167"/>
                  <a:pt x="5838" y="8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6" name="Hartstocht"/>
          <p:cNvSpPr txBox="1"/>
          <p:nvPr/>
        </p:nvSpPr>
        <p:spPr>
          <a:xfrm>
            <a:off x="11012435" y="8175049"/>
            <a:ext cx="3840739" cy="162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Hartstocht</a:t>
            </a:r>
          </a:p>
        </p:txBody>
      </p:sp>
      <p:sp>
        <p:nvSpPr>
          <p:cNvPr id="377" name="Groei"/>
          <p:cNvSpPr/>
          <p:nvPr/>
        </p:nvSpPr>
        <p:spPr>
          <a:xfrm>
            <a:off x="16601766" y="9575118"/>
            <a:ext cx="1878982" cy="14533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6" h="21598" fill="norm" stroke="1" extrusionOk="0">
                <a:moveTo>
                  <a:pt x="21464" y="6"/>
                </a:moveTo>
                <a:cubicBezTo>
                  <a:pt x="21442" y="-2"/>
                  <a:pt x="21417" y="-2"/>
                  <a:pt x="21392" y="8"/>
                </a:cubicBezTo>
                <a:lnTo>
                  <a:pt x="18267" y="1242"/>
                </a:lnTo>
                <a:cubicBezTo>
                  <a:pt x="18161" y="1283"/>
                  <a:pt x="18132" y="1450"/>
                  <a:pt x="18212" y="1547"/>
                </a:cubicBezTo>
                <a:lnTo>
                  <a:pt x="18753" y="2202"/>
                </a:lnTo>
                <a:cubicBezTo>
                  <a:pt x="18809" y="2274"/>
                  <a:pt x="18815" y="2386"/>
                  <a:pt x="18759" y="2459"/>
                </a:cubicBezTo>
                <a:lnTo>
                  <a:pt x="13208" y="10155"/>
                </a:lnTo>
                <a:cubicBezTo>
                  <a:pt x="13152" y="10227"/>
                  <a:pt x="13058" y="10235"/>
                  <a:pt x="13002" y="10155"/>
                </a:cubicBezTo>
                <a:lnTo>
                  <a:pt x="9056" y="4932"/>
                </a:lnTo>
                <a:cubicBezTo>
                  <a:pt x="9000" y="4859"/>
                  <a:pt x="8907" y="4859"/>
                  <a:pt x="8851" y="4932"/>
                </a:cubicBezTo>
                <a:lnTo>
                  <a:pt x="39" y="17166"/>
                </a:lnTo>
                <a:cubicBezTo>
                  <a:pt x="-17" y="17238"/>
                  <a:pt x="-11" y="17350"/>
                  <a:pt x="45" y="17423"/>
                </a:cubicBezTo>
                <a:lnTo>
                  <a:pt x="941" y="18503"/>
                </a:lnTo>
                <a:cubicBezTo>
                  <a:pt x="997" y="18576"/>
                  <a:pt x="1084" y="18568"/>
                  <a:pt x="1140" y="18495"/>
                </a:cubicBezTo>
                <a:lnTo>
                  <a:pt x="8877" y="7770"/>
                </a:lnTo>
                <a:cubicBezTo>
                  <a:pt x="8933" y="7697"/>
                  <a:pt x="9025" y="7689"/>
                  <a:pt x="9081" y="7770"/>
                </a:cubicBezTo>
                <a:lnTo>
                  <a:pt x="13047" y="13016"/>
                </a:lnTo>
                <a:cubicBezTo>
                  <a:pt x="13103" y="13096"/>
                  <a:pt x="13201" y="13089"/>
                  <a:pt x="13251" y="13008"/>
                </a:cubicBezTo>
                <a:lnTo>
                  <a:pt x="13706" y="12315"/>
                </a:lnTo>
                <a:lnTo>
                  <a:pt x="19848" y="3796"/>
                </a:lnTo>
                <a:cubicBezTo>
                  <a:pt x="19904" y="3723"/>
                  <a:pt x="19992" y="3716"/>
                  <a:pt x="20048" y="3788"/>
                </a:cubicBezTo>
                <a:lnTo>
                  <a:pt x="20589" y="4441"/>
                </a:lnTo>
                <a:cubicBezTo>
                  <a:pt x="20670" y="4537"/>
                  <a:pt x="20802" y="4490"/>
                  <a:pt x="20826" y="4353"/>
                </a:cubicBezTo>
                <a:lnTo>
                  <a:pt x="21560" y="235"/>
                </a:lnTo>
                <a:cubicBezTo>
                  <a:pt x="21583" y="126"/>
                  <a:pt x="21533" y="30"/>
                  <a:pt x="21464" y="6"/>
                </a:cubicBezTo>
                <a:close/>
                <a:moveTo>
                  <a:pt x="20260" y="5385"/>
                </a:moveTo>
                <a:cubicBezTo>
                  <a:pt x="20232" y="5392"/>
                  <a:pt x="20204" y="5410"/>
                  <a:pt x="20179" y="5440"/>
                </a:cubicBezTo>
                <a:lnTo>
                  <a:pt x="17857" y="8656"/>
                </a:lnTo>
                <a:lnTo>
                  <a:pt x="17347" y="9429"/>
                </a:lnTo>
                <a:cubicBezTo>
                  <a:pt x="17328" y="9462"/>
                  <a:pt x="17316" y="9510"/>
                  <a:pt x="17316" y="9550"/>
                </a:cubicBezTo>
                <a:lnTo>
                  <a:pt x="17316" y="21412"/>
                </a:lnTo>
                <a:cubicBezTo>
                  <a:pt x="17316" y="21516"/>
                  <a:pt x="17377" y="21598"/>
                  <a:pt x="17458" y="21598"/>
                </a:cubicBezTo>
                <a:lnTo>
                  <a:pt x="20290" y="21598"/>
                </a:lnTo>
                <a:cubicBezTo>
                  <a:pt x="20371" y="21598"/>
                  <a:pt x="20434" y="21516"/>
                  <a:pt x="20434" y="21412"/>
                </a:cubicBezTo>
                <a:lnTo>
                  <a:pt x="20434" y="5561"/>
                </a:lnTo>
                <a:cubicBezTo>
                  <a:pt x="20434" y="5440"/>
                  <a:pt x="20346" y="5364"/>
                  <a:pt x="20260" y="5385"/>
                </a:cubicBezTo>
                <a:close/>
                <a:moveTo>
                  <a:pt x="9174" y="9548"/>
                </a:moveTo>
                <a:cubicBezTo>
                  <a:pt x="9094" y="9530"/>
                  <a:pt x="9007" y="9606"/>
                  <a:pt x="9007" y="9727"/>
                </a:cubicBezTo>
                <a:lnTo>
                  <a:pt x="9007" y="21412"/>
                </a:lnTo>
                <a:cubicBezTo>
                  <a:pt x="9007" y="21516"/>
                  <a:pt x="9068" y="21598"/>
                  <a:pt x="9149" y="21598"/>
                </a:cubicBezTo>
                <a:lnTo>
                  <a:pt x="11981" y="21598"/>
                </a:lnTo>
                <a:cubicBezTo>
                  <a:pt x="12062" y="21598"/>
                  <a:pt x="12125" y="21516"/>
                  <a:pt x="12125" y="21412"/>
                </a:cubicBezTo>
                <a:lnTo>
                  <a:pt x="12125" y="13474"/>
                </a:lnTo>
                <a:cubicBezTo>
                  <a:pt x="12125" y="13426"/>
                  <a:pt x="12113" y="13386"/>
                  <a:pt x="12082" y="13345"/>
                </a:cubicBezTo>
                <a:lnTo>
                  <a:pt x="9250" y="9598"/>
                </a:lnTo>
                <a:cubicBezTo>
                  <a:pt x="9228" y="9570"/>
                  <a:pt x="9201" y="9554"/>
                  <a:pt x="9174" y="9548"/>
                </a:cubicBezTo>
                <a:close/>
                <a:moveTo>
                  <a:pt x="16102" y="10653"/>
                </a:moveTo>
                <a:cubicBezTo>
                  <a:pt x="16074" y="10659"/>
                  <a:pt x="16045" y="10676"/>
                  <a:pt x="16021" y="10704"/>
                </a:cubicBezTo>
                <a:lnTo>
                  <a:pt x="13700" y="13917"/>
                </a:lnTo>
                <a:lnTo>
                  <a:pt x="13189" y="14693"/>
                </a:lnTo>
                <a:cubicBezTo>
                  <a:pt x="13170" y="14725"/>
                  <a:pt x="13158" y="14773"/>
                  <a:pt x="13158" y="14814"/>
                </a:cubicBezTo>
                <a:lnTo>
                  <a:pt x="13158" y="21412"/>
                </a:lnTo>
                <a:cubicBezTo>
                  <a:pt x="13158" y="21516"/>
                  <a:pt x="13221" y="21598"/>
                  <a:pt x="13301" y="21598"/>
                </a:cubicBezTo>
                <a:lnTo>
                  <a:pt x="16133" y="21598"/>
                </a:lnTo>
                <a:cubicBezTo>
                  <a:pt x="16214" y="21598"/>
                  <a:pt x="16275" y="21516"/>
                  <a:pt x="16275" y="21412"/>
                </a:cubicBezTo>
                <a:lnTo>
                  <a:pt x="16275" y="10832"/>
                </a:lnTo>
                <a:cubicBezTo>
                  <a:pt x="16275" y="10711"/>
                  <a:pt x="16188" y="10636"/>
                  <a:pt x="16102" y="10653"/>
                </a:cubicBezTo>
                <a:close/>
                <a:moveTo>
                  <a:pt x="7801" y="10923"/>
                </a:moveTo>
                <a:cubicBezTo>
                  <a:pt x="7774" y="10930"/>
                  <a:pt x="7747" y="10946"/>
                  <a:pt x="7725" y="10976"/>
                </a:cubicBezTo>
                <a:lnTo>
                  <a:pt x="4894" y="14902"/>
                </a:lnTo>
                <a:cubicBezTo>
                  <a:pt x="4869" y="14934"/>
                  <a:pt x="4855" y="14974"/>
                  <a:pt x="4855" y="15023"/>
                </a:cubicBezTo>
                <a:lnTo>
                  <a:pt x="4855" y="21412"/>
                </a:lnTo>
                <a:cubicBezTo>
                  <a:pt x="4855" y="21516"/>
                  <a:pt x="4918" y="21598"/>
                  <a:pt x="4999" y="21598"/>
                </a:cubicBezTo>
                <a:lnTo>
                  <a:pt x="7830" y="21598"/>
                </a:lnTo>
                <a:cubicBezTo>
                  <a:pt x="7911" y="21598"/>
                  <a:pt x="7974" y="21516"/>
                  <a:pt x="7974" y="21412"/>
                </a:cubicBezTo>
                <a:lnTo>
                  <a:pt x="7974" y="11097"/>
                </a:lnTo>
                <a:cubicBezTo>
                  <a:pt x="7974" y="10976"/>
                  <a:pt x="7884" y="10902"/>
                  <a:pt x="7801" y="10923"/>
                </a:cubicBezTo>
                <a:close/>
                <a:moveTo>
                  <a:pt x="3680" y="16498"/>
                </a:moveTo>
                <a:cubicBezTo>
                  <a:pt x="3652" y="16505"/>
                  <a:pt x="3626" y="16524"/>
                  <a:pt x="3604" y="16554"/>
                </a:cubicBezTo>
                <a:lnTo>
                  <a:pt x="772" y="20477"/>
                </a:lnTo>
                <a:cubicBezTo>
                  <a:pt x="747" y="20510"/>
                  <a:pt x="735" y="20550"/>
                  <a:pt x="735" y="20598"/>
                </a:cubicBezTo>
                <a:lnTo>
                  <a:pt x="735" y="21412"/>
                </a:lnTo>
                <a:cubicBezTo>
                  <a:pt x="735" y="21516"/>
                  <a:pt x="798" y="21598"/>
                  <a:pt x="879" y="21598"/>
                </a:cubicBezTo>
                <a:lnTo>
                  <a:pt x="3711" y="21598"/>
                </a:lnTo>
                <a:cubicBezTo>
                  <a:pt x="3792" y="21598"/>
                  <a:pt x="3853" y="21516"/>
                  <a:pt x="3853" y="21412"/>
                </a:cubicBezTo>
                <a:lnTo>
                  <a:pt x="3853" y="16682"/>
                </a:lnTo>
                <a:cubicBezTo>
                  <a:pt x="3853" y="16555"/>
                  <a:pt x="3762" y="16478"/>
                  <a:pt x="3680" y="16498"/>
                </a:cubicBezTo>
                <a:close/>
              </a:path>
            </a:pathLst>
          </a:cu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8" name="Groei"/>
          <p:cNvSpPr txBox="1"/>
          <p:nvPr/>
        </p:nvSpPr>
        <p:spPr>
          <a:xfrm>
            <a:off x="16444772" y="8175049"/>
            <a:ext cx="1999735" cy="162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Groei</a:t>
            </a:r>
          </a:p>
        </p:txBody>
      </p:sp>
      <p:sp>
        <p:nvSpPr>
          <p:cNvPr id="379" name="Bosch"/>
          <p:cNvSpPr txBox="1"/>
          <p:nvPr/>
        </p:nvSpPr>
        <p:spPr>
          <a:xfrm>
            <a:off x="1511459" y="8175049"/>
            <a:ext cx="2207202" cy="162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Bosch</a:t>
            </a:r>
          </a:p>
        </p:txBody>
      </p:sp>
      <p:sp>
        <p:nvSpPr>
          <p:cNvPr id="380" name="Strijdbaar"/>
          <p:cNvSpPr txBox="1"/>
          <p:nvPr/>
        </p:nvSpPr>
        <p:spPr>
          <a:xfrm>
            <a:off x="5860490" y="8175049"/>
            <a:ext cx="3560346" cy="162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Strijdbaar</a:t>
            </a:r>
          </a:p>
        </p:txBody>
      </p:sp>
      <p:sp>
        <p:nvSpPr>
          <p:cNvPr id="381" name="Gastvrij"/>
          <p:cNvSpPr txBox="1"/>
          <p:nvPr/>
        </p:nvSpPr>
        <p:spPr>
          <a:xfrm>
            <a:off x="20229340" y="8175049"/>
            <a:ext cx="2914136" cy="1620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Gastvrij</a:t>
            </a:r>
          </a:p>
        </p:txBody>
      </p:sp>
      <p:pic>
        <p:nvPicPr>
          <p:cNvPr id="382" name="png-clipart-handshake-others-blue-hand.png" descr="png-clipart-handshake-others-blue-hand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0427039" y="9537758"/>
            <a:ext cx="2518735" cy="1528033"/>
          </a:xfrm>
          <a:prstGeom prst="rect">
            <a:avLst/>
          </a:prstGeom>
          <a:ln w="12700">
            <a:miter lim="400000"/>
          </a:ln>
        </p:spPr>
      </p:pic>
      <p:sp>
        <p:nvSpPr>
          <p:cNvPr id="383" name="Rechthoek"/>
          <p:cNvSpPr/>
          <p:nvPr/>
        </p:nvSpPr>
        <p:spPr>
          <a:xfrm>
            <a:off x="6192523" y="10189485"/>
            <a:ext cx="994252" cy="931864"/>
          </a:xfrm>
          <a:prstGeom prst="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4" name="Rechthoek"/>
          <p:cNvSpPr/>
          <p:nvPr/>
        </p:nvSpPr>
        <p:spPr>
          <a:xfrm>
            <a:off x="8111162" y="10189484"/>
            <a:ext cx="994252" cy="931863"/>
          </a:xfrm>
          <a:prstGeom prst="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5" name="Rechthoek"/>
          <p:cNvSpPr/>
          <p:nvPr/>
        </p:nvSpPr>
        <p:spPr>
          <a:xfrm>
            <a:off x="7177419" y="9627182"/>
            <a:ext cx="994252" cy="1494166"/>
          </a:xfrm>
          <a:prstGeom prst="rect">
            <a:avLst/>
          </a:prstGeom>
          <a:solidFill>
            <a:srgbClr val="FFFFFF"/>
          </a:solidFill>
          <a:ln w="25400">
            <a:solidFill>
              <a:srgbClr val="4F81BD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6" name="1"/>
          <p:cNvSpPr txBox="1"/>
          <p:nvPr/>
        </p:nvSpPr>
        <p:spPr>
          <a:xfrm>
            <a:off x="7412014" y="9859236"/>
            <a:ext cx="520830" cy="880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defTabSz="1219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115AA3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87" name="3"/>
          <p:cNvSpPr txBox="1"/>
          <p:nvPr/>
        </p:nvSpPr>
        <p:spPr>
          <a:xfrm>
            <a:off x="8455107" y="10212877"/>
            <a:ext cx="520830" cy="880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defTabSz="1219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115AA3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88" name="2"/>
          <p:cNvSpPr txBox="1"/>
          <p:nvPr/>
        </p:nvSpPr>
        <p:spPr>
          <a:xfrm>
            <a:off x="6427118" y="10212877"/>
            <a:ext cx="520830" cy="880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defTabSz="1219200">
              <a:lnSpc>
                <a:spcPct val="100000"/>
              </a:lnSpc>
              <a:spcBef>
                <a:spcPts val="0"/>
              </a:spcBef>
              <a:defRPr sz="6000">
                <a:solidFill>
                  <a:srgbClr val="115AA3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2</a:t>
            </a:r>
          </a:p>
        </p:txBody>
      </p:sp>
      <p:pic>
        <p:nvPicPr>
          <p:cNvPr id="389" name="2b0643c0c0b5949fdfe730edb3ff8947.psd" descr="2b0643c0c0b5949fdfe730edb3ff8947.psd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416132" y="8946827"/>
            <a:ext cx="2854876" cy="2854876"/>
          </a:xfrm>
          <a:prstGeom prst="rect">
            <a:avLst/>
          </a:prstGeom>
          <a:ln w="12700">
            <a:miter lim="400000"/>
          </a:ln>
        </p:spPr>
      </p:pic>
      <p:sp>
        <p:nvSpPr>
          <p:cNvPr id="390" name="Lijn"/>
          <p:cNvSpPr/>
          <p:nvPr/>
        </p:nvSpPr>
        <p:spPr>
          <a:xfrm flipV="1">
            <a:off x="5064691" y="8345544"/>
            <a:ext cx="1" cy="3174768"/>
          </a:xfrm>
          <a:prstGeom prst="line">
            <a:avLst/>
          </a:prstGeom>
          <a:ln w="254000">
            <a:solidFill>
              <a:srgbClr val="FFFFFF">
                <a:alpha val="48586"/>
              </a:srgbClr>
            </a:solidFill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1" name="Lijn"/>
          <p:cNvSpPr/>
          <p:nvPr/>
        </p:nvSpPr>
        <p:spPr>
          <a:xfrm flipV="1">
            <a:off x="10216635" y="8345544"/>
            <a:ext cx="1" cy="3174768"/>
          </a:xfrm>
          <a:prstGeom prst="line">
            <a:avLst/>
          </a:prstGeom>
          <a:ln w="254000">
            <a:solidFill>
              <a:srgbClr val="FFFFFF">
                <a:alpha val="48586"/>
              </a:srgbClr>
            </a:solidFill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2" name="Lijn"/>
          <p:cNvSpPr/>
          <p:nvPr/>
        </p:nvSpPr>
        <p:spPr>
          <a:xfrm flipV="1">
            <a:off x="15426918" y="8345544"/>
            <a:ext cx="1" cy="3174768"/>
          </a:xfrm>
          <a:prstGeom prst="line">
            <a:avLst/>
          </a:prstGeom>
          <a:ln w="254000">
            <a:solidFill>
              <a:srgbClr val="FFFFFF">
                <a:alpha val="48586"/>
              </a:srgbClr>
            </a:solidFill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3" name="Lijn"/>
          <p:cNvSpPr/>
          <p:nvPr/>
        </p:nvSpPr>
        <p:spPr>
          <a:xfrm flipV="1">
            <a:off x="19462360" y="8345544"/>
            <a:ext cx="1" cy="3174768"/>
          </a:xfrm>
          <a:prstGeom prst="line">
            <a:avLst/>
          </a:prstGeom>
          <a:ln w="254000">
            <a:solidFill>
              <a:srgbClr val="FFFFFF">
                <a:alpha val="48586"/>
              </a:srgbClr>
            </a:solidFill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4" name="Kernwaarden"/>
          <p:cNvSpPr txBox="1"/>
          <p:nvPr/>
        </p:nvSpPr>
        <p:spPr>
          <a:xfrm>
            <a:off x="5735738" y="16606"/>
            <a:ext cx="14379804" cy="24841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60959" tIns="60959" rIns="60959" bIns="60959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152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Kernwaarden</a:t>
            </a:r>
          </a:p>
        </p:txBody>
      </p:sp>
      <p:sp>
        <p:nvSpPr>
          <p:cNvPr id="395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Leeg kopie 5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BFG"/>
          <p:cNvSpPr txBox="1"/>
          <p:nvPr/>
        </p:nvSpPr>
        <p:spPr>
          <a:xfrm>
            <a:off x="311614" y="568632"/>
            <a:ext cx="2854877" cy="14097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spc="900" sz="9000">
                <a:solidFill>
                  <a:srgbClr val="AF8B31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BFG</a:t>
            </a:r>
          </a:p>
        </p:txBody>
      </p:sp>
      <p:sp>
        <p:nvSpPr>
          <p:cNvPr id="403" name="Playing style"/>
          <p:cNvSpPr txBox="1"/>
          <p:nvPr/>
        </p:nvSpPr>
        <p:spPr>
          <a:xfrm>
            <a:off x="392898" y="358972"/>
            <a:ext cx="2854876" cy="368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Playing style</a:t>
            </a:r>
          </a:p>
        </p:txBody>
      </p:sp>
      <p:sp>
        <p:nvSpPr>
          <p:cNvPr id="404" name="Lijn"/>
          <p:cNvSpPr/>
          <p:nvPr/>
        </p:nvSpPr>
        <p:spPr>
          <a:xfrm>
            <a:off x="361971" y="1983338"/>
            <a:ext cx="2364487" cy="1"/>
          </a:xfrm>
          <a:prstGeom prst="line">
            <a:avLst/>
          </a:prstGeom>
          <a:ln w="50800">
            <a:solidFill>
              <a:srgbClr val="AF8B31"/>
            </a:solidFill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lnSpc>
                <a:spcPct val="100000"/>
              </a:lnSpc>
              <a:spcBef>
                <a:spcPts val="0"/>
              </a:spcBef>
              <a:defRPr sz="34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pic>
        <p:nvPicPr>
          <p:cNvPr id="405" name="FC DEN BOSCH LOGO.png" descr="FC DEN BOSCH 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7532" y="2363010"/>
            <a:ext cx="1673365" cy="1673364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</p:spPr>
      </p:pic>
      <p:pic>
        <p:nvPicPr>
          <p:cNvPr id="406" name="Afbeelding" descr="Afbeeldi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233634" y="12851404"/>
            <a:ext cx="5807787" cy="76406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</p:spPr>
      </p:pic>
      <p:sp>
        <p:nvSpPr>
          <p:cNvPr id="407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Leeg kopie 4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Rechthoek"/>
          <p:cNvSpPr/>
          <p:nvPr/>
        </p:nvSpPr>
        <p:spPr>
          <a:xfrm>
            <a:off x="7815068" y="4444274"/>
            <a:ext cx="8290361" cy="8894627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5" name="Rechthoek"/>
          <p:cNvSpPr/>
          <p:nvPr/>
        </p:nvSpPr>
        <p:spPr>
          <a:xfrm>
            <a:off x="16457759" y="4542439"/>
            <a:ext cx="7806637" cy="4722416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6" name="Rechthoek"/>
          <p:cNvSpPr/>
          <p:nvPr/>
        </p:nvSpPr>
        <p:spPr>
          <a:xfrm>
            <a:off x="16452494" y="238399"/>
            <a:ext cx="7806637" cy="4035878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7" name="Rechthoek"/>
          <p:cNvSpPr/>
          <p:nvPr/>
        </p:nvSpPr>
        <p:spPr>
          <a:xfrm>
            <a:off x="16426792" y="9533017"/>
            <a:ext cx="7806637" cy="3837643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8" name="Rechthoek"/>
          <p:cNvSpPr/>
          <p:nvPr/>
        </p:nvSpPr>
        <p:spPr>
          <a:xfrm>
            <a:off x="7815068" y="238399"/>
            <a:ext cx="8290361" cy="4035878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9" name="Rechthoek"/>
          <p:cNvSpPr/>
          <p:nvPr/>
        </p:nvSpPr>
        <p:spPr>
          <a:xfrm>
            <a:off x="236820" y="238399"/>
            <a:ext cx="7296901" cy="8630211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0" name="Rechthoek"/>
          <p:cNvSpPr/>
          <p:nvPr/>
        </p:nvSpPr>
        <p:spPr>
          <a:xfrm>
            <a:off x="236820" y="9184885"/>
            <a:ext cx="7296901" cy="4159116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421" name="Afbeelding" descr="Afbeelding"/>
          <p:cNvPicPr>
            <a:picLocks noChangeAspect="1"/>
          </p:cNvPicPr>
          <p:nvPr/>
        </p:nvPicPr>
        <p:blipFill>
          <a:blip r:embed="rId2">
            <a:alphaModFix amt="70678"/>
            <a:extLst/>
          </a:blip>
          <a:stretch>
            <a:fillRect/>
          </a:stretch>
        </p:blipFill>
        <p:spPr>
          <a:xfrm>
            <a:off x="5242424" y="215842"/>
            <a:ext cx="13520184" cy="13621452"/>
          </a:xfrm>
          <a:prstGeom prst="rect">
            <a:avLst/>
          </a:prstGeom>
          <a:ln w="12700">
            <a:miter lim="400000"/>
          </a:ln>
        </p:spPr>
      </p:pic>
      <p:sp>
        <p:nvSpPr>
          <p:cNvPr id="422" name="TextBox 38"/>
          <p:cNvSpPr txBox="1"/>
          <p:nvPr/>
        </p:nvSpPr>
        <p:spPr>
          <a:xfrm>
            <a:off x="891013" y="2456481"/>
            <a:ext cx="2233183" cy="802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Date of birth </a:t>
            </a:r>
          </a:p>
        </p:txBody>
      </p:sp>
      <p:sp>
        <p:nvSpPr>
          <p:cNvPr id="423" name="TextBox 38"/>
          <p:cNvSpPr txBox="1"/>
          <p:nvPr/>
        </p:nvSpPr>
        <p:spPr>
          <a:xfrm>
            <a:off x="891013" y="3178619"/>
            <a:ext cx="2233183" cy="802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City of Birth </a:t>
            </a:r>
          </a:p>
        </p:txBody>
      </p:sp>
      <p:sp>
        <p:nvSpPr>
          <p:cNvPr id="424" name="TextBox 38"/>
          <p:cNvSpPr txBox="1"/>
          <p:nvPr/>
        </p:nvSpPr>
        <p:spPr>
          <a:xfrm>
            <a:off x="123369" y="3923686"/>
            <a:ext cx="3000827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Nationality</a:t>
            </a:r>
          </a:p>
        </p:txBody>
      </p:sp>
      <p:sp>
        <p:nvSpPr>
          <p:cNvPr id="425" name="TextBox 38"/>
          <p:cNvSpPr txBox="1"/>
          <p:nvPr/>
        </p:nvSpPr>
        <p:spPr>
          <a:xfrm>
            <a:off x="891013" y="4690521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Height</a:t>
            </a:r>
          </a:p>
        </p:txBody>
      </p:sp>
      <p:sp>
        <p:nvSpPr>
          <p:cNvPr id="426" name="TextBox 38"/>
          <p:cNvSpPr txBox="1"/>
          <p:nvPr/>
        </p:nvSpPr>
        <p:spPr>
          <a:xfrm>
            <a:off x="891013" y="5390891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Preferred foot</a:t>
            </a:r>
          </a:p>
        </p:txBody>
      </p:sp>
      <p:sp>
        <p:nvSpPr>
          <p:cNvPr id="427" name="TextBox 38"/>
          <p:cNvSpPr txBox="1"/>
          <p:nvPr/>
        </p:nvSpPr>
        <p:spPr>
          <a:xfrm>
            <a:off x="891013" y="6180654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Position</a:t>
            </a:r>
          </a:p>
        </p:txBody>
      </p:sp>
      <p:sp>
        <p:nvSpPr>
          <p:cNvPr id="428" name="TextBox 38"/>
          <p:cNvSpPr txBox="1"/>
          <p:nvPr/>
        </p:nvSpPr>
        <p:spPr>
          <a:xfrm>
            <a:off x="891013" y="6924561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League</a:t>
            </a:r>
          </a:p>
        </p:txBody>
      </p:sp>
      <p:sp>
        <p:nvSpPr>
          <p:cNvPr id="429" name="TextBox 38"/>
          <p:cNvSpPr txBox="1"/>
          <p:nvPr/>
        </p:nvSpPr>
        <p:spPr>
          <a:xfrm>
            <a:off x="891013" y="7670787"/>
            <a:ext cx="2233183" cy="802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Club</a:t>
            </a:r>
          </a:p>
        </p:txBody>
      </p:sp>
      <p:sp>
        <p:nvSpPr>
          <p:cNvPr id="430" name="Freeform 5"/>
          <p:cNvSpPr/>
          <p:nvPr/>
        </p:nvSpPr>
        <p:spPr>
          <a:xfrm>
            <a:off x="1391022" y="2443754"/>
            <a:ext cx="5347679" cy="2540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">
            <a:miter lim="400000"/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1" name="Freeform 6"/>
          <p:cNvSpPr/>
          <p:nvPr/>
        </p:nvSpPr>
        <p:spPr>
          <a:xfrm>
            <a:off x="3354632" y="2618088"/>
            <a:ext cx="3849867" cy="6101372"/>
          </a:xfrm>
          <a:prstGeom prst="rect">
            <a:avLst/>
          </a:prstGeom>
          <a:blipFill>
            <a:blip r:embed="rId4"/>
            <a:stretch>
              <a:fillRect/>
            </a:stretch>
          </a:blipFill>
          <a:ln w="12700">
            <a:miter lim="400000"/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2" name="Rechthoek"/>
          <p:cNvSpPr/>
          <p:nvPr/>
        </p:nvSpPr>
        <p:spPr>
          <a:xfrm>
            <a:off x="11216502" y="979918"/>
            <a:ext cx="2113565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3" name="Rechthoek"/>
          <p:cNvSpPr/>
          <p:nvPr/>
        </p:nvSpPr>
        <p:spPr>
          <a:xfrm>
            <a:off x="13606960" y="979918"/>
            <a:ext cx="2113564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4" name="Rechthoek"/>
          <p:cNvSpPr/>
          <p:nvPr/>
        </p:nvSpPr>
        <p:spPr>
          <a:xfrm>
            <a:off x="11216502" y="1711934"/>
            <a:ext cx="2113565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5" name="Rechthoek"/>
          <p:cNvSpPr/>
          <p:nvPr/>
        </p:nvSpPr>
        <p:spPr>
          <a:xfrm>
            <a:off x="13606960" y="1711934"/>
            <a:ext cx="2113564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6" name="Rechthoek"/>
          <p:cNvSpPr/>
          <p:nvPr/>
        </p:nvSpPr>
        <p:spPr>
          <a:xfrm>
            <a:off x="11216502" y="2499905"/>
            <a:ext cx="2113565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7" name="Rechthoek"/>
          <p:cNvSpPr/>
          <p:nvPr/>
        </p:nvSpPr>
        <p:spPr>
          <a:xfrm>
            <a:off x="13606960" y="2499905"/>
            <a:ext cx="2113564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8" name="Rechthoek"/>
          <p:cNvSpPr/>
          <p:nvPr/>
        </p:nvSpPr>
        <p:spPr>
          <a:xfrm>
            <a:off x="11216502" y="3275850"/>
            <a:ext cx="2113565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9" name="Rechthoek"/>
          <p:cNvSpPr/>
          <p:nvPr/>
        </p:nvSpPr>
        <p:spPr>
          <a:xfrm>
            <a:off x="13606960" y="3275850"/>
            <a:ext cx="2113564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0" name="TextBox 40"/>
          <p:cNvSpPr txBox="1"/>
          <p:nvPr/>
        </p:nvSpPr>
        <p:spPr>
          <a:xfrm>
            <a:off x="7997574" y="131715"/>
            <a:ext cx="1806256" cy="35795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9200">
              <a:lnSpc>
                <a:spcPts val="56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b="1">
                <a:solidFill>
                  <a:srgbClr val="000000"/>
                </a:solidFill>
              </a:rPr>
              <a:t>Stats</a:t>
            </a:r>
            <a:r>
              <a:t> </a:t>
            </a:r>
          </a:p>
          <a:p>
            <a:pPr defTabSz="1219200">
              <a:lnSpc>
                <a:spcPts val="56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Matches</a:t>
            </a:r>
          </a:p>
          <a:p>
            <a:pPr defTabSz="1219200">
              <a:lnSpc>
                <a:spcPts val="61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Minutes</a:t>
            </a:r>
          </a:p>
          <a:p>
            <a:pPr defTabSz="1219200">
              <a:lnSpc>
                <a:spcPts val="5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Goals</a:t>
            </a:r>
          </a:p>
          <a:p>
            <a:pPr defTabSz="1219200">
              <a:lnSpc>
                <a:spcPts val="61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Assists</a:t>
            </a:r>
          </a:p>
        </p:txBody>
      </p:sp>
      <p:sp>
        <p:nvSpPr>
          <p:cNvPr id="441" name="TextBox 41"/>
          <p:cNvSpPr txBox="1"/>
          <p:nvPr/>
        </p:nvSpPr>
        <p:spPr>
          <a:xfrm>
            <a:off x="16747566" y="9751274"/>
            <a:ext cx="2755075" cy="463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VIDEO &amp; LIVE</a:t>
            </a:r>
          </a:p>
        </p:txBody>
      </p:sp>
      <p:sp>
        <p:nvSpPr>
          <p:cNvPr id="442" name="TextBox 45"/>
          <p:cNvSpPr txBox="1"/>
          <p:nvPr/>
        </p:nvSpPr>
        <p:spPr>
          <a:xfrm>
            <a:off x="16630229" y="1300195"/>
            <a:ext cx="3041456" cy="2430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End of contract</a:t>
            </a:r>
          </a:p>
          <a:p>
            <a: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Agency</a:t>
            </a:r>
          </a:p>
          <a:p>
            <a: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Agent</a:t>
            </a:r>
          </a:p>
        </p:txBody>
      </p:sp>
      <p:sp>
        <p:nvSpPr>
          <p:cNvPr id="443" name="Rechthoek"/>
          <p:cNvSpPr/>
          <p:nvPr/>
        </p:nvSpPr>
        <p:spPr>
          <a:xfrm>
            <a:off x="19633159" y="1257722"/>
            <a:ext cx="3624259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4" name="Rechthoek"/>
          <p:cNvSpPr/>
          <p:nvPr/>
        </p:nvSpPr>
        <p:spPr>
          <a:xfrm>
            <a:off x="19633159" y="2189245"/>
            <a:ext cx="3624259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5" name="Rechthoek"/>
          <p:cNvSpPr/>
          <p:nvPr/>
        </p:nvSpPr>
        <p:spPr>
          <a:xfrm>
            <a:off x="19633159" y="3227717"/>
            <a:ext cx="3624259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6" name="TextBox 46"/>
          <p:cNvSpPr txBox="1"/>
          <p:nvPr/>
        </p:nvSpPr>
        <p:spPr>
          <a:xfrm>
            <a:off x="16673594" y="5477978"/>
            <a:ext cx="2913549" cy="24307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Prediction year 1</a:t>
            </a:r>
            <a:endParaRPr>
              <a:latin typeface="Avenir Next Condensed Regular"/>
              <a:ea typeface="Avenir Next Condensed Regular"/>
              <a:cs typeface="Avenir Next Condensed Regular"/>
              <a:sym typeface="Avenir Next Condensed Regular"/>
            </a:endParaRPr>
          </a:p>
          <a:p>
            <a: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Prediction year 2</a:t>
            </a:r>
          </a:p>
          <a:p>
            <a: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Next step</a:t>
            </a:r>
          </a:p>
        </p:txBody>
      </p:sp>
      <p:sp>
        <p:nvSpPr>
          <p:cNvPr id="447" name="Rechthoek"/>
          <p:cNvSpPr/>
          <p:nvPr/>
        </p:nvSpPr>
        <p:spPr>
          <a:xfrm>
            <a:off x="19626059" y="5362892"/>
            <a:ext cx="3648990" cy="606011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8" name="Rechthoek"/>
          <p:cNvSpPr/>
          <p:nvPr/>
        </p:nvSpPr>
        <p:spPr>
          <a:xfrm>
            <a:off x="19626059" y="6397011"/>
            <a:ext cx="3648990" cy="606011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9" name="Rechthoek"/>
          <p:cNvSpPr/>
          <p:nvPr/>
        </p:nvSpPr>
        <p:spPr>
          <a:xfrm>
            <a:off x="19626059" y="7396204"/>
            <a:ext cx="3648990" cy="606010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0" name="Rechthoek"/>
          <p:cNvSpPr/>
          <p:nvPr/>
        </p:nvSpPr>
        <p:spPr>
          <a:xfrm>
            <a:off x="19352877" y="9763974"/>
            <a:ext cx="4161630" cy="337572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1" name="TextBox 43"/>
          <p:cNvSpPr txBox="1"/>
          <p:nvPr/>
        </p:nvSpPr>
        <p:spPr>
          <a:xfrm>
            <a:off x="11062703" y="334915"/>
            <a:ext cx="2460588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Most recent season</a:t>
            </a:r>
          </a:p>
        </p:txBody>
      </p:sp>
      <p:sp>
        <p:nvSpPr>
          <p:cNvPr id="452" name="TextBox 44"/>
          <p:cNvSpPr txBox="1"/>
          <p:nvPr/>
        </p:nvSpPr>
        <p:spPr>
          <a:xfrm>
            <a:off x="14088420" y="334915"/>
            <a:ext cx="1150645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Career</a:t>
            </a:r>
          </a:p>
        </p:txBody>
      </p:sp>
      <p:sp>
        <p:nvSpPr>
          <p:cNvPr id="453" name="TextBox 47"/>
          <p:cNvSpPr txBox="1"/>
          <p:nvPr/>
        </p:nvSpPr>
        <p:spPr>
          <a:xfrm>
            <a:off x="8001808" y="4562919"/>
            <a:ext cx="3000827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9200">
              <a:lnSpc>
                <a:spcPts val="3400"/>
              </a:lnSpc>
              <a:spcBef>
                <a:spcPts val="0"/>
              </a:spcBef>
              <a:defRPr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b="1" cap="all"/>
              <a:t>Summary scouting</a:t>
            </a:r>
            <a:r>
              <a:rPr b="1"/>
              <a:t>:</a:t>
            </a:r>
          </a:p>
        </p:txBody>
      </p:sp>
      <p:pic>
        <p:nvPicPr>
          <p:cNvPr id="454" name="pasted-image.tiff" descr="pasted-image.tiff"/>
          <p:cNvPicPr>
            <a:picLocks noChangeAspect="1"/>
          </p:cNvPicPr>
          <p:nvPr/>
        </p:nvPicPr>
        <p:blipFill>
          <a:blip r:embed="rId5">
            <a:alphaModFix amt="85000"/>
            <a:extLst/>
          </a:blip>
          <a:srcRect l="4545" t="19455" r="2655" b="21337"/>
          <a:stretch>
            <a:fillRect/>
          </a:stretch>
        </p:blipFill>
        <p:spPr>
          <a:xfrm rot="16200000">
            <a:off x="3920726" y="10035712"/>
            <a:ext cx="3792538" cy="2509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10742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455" name="Rechthoek"/>
          <p:cNvSpPr/>
          <p:nvPr/>
        </p:nvSpPr>
        <p:spPr>
          <a:xfrm>
            <a:off x="4415474" y="9240539"/>
            <a:ext cx="2808750" cy="4047808"/>
          </a:xfrm>
          <a:prstGeom prst="rect">
            <a:avLst/>
          </a:prstGeom>
          <a:ln w="1905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800"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456" name="TextBox 41"/>
          <p:cNvSpPr txBox="1"/>
          <p:nvPr/>
        </p:nvSpPr>
        <p:spPr>
          <a:xfrm>
            <a:off x="415366" y="9395674"/>
            <a:ext cx="2755075" cy="463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PLAYER PROFILE</a:t>
            </a:r>
          </a:p>
        </p:txBody>
      </p:sp>
      <p:sp>
        <p:nvSpPr>
          <p:cNvPr id="457" name="TextBox 47"/>
          <p:cNvSpPr txBox="1"/>
          <p:nvPr/>
        </p:nvSpPr>
        <p:spPr>
          <a:xfrm>
            <a:off x="16629955" y="4650592"/>
            <a:ext cx="3000827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b="1" cap="all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 b="0" cap="none"/>
            </a:pPr>
            <a:r>
              <a:rPr b="1" cap="all"/>
              <a:t>Predictions</a:t>
            </a:r>
          </a:p>
        </p:txBody>
      </p:sp>
      <p:sp>
        <p:nvSpPr>
          <p:cNvPr id="458" name="TextBox 47"/>
          <p:cNvSpPr txBox="1"/>
          <p:nvPr/>
        </p:nvSpPr>
        <p:spPr>
          <a:xfrm>
            <a:off x="16650544" y="334915"/>
            <a:ext cx="3000827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b="1" cap="all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 b="0" cap="none"/>
            </a:pPr>
            <a:r>
              <a:rPr b="1" cap="all"/>
              <a:t>Transfer details</a:t>
            </a:r>
          </a:p>
        </p:txBody>
      </p:sp>
      <p:sp>
        <p:nvSpPr>
          <p:cNvPr id="459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Leeg kopie 7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Afbeelding" descr="Afbeelding"/>
          <p:cNvPicPr>
            <a:picLocks noChangeAspect="1"/>
          </p:cNvPicPr>
          <p:nvPr/>
        </p:nvPicPr>
        <p:blipFill>
          <a:blip r:embed="rId2">
            <a:alphaModFix amt="70678"/>
            <a:extLst/>
          </a:blip>
          <a:stretch>
            <a:fillRect/>
          </a:stretch>
        </p:blipFill>
        <p:spPr>
          <a:xfrm>
            <a:off x="5242424" y="215842"/>
            <a:ext cx="13520184" cy="13621452"/>
          </a:xfrm>
          <a:prstGeom prst="rect">
            <a:avLst/>
          </a:prstGeom>
          <a:ln w="12700">
            <a:miter lim="400000"/>
          </a:ln>
        </p:spPr>
      </p:pic>
      <p:sp>
        <p:nvSpPr>
          <p:cNvPr id="467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ensief kopp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475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76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77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78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79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0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481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82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ensief koppen kop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9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490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91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92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493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94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5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496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497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owerpl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29893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505" name="Rechthoek"/>
          <p:cNvSpPr/>
          <p:nvPr/>
        </p:nvSpPr>
        <p:spPr>
          <a:xfrm>
            <a:off x="-76200" y="-134625"/>
            <a:ext cx="24536400" cy="1283180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06" name="Lijn"/>
          <p:cNvSpPr/>
          <p:nvPr/>
        </p:nvSpPr>
        <p:spPr>
          <a:xfrm>
            <a:off x="-257710" y="1167692"/>
            <a:ext cx="24899421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07" name="Duelkracht"/>
          <p:cNvSpPr txBox="1"/>
          <p:nvPr/>
        </p:nvSpPr>
        <p:spPr>
          <a:xfrm>
            <a:off x="303013" y="49765"/>
            <a:ext cx="22098604" cy="91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Duelkracht</a:t>
            </a:r>
          </a:p>
        </p:txBody>
      </p:sp>
      <p:sp>
        <p:nvSpPr>
          <p:cNvPr id="508" name="Freeform 7"/>
          <p:cNvSpPr/>
          <p:nvPr/>
        </p:nvSpPr>
        <p:spPr>
          <a:xfrm>
            <a:off x="8048178" y="126324"/>
            <a:ext cx="6759836" cy="818792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9" name="TextBox 30"/>
          <p:cNvSpPr txBox="1"/>
          <p:nvPr/>
        </p:nvSpPr>
        <p:spPr>
          <a:xfrm>
            <a:off x="8018664" y="202165"/>
            <a:ext cx="6818864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“Geslaagde pogingen om de bal te winnen / behouden in fysieke duels”</a:t>
            </a:r>
          </a:p>
        </p:txBody>
      </p:sp>
      <p:sp>
        <p:nvSpPr>
          <p:cNvPr id="510" name="Rechthoek"/>
          <p:cNvSpPr/>
          <p:nvPr/>
        </p:nvSpPr>
        <p:spPr>
          <a:xfrm>
            <a:off x="18499946" y="5188395"/>
            <a:ext cx="5796572" cy="8334712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11" name="."/>
          <p:cNvSpPr/>
          <p:nvPr/>
        </p:nvSpPr>
        <p:spPr>
          <a:xfrm>
            <a:off x="18612961" y="5810412"/>
            <a:ext cx="5570542" cy="7560818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.</a:t>
            </a:r>
          </a:p>
        </p:txBody>
      </p:sp>
      <p:sp>
        <p:nvSpPr>
          <p:cNvPr id="512" name="TextBox 20"/>
          <p:cNvSpPr txBox="1"/>
          <p:nvPr/>
        </p:nvSpPr>
        <p:spPr>
          <a:xfrm>
            <a:off x="18857202" y="1656969"/>
            <a:ext cx="3347718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513" name="Lijn"/>
          <p:cNvSpPr/>
          <p:nvPr/>
        </p:nvSpPr>
        <p:spPr>
          <a:xfrm>
            <a:off x="18878075" y="2047391"/>
            <a:ext cx="3084727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14" name="Lichaamsdeel…"/>
          <p:cNvSpPr txBox="1"/>
          <p:nvPr/>
        </p:nvSpPr>
        <p:spPr>
          <a:xfrm>
            <a:off x="18756351" y="2290079"/>
            <a:ext cx="2046834" cy="254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Lichaamsdeel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Grondduels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Luchtduels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Voorbereiding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Frequentie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515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m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29893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523" name="Rechthoek"/>
          <p:cNvSpPr/>
          <p:nvPr/>
        </p:nvSpPr>
        <p:spPr>
          <a:xfrm>
            <a:off x="-76200" y="-134625"/>
            <a:ext cx="24536400" cy="1283180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24" name="Lijn"/>
          <p:cNvSpPr/>
          <p:nvPr/>
        </p:nvSpPr>
        <p:spPr>
          <a:xfrm>
            <a:off x="-257710" y="1167692"/>
            <a:ext cx="24899421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25" name="Uithoudingsvermogen"/>
          <p:cNvSpPr txBox="1"/>
          <p:nvPr/>
        </p:nvSpPr>
        <p:spPr>
          <a:xfrm>
            <a:off x="303013" y="49765"/>
            <a:ext cx="9226948" cy="91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Uithoudingsvermogen</a:t>
            </a:r>
          </a:p>
        </p:txBody>
      </p:sp>
      <p:sp>
        <p:nvSpPr>
          <p:cNvPr id="526" name="Freeform 7"/>
          <p:cNvSpPr/>
          <p:nvPr/>
        </p:nvSpPr>
        <p:spPr>
          <a:xfrm>
            <a:off x="9699178" y="97569"/>
            <a:ext cx="6759836" cy="818792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7" name="TextBox 30"/>
          <p:cNvSpPr txBox="1"/>
          <p:nvPr/>
        </p:nvSpPr>
        <p:spPr>
          <a:xfrm>
            <a:off x="9669664" y="354565"/>
            <a:ext cx="681886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“Volhouden van de positie specifieke voetbalacties”</a:t>
            </a:r>
          </a:p>
        </p:txBody>
      </p:sp>
      <p:sp>
        <p:nvSpPr>
          <p:cNvPr id="528" name="Rechthoek"/>
          <p:cNvSpPr/>
          <p:nvPr/>
        </p:nvSpPr>
        <p:spPr>
          <a:xfrm>
            <a:off x="18499946" y="5188395"/>
            <a:ext cx="5796572" cy="8334712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29" name="."/>
          <p:cNvSpPr/>
          <p:nvPr/>
        </p:nvSpPr>
        <p:spPr>
          <a:xfrm>
            <a:off x="18612961" y="5810412"/>
            <a:ext cx="5570542" cy="7560818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.</a:t>
            </a:r>
          </a:p>
        </p:txBody>
      </p:sp>
      <p:sp>
        <p:nvSpPr>
          <p:cNvPr id="530" name="TextBox 20"/>
          <p:cNvSpPr txBox="1"/>
          <p:nvPr/>
        </p:nvSpPr>
        <p:spPr>
          <a:xfrm>
            <a:off x="18857202" y="1656969"/>
            <a:ext cx="3347718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531" name="Lijn"/>
          <p:cNvSpPr/>
          <p:nvPr/>
        </p:nvSpPr>
        <p:spPr>
          <a:xfrm>
            <a:off x="18878075" y="2047391"/>
            <a:ext cx="3084727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32" name="Intensiteit…"/>
          <p:cNvSpPr txBox="1"/>
          <p:nvPr/>
        </p:nvSpPr>
        <p:spPr>
          <a:xfrm>
            <a:off x="18756351" y="2442479"/>
            <a:ext cx="2498527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Intensiteit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Total distance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HI-runs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Sprints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90 min volhouden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Gemiddelde p/w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533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p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29893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541" name="Rechthoek"/>
          <p:cNvSpPr/>
          <p:nvPr/>
        </p:nvSpPr>
        <p:spPr>
          <a:xfrm>
            <a:off x="-76200" y="-134625"/>
            <a:ext cx="24536400" cy="1283180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42" name="Lijn"/>
          <p:cNvSpPr/>
          <p:nvPr/>
        </p:nvSpPr>
        <p:spPr>
          <a:xfrm>
            <a:off x="-257710" y="1167692"/>
            <a:ext cx="24899421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43" name="Snelheid"/>
          <p:cNvSpPr txBox="1"/>
          <p:nvPr/>
        </p:nvSpPr>
        <p:spPr>
          <a:xfrm>
            <a:off x="303013" y="49765"/>
            <a:ext cx="22098604" cy="91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 Light"/>
              <a:defRPr b="1" cap="all" sz="59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Snelheid</a:t>
            </a:r>
          </a:p>
        </p:txBody>
      </p:sp>
      <p:sp>
        <p:nvSpPr>
          <p:cNvPr id="544" name="Freeform 7"/>
          <p:cNvSpPr/>
          <p:nvPr/>
        </p:nvSpPr>
        <p:spPr>
          <a:xfrm>
            <a:off x="8048178" y="126324"/>
            <a:ext cx="6759836" cy="818792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5" name="TextBox 30"/>
          <p:cNvSpPr txBox="1"/>
          <p:nvPr/>
        </p:nvSpPr>
        <p:spPr>
          <a:xfrm>
            <a:off x="8018664" y="202165"/>
            <a:ext cx="6818864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0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“Absolute snelheid zonder bal” “Snelheid in de acties met bal” “Startsnelheid”</a:t>
            </a:r>
          </a:p>
        </p:txBody>
      </p:sp>
      <p:sp>
        <p:nvSpPr>
          <p:cNvPr id="546" name="Rechthoek"/>
          <p:cNvSpPr/>
          <p:nvPr/>
        </p:nvSpPr>
        <p:spPr>
          <a:xfrm>
            <a:off x="18499946" y="5188395"/>
            <a:ext cx="5796572" cy="8334712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547" name="."/>
          <p:cNvSpPr/>
          <p:nvPr/>
        </p:nvSpPr>
        <p:spPr>
          <a:xfrm>
            <a:off x="18612961" y="5810412"/>
            <a:ext cx="5570542" cy="7560818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.</a:t>
            </a:r>
          </a:p>
        </p:txBody>
      </p:sp>
      <p:sp>
        <p:nvSpPr>
          <p:cNvPr id="548" name="TextBox 20"/>
          <p:cNvSpPr txBox="1"/>
          <p:nvPr/>
        </p:nvSpPr>
        <p:spPr>
          <a:xfrm>
            <a:off x="18857202" y="1656969"/>
            <a:ext cx="3347718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549" name="Lijn"/>
          <p:cNvSpPr/>
          <p:nvPr/>
        </p:nvSpPr>
        <p:spPr>
          <a:xfrm>
            <a:off x="18878075" y="2047391"/>
            <a:ext cx="3084727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550" name="Topsnelheid…"/>
          <p:cNvSpPr txBox="1"/>
          <p:nvPr/>
        </p:nvSpPr>
        <p:spPr>
          <a:xfrm>
            <a:off x="18756351" y="2442479"/>
            <a:ext cx="3315718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Topsnelheid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Acceleratie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Paslengte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Grote / kleine afstanden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1e meters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20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551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Leeg kopie 4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Rechthoek"/>
          <p:cNvSpPr/>
          <p:nvPr/>
        </p:nvSpPr>
        <p:spPr>
          <a:xfrm>
            <a:off x="228588" y="9285347"/>
            <a:ext cx="7296900" cy="4159117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59" name="Rechthoek"/>
          <p:cNvSpPr/>
          <p:nvPr/>
        </p:nvSpPr>
        <p:spPr>
          <a:xfrm>
            <a:off x="16452494" y="4482161"/>
            <a:ext cx="7806637" cy="3843630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0" name="Rechthoek"/>
          <p:cNvSpPr/>
          <p:nvPr/>
        </p:nvSpPr>
        <p:spPr>
          <a:xfrm>
            <a:off x="7857335" y="8533674"/>
            <a:ext cx="8290361" cy="4920667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1" name="Rechthoek"/>
          <p:cNvSpPr/>
          <p:nvPr/>
        </p:nvSpPr>
        <p:spPr>
          <a:xfrm>
            <a:off x="16452494" y="8534379"/>
            <a:ext cx="7806637" cy="4919257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2" name="Rechthoek"/>
          <p:cNvSpPr/>
          <p:nvPr/>
        </p:nvSpPr>
        <p:spPr>
          <a:xfrm>
            <a:off x="16452494" y="238399"/>
            <a:ext cx="7806637" cy="4035878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3" name="Rechthoek"/>
          <p:cNvSpPr/>
          <p:nvPr/>
        </p:nvSpPr>
        <p:spPr>
          <a:xfrm>
            <a:off x="7815068" y="4485154"/>
            <a:ext cx="3971648" cy="3837643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4" name="Rechthoek"/>
          <p:cNvSpPr/>
          <p:nvPr/>
        </p:nvSpPr>
        <p:spPr>
          <a:xfrm>
            <a:off x="7815068" y="238399"/>
            <a:ext cx="8290361" cy="4035878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5" name="Rechthoek"/>
          <p:cNvSpPr/>
          <p:nvPr/>
        </p:nvSpPr>
        <p:spPr>
          <a:xfrm>
            <a:off x="236820" y="238399"/>
            <a:ext cx="7296901" cy="8630211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6" name="TextBox 38"/>
          <p:cNvSpPr txBox="1"/>
          <p:nvPr/>
        </p:nvSpPr>
        <p:spPr>
          <a:xfrm>
            <a:off x="891013" y="1796081"/>
            <a:ext cx="2233183" cy="802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Date of birth</a:t>
            </a:r>
          </a:p>
        </p:txBody>
      </p:sp>
      <p:sp>
        <p:nvSpPr>
          <p:cNvPr id="567" name="TextBox 38"/>
          <p:cNvSpPr txBox="1"/>
          <p:nvPr/>
        </p:nvSpPr>
        <p:spPr>
          <a:xfrm>
            <a:off x="891013" y="2556319"/>
            <a:ext cx="2233183" cy="8024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City of Birth </a:t>
            </a:r>
          </a:p>
        </p:txBody>
      </p:sp>
      <p:sp>
        <p:nvSpPr>
          <p:cNvPr id="568" name="TextBox 38"/>
          <p:cNvSpPr txBox="1"/>
          <p:nvPr/>
        </p:nvSpPr>
        <p:spPr>
          <a:xfrm>
            <a:off x="123369" y="3288686"/>
            <a:ext cx="3000827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Nationality</a:t>
            </a:r>
          </a:p>
        </p:txBody>
      </p:sp>
      <p:sp>
        <p:nvSpPr>
          <p:cNvPr id="569" name="TextBox 38"/>
          <p:cNvSpPr txBox="1"/>
          <p:nvPr/>
        </p:nvSpPr>
        <p:spPr>
          <a:xfrm>
            <a:off x="891013" y="4080921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Height</a:t>
            </a:r>
          </a:p>
        </p:txBody>
      </p:sp>
      <p:sp>
        <p:nvSpPr>
          <p:cNvPr id="570" name="TextBox 38"/>
          <p:cNvSpPr txBox="1"/>
          <p:nvPr/>
        </p:nvSpPr>
        <p:spPr>
          <a:xfrm>
            <a:off x="891013" y="4806691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Preferred foot</a:t>
            </a:r>
          </a:p>
        </p:txBody>
      </p:sp>
      <p:sp>
        <p:nvSpPr>
          <p:cNvPr id="571" name="TextBox 38"/>
          <p:cNvSpPr txBox="1"/>
          <p:nvPr/>
        </p:nvSpPr>
        <p:spPr>
          <a:xfrm>
            <a:off x="891013" y="5571054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Club</a:t>
            </a:r>
          </a:p>
        </p:txBody>
      </p:sp>
      <p:sp>
        <p:nvSpPr>
          <p:cNvPr id="572" name="TextBox 38"/>
          <p:cNvSpPr txBox="1"/>
          <p:nvPr/>
        </p:nvSpPr>
        <p:spPr>
          <a:xfrm>
            <a:off x="891013" y="6264161"/>
            <a:ext cx="2233183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League</a:t>
            </a:r>
          </a:p>
        </p:txBody>
      </p:sp>
      <p:sp>
        <p:nvSpPr>
          <p:cNvPr id="573" name="Freeform 5"/>
          <p:cNvSpPr/>
          <p:nvPr/>
        </p:nvSpPr>
        <p:spPr>
          <a:xfrm>
            <a:off x="1391022" y="1783354"/>
            <a:ext cx="5347679" cy="25401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12700">
            <a:miter lim="400000"/>
          </a:ln>
        </p:spPr>
        <p:txBody>
          <a:bodyPr lIns="60959" tIns="60959" rIns="60959" bIns="60959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4" name="Rechthoek"/>
          <p:cNvSpPr/>
          <p:nvPr/>
        </p:nvSpPr>
        <p:spPr>
          <a:xfrm>
            <a:off x="11216502" y="979918"/>
            <a:ext cx="2113565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5" name="Rechthoek"/>
          <p:cNvSpPr/>
          <p:nvPr/>
        </p:nvSpPr>
        <p:spPr>
          <a:xfrm>
            <a:off x="13606960" y="979918"/>
            <a:ext cx="2113564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6" name="Rechthoek"/>
          <p:cNvSpPr/>
          <p:nvPr/>
        </p:nvSpPr>
        <p:spPr>
          <a:xfrm>
            <a:off x="11216502" y="1711934"/>
            <a:ext cx="2113565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7" name="Rechthoek"/>
          <p:cNvSpPr/>
          <p:nvPr/>
        </p:nvSpPr>
        <p:spPr>
          <a:xfrm>
            <a:off x="13606960" y="1711934"/>
            <a:ext cx="2113564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8" name="Rechthoek"/>
          <p:cNvSpPr/>
          <p:nvPr/>
        </p:nvSpPr>
        <p:spPr>
          <a:xfrm>
            <a:off x="11216502" y="2499905"/>
            <a:ext cx="2113565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9" name="Rechthoek"/>
          <p:cNvSpPr/>
          <p:nvPr/>
        </p:nvSpPr>
        <p:spPr>
          <a:xfrm>
            <a:off x="13606960" y="2499905"/>
            <a:ext cx="2113564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0" name="Rechthoek"/>
          <p:cNvSpPr/>
          <p:nvPr/>
        </p:nvSpPr>
        <p:spPr>
          <a:xfrm>
            <a:off x="11216502" y="3275850"/>
            <a:ext cx="2113565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1" name="Rechthoek"/>
          <p:cNvSpPr/>
          <p:nvPr/>
        </p:nvSpPr>
        <p:spPr>
          <a:xfrm>
            <a:off x="13606960" y="3275850"/>
            <a:ext cx="2113564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2" name="TextBox 40"/>
          <p:cNvSpPr txBox="1"/>
          <p:nvPr/>
        </p:nvSpPr>
        <p:spPr>
          <a:xfrm>
            <a:off x="7997574" y="131715"/>
            <a:ext cx="1806256" cy="35795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9200">
              <a:lnSpc>
                <a:spcPts val="56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b="1">
                <a:solidFill>
                  <a:srgbClr val="000000"/>
                </a:solidFill>
              </a:rPr>
              <a:t>STATS</a:t>
            </a:r>
          </a:p>
          <a:p>
            <a:pPr defTabSz="1219200">
              <a:lnSpc>
                <a:spcPts val="56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Matches</a:t>
            </a:r>
          </a:p>
          <a:p>
            <a:pPr defTabSz="1219200">
              <a:lnSpc>
                <a:spcPts val="61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Minutes</a:t>
            </a:r>
          </a:p>
          <a:p>
            <a:pPr defTabSz="1219200">
              <a:lnSpc>
                <a:spcPts val="5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Goals</a:t>
            </a:r>
          </a:p>
          <a:p>
            <a:pPr defTabSz="1219200">
              <a:lnSpc>
                <a:spcPts val="61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Assists</a:t>
            </a:r>
          </a:p>
        </p:txBody>
      </p:sp>
      <p:sp>
        <p:nvSpPr>
          <p:cNvPr id="583" name="TextBox 41"/>
          <p:cNvSpPr txBox="1"/>
          <p:nvPr/>
        </p:nvSpPr>
        <p:spPr>
          <a:xfrm>
            <a:off x="7997574" y="4521379"/>
            <a:ext cx="2755075" cy="463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PLAYER RATING</a:t>
            </a:r>
          </a:p>
        </p:txBody>
      </p:sp>
      <p:sp>
        <p:nvSpPr>
          <p:cNvPr id="584" name="TextBox 46"/>
          <p:cNvSpPr txBox="1"/>
          <p:nvPr/>
        </p:nvSpPr>
        <p:spPr>
          <a:xfrm>
            <a:off x="16850858" y="10361248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Transfer value</a:t>
            </a:r>
          </a:p>
        </p:txBody>
      </p:sp>
      <p:sp>
        <p:nvSpPr>
          <p:cNvPr id="585" name="Rechthoek"/>
          <p:cNvSpPr/>
          <p:nvPr/>
        </p:nvSpPr>
        <p:spPr>
          <a:xfrm>
            <a:off x="19705480" y="11071458"/>
            <a:ext cx="3648991" cy="606010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6" name="Rechthoek"/>
          <p:cNvSpPr/>
          <p:nvPr/>
        </p:nvSpPr>
        <p:spPr>
          <a:xfrm>
            <a:off x="19705480" y="11818374"/>
            <a:ext cx="3648991" cy="606011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7" name="Rechthoek"/>
          <p:cNvSpPr/>
          <p:nvPr/>
        </p:nvSpPr>
        <p:spPr>
          <a:xfrm>
            <a:off x="19705480" y="12548075"/>
            <a:ext cx="3648991" cy="606010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8" name="Rechthoek"/>
          <p:cNvSpPr/>
          <p:nvPr/>
        </p:nvSpPr>
        <p:spPr>
          <a:xfrm>
            <a:off x="18197104" y="397811"/>
            <a:ext cx="5799755" cy="3717054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9" name="TextBox 43"/>
          <p:cNvSpPr txBox="1"/>
          <p:nvPr/>
        </p:nvSpPr>
        <p:spPr>
          <a:xfrm>
            <a:off x="11203802" y="334915"/>
            <a:ext cx="2138965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CURRENT SEASON</a:t>
            </a:r>
          </a:p>
        </p:txBody>
      </p:sp>
      <p:sp>
        <p:nvSpPr>
          <p:cNvPr id="590" name="TextBox 44"/>
          <p:cNvSpPr txBox="1"/>
          <p:nvPr/>
        </p:nvSpPr>
        <p:spPr>
          <a:xfrm>
            <a:off x="14088420" y="334915"/>
            <a:ext cx="1150645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CAREER</a:t>
            </a:r>
          </a:p>
        </p:txBody>
      </p:sp>
      <p:sp>
        <p:nvSpPr>
          <p:cNvPr id="591" name="TextBox 46"/>
          <p:cNvSpPr txBox="1"/>
          <p:nvPr/>
        </p:nvSpPr>
        <p:spPr>
          <a:xfrm>
            <a:off x="16766170" y="8728014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50000"/>
              </a:lnSpc>
              <a:spcBef>
                <a:spcPts val="0"/>
              </a:spcBef>
              <a:defRPr b="1" cap="all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 cap="none">
                <a:latin typeface="Cabin"/>
                <a:ea typeface="Cabin"/>
                <a:cs typeface="Cabin"/>
                <a:sym typeface="Cabin"/>
              </a:defRPr>
            </a:pPr>
            <a:r>
              <a:rPr cap="all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Transfer details</a:t>
            </a:r>
          </a:p>
        </p:txBody>
      </p:sp>
      <p:sp>
        <p:nvSpPr>
          <p:cNvPr id="592" name="TextBox 45"/>
          <p:cNvSpPr txBox="1"/>
          <p:nvPr/>
        </p:nvSpPr>
        <p:spPr>
          <a:xfrm>
            <a:off x="16681484" y="388073"/>
            <a:ext cx="174382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100000"/>
              </a:lnSpc>
              <a:spcBef>
                <a:spcPts val="0"/>
              </a:spcBef>
              <a:defRPr b="1" cap="all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 b="0" cap="none"/>
            </a:pPr>
            <a:r>
              <a:rPr b="1" cap="all"/>
              <a:t>Scouting</a:t>
            </a:r>
          </a:p>
        </p:txBody>
      </p:sp>
      <p:sp>
        <p:nvSpPr>
          <p:cNvPr id="593" name="TextBox 47"/>
          <p:cNvSpPr txBox="1"/>
          <p:nvPr/>
        </p:nvSpPr>
        <p:spPr>
          <a:xfrm>
            <a:off x="8044076" y="8652319"/>
            <a:ext cx="3000827" cy="463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9200">
              <a:lnSpc>
                <a:spcPts val="3400"/>
              </a:lnSpc>
              <a:spcBef>
                <a:spcPts val="0"/>
              </a:spcBef>
              <a:defRPr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rPr b="1" cap="all"/>
              <a:t>Summary scouting</a:t>
            </a:r>
            <a:r>
              <a:rPr b="1"/>
              <a:t>:</a:t>
            </a:r>
          </a:p>
        </p:txBody>
      </p:sp>
      <p:sp>
        <p:nvSpPr>
          <p:cNvPr id="594" name="Rechthoek"/>
          <p:cNvSpPr/>
          <p:nvPr/>
        </p:nvSpPr>
        <p:spPr>
          <a:xfrm>
            <a:off x="3602054" y="2095922"/>
            <a:ext cx="3624260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5" name="Rechthoek"/>
          <p:cNvSpPr/>
          <p:nvPr/>
        </p:nvSpPr>
        <p:spPr>
          <a:xfrm>
            <a:off x="3602054" y="2849645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6" name="Rechthoek"/>
          <p:cNvSpPr/>
          <p:nvPr/>
        </p:nvSpPr>
        <p:spPr>
          <a:xfrm>
            <a:off x="3602054" y="3607060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7" name="Rechthoek"/>
          <p:cNvSpPr/>
          <p:nvPr/>
        </p:nvSpPr>
        <p:spPr>
          <a:xfrm>
            <a:off x="3602054" y="4364475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8" name="Rechthoek"/>
          <p:cNvSpPr/>
          <p:nvPr/>
        </p:nvSpPr>
        <p:spPr>
          <a:xfrm>
            <a:off x="3602054" y="5118199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9" name="Rechthoek"/>
          <p:cNvSpPr/>
          <p:nvPr/>
        </p:nvSpPr>
        <p:spPr>
          <a:xfrm>
            <a:off x="3602054" y="5861842"/>
            <a:ext cx="3624260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00" name="Rechthoek"/>
          <p:cNvSpPr/>
          <p:nvPr/>
        </p:nvSpPr>
        <p:spPr>
          <a:xfrm>
            <a:off x="3602054" y="6609877"/>
            <a:ext cx="3624260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01" name="TextBox 38"/>
          <p:cNvSpPr txBox="1"/>
          <p:nvPr/>
        </p:nvSpPr>
        <p:spPr>
          <a:xfrm>
            <a:off x="890861" y="6999515"/>
            <a:ext cx="2233182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Agency</a:t>
            </a:r>
          </a:p>
        </p:txBody>
      </p:sp>
      <p:sp>
        <p:nvSpPr>
          <p:cNvPr id="602" name="Rechthoek"/>
          <p:cNvSpPr/>
          <p:nvPr/>
        </p:nvSpPr>
        <p:spPr>
          <a:xfrm>
            <a:off x="3601902" y="7345231"/>
            <a:ext cx="3624259" cy="587418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03" name="TextBox 38"/>
          <p:cNvSpPr txBox="1"/>
          <p:nvPr/>
        </p:nvSpPr>
        <p:spPr>
          <a:xfrm>
            <a:off x="890861" y="7733610"/>
            <a:ext cx="2233182" cy="16660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 defTabSz="1219200">
              <a:lnSpc>
                <a:spcPts val="68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Agent</a:t>
            </a:r>
          </a:p>
        </p:txBody>
      </p:sp>
      <p:sp>
        <p:nvSpPr>
          <p:cNvPr id="604" name="Rechthoek"/>
          <p:cNvSpPr/>
          <p:nvPr/>
        </p:nvSpPr>
        <p:spPr>
          <a:xfrm>
            <a:off x="3601902" y="8079326"/>
            <a:ext cx="3624259" cy="587417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05" name="Rechthoek"/>
          <p:cNvSpPr/>
          <p:nvPr/>
        </p:nvSpPr>
        <p:spPr>
          <a:xfrm>
            <a:off x="19705480" y="10315740"/>
            <a:ext cx="3648991" cy="606011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06" name="Rechthoek"/>
          <p:cNvSpPr/>
          <p:nvPr/>
        </p:nvSpPr>
        <p:spPr>
          <a:xfrm>
            <a:off x="19717846" y="9560023"/>
            <a:ext cx="3648990" cy="606010"/>
          </a:xfrm>
          <a:prstGeom prst="rect">
            <a:avLst/>
          </a:prstGeom>
          <a:solidFill>
            <a:srgbClr val="FFFFFF">
              <a:alpha val="50000"/>
            </a:srgbClr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07" name="TextBox 46"/>
          <p:cNvSpPr txBox="1"/>
          <p:nvPr/>
        </p:nvSpPr>
        <p:spPr>
          <a:xfrm>
            <a:off x="16850858" y="12641529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Next step</a:t>
            </a:r>
          </a:p>
        </p:txBody>
      </p:sp>
      <p:sp>
        <p:nvSpPr>
          <p:cNvPr id="608" name="TextBox 46"/>
          <p:cNvSpPr txBox="1"/>
          <p:nvPr/>
        </p:nvSpPr>
        <p:spPr>
          <a:xfrm>
            <a:off x="16850858" y="11884115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Prediction year 2</a:t>
            </a:r>
          </a:p>
        </p:txBody>
      </p:sp>
      <p:sp>
        <p:nvSpPr>
          <p:cNvPr id="609" name="TextBox 46"/>
          <p:cNvSpPr txBox="1"/>
          <p:nvPr/>
        </p:nvSpPr>
        <p:spPr>
          <a:xfrm>
            <a:off x="16850858" y="11101413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Prediction year 1</a:t>
            </a:r>
          </a:p>
        </p:txBody>
      </p:sp>
      <p:sp>
        <p:nvSpPr>
          <p:cNvPr id="610" name="TextBox 46"/>
          <p:cNvSpPr txBox="1"/>
          <p:nvPr/>
        </p:nvSpPr>
        <p:spPr>
          <a:xfrm>
            <a:off x="16850858" y="9615068"/>
            <a:ext cx="2913548" cy="419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ct val="240000"/>
              </a:lnSpc>
              <a:spcBef>
                <a:spcPts val="0"/>
              </a:spcBef>
              <a:defRPr sz="2400">
                <a:solidFill>
                  <a:srgbClr val="FFFFFF"/>
                </a:solid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>
              <a:defRPr>
                <a:latin typeface="Cabin"/>
                <a:ea typeface="Cabin"/>
                <a:cs typeface="Cabin"/>
                <a:sym typeface="Cabin"/>
              </a:defRPr>
            </a:pPr>
            <a:r>
              <a:rPr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rPr>
              <a:t>End of contract</a:t>
            </a:r>
          </a:p>
        </p:txBody>
      </p:sp>
      <p:sp>
        <p:nvSpPr>
          <p:cNvPr id="611" name="Rechthoek"/>
          <p:cNvSpPr/>
          <p:nvPr/>
        </p:nvSpPr>
        <p:spPr>
          <a:xfrm>
            <a:off x="12133781" y="4485154"/>
            <a:ext cx="3980337" cy="3837643"/>
          </a:xfrm>
          <a:prstGeom prst="rect">
            <a:avLst/>
          </a:prstGeom>
          <a:solidFill>
            <a:srgbClr val="1A72BA"/>
          </a:solidFill>
          <a:ln w="25400">
            <a:solidFill>
              <a:srgbClr val="AF8B31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12" name="TextBox 41"/>
          <p:cNvSpPr txBox="1"/>
          <p:nvPr/>
        </p:nvSpPr>
        <p:spPr>
          <a:xfrm>
            <a:off x="12316287" y="4521379"/>
            <a:ext cx="2755075" cy="463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PLAYER AVAILABILITY</a:t>
            </a:r>
          </a:p>
        </p:txBody>
      </p:sp>
      <p:pic>
        <p:nvPicPr>
          <p:cNvPr id="613" name="pasted-image.tiff" descr="pasted-image.tiff"/>
          <p:cNvPicPr>
            <a:picLocks noChangeAspect="1"/>
          </p:cNvPicPr>
          <p:nvPr/>
        </p:nvPicPr>
        <p:blipFill>
          <a:blip r:embed="rId3">
            <a:alphaModFix amt="85000"/>
            <a:extLst/>
          </a:blip>
          <a:srcRect l="4545" t="19455" r="2655" b="21337"/>
          <a:stretch>
            <a:fillRect/>
          </a:stretch>
        </p:blipFill>
        <p:spPr>
          <a:xfrm rot="16200000">
            <a:off x="3912493" y="10136175"/>
            <a:ext cx="3792539" cy="25090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0" y="10742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614" name="Rechthoek"/>
          <p:cNvSpPr/>
          <p:nvPr/>
        </p:nvSpPr>
        <p:spPr>
          <a:xfrm>
            <a:off x="4407241" y="9341001"/>
            <a:ext cx="2808750" cy="4047809"/>
          </a:xfrm>
          <a:prstGeom prst="rect">
            <a:avLst/>
          </a:prstGeom>
          <a:ln w="1905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defTabSz="457200">
              <a:lnSpc>
                <a:spcPct val="100000"/>
              </a:lnSpc>
              <a:spcBef>
                <a:spcPts val="0"/>
              </a:spcBef>
              <a:defRPr sz="1800">
                <a:latin typeface="Aptos"/>
                <a:ea typeface="Aptos"/>
                <a:cs typeface="Aptos"/>
                <a:sym typeface="Aptos"/>
              </a:defRPr>
            </a:pPr>
          </a:p>
        </p:txBody>
      </p:sp>
      <p:sp>
        <p:nvSpPr>
          <p:cNvPr id="615" name="TextBox 41"/>
          <p:cNvSpPr txBox="1"/>
          <p:nvPr/>
        </p:nvSpPr>
        <p:spPr>
          <a:xfrm>
            <a:off x="407134" y="9496137"/>
            <a:ext cx="2755075" cy="4637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19200">
              <a:lnSpc>
                <a:spcPts val="3400"/>
              </a:lnSpc>
              <a:spcBef>
                <a:spcPts val="0"/>
              </a:spcBef>
              <a:defRPr b="1" sz="24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PLAYERS PROFILE</a:t>
            </a:r>
          </a:p>
        </p:txBody>
      </p:sp>
      <p:sp>
        <p:nvSpPr>
          <p:cNvPr id="616" name="TextBox 31"/>
          <p:cNvSpPr txBox="1"/>
          <p:nvPr/>
        </p:nvSpPr>
        <p:spPr>
          <a:xfrm>
            <a:off x="389737" y="11554262"/>
            <a:ext cx="2152563" cy="167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Total Distance: </a:t>
            </a:r>
          </a:p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HI-runs:</a:t>
            </a:r>
          </a:p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Sprints:</a:t>
            </a:r>
          </a:p>
          <a:p>
            <a:pPr marL="254000" indent="-254000" defTabSz="1285875">
              <a:lnSpc>
                <a:spcPct val="100000"/>
              </a:lnSpc>
              <a:spcBef>
                <a:spcPts val="0"/>
              </a:spcBef>
              <a:buSzPct val="123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Top speed:</a:t>
            </a:r>
          </a:p>
        </p:txBody>
      </p:sp>
      <p:sp>
        <p:nvSpPr>
          <p:cNvPr id="617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8 vakjes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Freeform 7"/>
          <p:cNvSpPr/>
          <p:nvPr/>
        </p:nvSpPr>
        <p:spPr>
          <a:xfrm>
            <a:off x="272322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25" name="Freeform 7"/>
          <p:cNvSpPr/>
          <p:nvPr/>
        </p:nvSpPr>
        <p:spPr>
          <a:xfrm>
            <a:off x="271529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26" name="Freeform 7"/>
          <p:cNvSpPr/>
          <p:nvPr/>
        </p:nvSpPr>
        <p:spPr>
          <a:xfrm>
            <a:off x="27232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27" name="Freeform 7"/>
          <p:cNvSpPr/>
          <p:nvPr/>
        </p:nvSpPr>
        <p:spPr>
          <a:xfrm>
            <a:off x="27232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28" name="TextBox 20"/>
          <p:cNvSpPr txBox="1"/>
          <p:nvPr/>
        </p:nvSpPr>
        <p:spPr>
          <a:xfrm>
            <a:off x="430883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629" name="Definities"/>
          <p:cNvSpPr txBox="1"/>
          <p:nvPr/>
        </p:nvSpPr>
        <p:spPr>
          <a:xfrm>
            <a:off x="291298" y="384372"/>
            <a:ext cx="563876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Definities</a:t>
            </a:r>
          </a:p>
        </p:txBody>
      </p:sp>
      <p:sp>
        <p:nvSpPr>
          <p:cNvPr id="630" name="Freeform 7"/>
          <p:cNvSpPr/>
          <p:nvPr/>
        </p:nvSpPr>
        <p:spPr>
          <a:xfrm>
            <a:off x="6254042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31" name="Freeform 7"/>
          <p:cNvSpPr/>
          <p:nvPr/>
        </p:nvSpPr>
        <p:spPr>
          <a:xfrm>
            <a:off x="6253248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32" name="Freeform 7"/>
          <p:cNvSpPr/>
          <p:nvPr/>
        </p:nvSpPr>
        <p:spPr>
          <a:xfrm>
            <a:off x="625404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33" name="Freeform 7"/>
          <p:cNvSpPr/>
          <p:nvPr/>
        </p:nvSpPr>
        <p:spPr>
          <a:xfrm>
            <a:off x="625404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34" name="Freeform 7"/>
          <p:cNvSpPr/>
          <p:nvPr/>
        </p:nvSpPr>
        <p:spPr>
          <a:xfrm>
            <a:off x="6259597" y="10162892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35" name="Freeform 7"/>
          <p:cNvSpPr/>
          <p:nvPr/>
        </p:nvSpPr>
        <p:spPr>
          <a:xfrm>
            <a:off x="6258804" y="10162892"/>
            <a:ext cx="5840227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36" name="Freeform 7"/>
          <p:cNvSpPr/>
          <p:nvPr/>
        </p:nvSpPr>
        <p:spPr>
          <a:xfrm>
            <a:off x="6259597" y="8338185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37" name="Freeform 7"/>
          <p:cNvSpPr/>
          <p:nvPr/>
        </p:nvSpPr>
        <p:spPr>
          <a:xfrm>
            <a:off x="6259597" y="7303233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38" name="Freeform 7"/>
          <p:cNvSpPr/>
          <p:nvPr/>
        </p:nvSpPr>
        <p:spPr>
          <a:xfrm>
            <a:off x="272322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39" name="Freeform 7"/>
          <p:cNvSpPr/>
          <p:nvPr/>
        </p:nvSpPr>
        <p:spPr>
          <a:xfrm>
            <a:off x="271529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40" name="Freeform 7"/>
          <p:cNvSpPr/>
          <p:nvPr/>
        </p:nvSpPr>
        <p:spPr>
          <a:xfrm>
            <a:off x="272322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41" name="Freeform 7"/>
          <p:cNvSpPr/>
          <p:nvPr/>
        </p:nvSpPr>
        <p:spPr>
          <a:xfrm>
            <a:off x="272322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42" name="TextBox 20"/>
          <p:cNvSpPr txBox="1"/>
          <p:nvPr/>
        </p:nvSpPr>
        <p:spPr>
          <a:xfrm>
            <a:off x="430883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643" name="TextBox 20"/>
          <p:cNvSpPr txBox="1"/>
          <p:nvPr/>
        </p:nvSpPr>
        <p:spPr>
          <a:xfrm>
            <a:off x="6475322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644" name="TextBox 20"/>
          <p:cNvSpPr txBox="1"/>
          <p:nvPr/>
        </p:nvSpPr>
        <p:spPr>
          <a:xfrm>
            <a:off x="6475322" y="3989679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645" name="Freeform 7"/>
          <p:cNvSpPr/>
          <p:nvPr/>
        </p:nvSpPr>
        <p:spPr>
          <a:xfrm>
            <a:off x="12247666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46" name="Freeform 7"/>
          <p:cNvSpPr/>
          <p:nvPr/>
        </p:nvSpPr>
        <p:spPr>
          <a:xfrm>
            <a:off x="12246872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47" name="Freeform 7"/>
          <p:cNvSpPr/>
          <p:nvPr/>
        </p:nvSpPr>
        <p:spPr>
          <a:xfrm>
            <a:off x="12247666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48" name="Freeform 7"/>
          <p:cNvSpPr/>
          <p:nvPr/>
        </p:nvSpPr>
        <p:spPr>
          <a:xfrm>
            <a:off x="12247666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49" name="TextBox 20"/>
          <p:cNvSpPr txBox="1"/>
          <p:nvPr/>
        </p:nvSpPr>
        <p:spPr>
          <a:xfrm>
            <a:off x="12406227" y="3997907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650" name="Freeform 7"/>
          <p:cNvSpPr/>
          <p:nvPr/>
        </p:nvSpPr>
        <p:spPr>
          <a:xfrm>
            <a:off x="18229384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51" name="Freeform 7"/>
          <p:cNvSpPr/>
          <p:nvPr/>
        </p:nvSpPr>
        <p:spPr>
          <a:xfrm>
            <a:off x="18228591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52" name="Freeform 7"/>
          <p:cNvSpPr/>
          <p:nvPr/>
        </p:nvSpPr>
        <p:spPr>
          <a:xfrm>
            <a:off x="18229384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53" name="Freeform 7"/>
          <p:cNvSpPr/>
          <p:nvPr/>
        </p:nvSpPr>
        <p:spPr>
          <a:xfrm>
            <a:off x="18229384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54" name="Freeform 7"/>
          <p:cNvSpPr/>
          <p:nvPr/>
        </p:nvSpPr>
        <p:spPr>
          <a:xfrm>
            <a:off x="18234941" y="10162892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55" name="Freeform 7"/>
          <p:cNvSpPr/>
          <p:nvPr/>
        </p:nvSpPr>
        <p:spPr>
          <a:xfrm>
            <a:off x="18234147" y="10162892"/>
            <a:ext cx="5840228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56" name="Freeform 7"/>
          <p:cNvSpPr/>
          <p:nvPr/>
        </p:nvSpPr>
        <p:spPr>
          <a:xfrm>
            <a:off x="18234941" y="8338185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57" name="Freeform 7"/>
          <p:cNvSpPr/>
          <p:nvPr/>
        </p:nvSpPr>
        <p:spPr>
          <a:xfrm>
            <a:off x="18234941" y="7303233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58" name="Freeform 7"/>
          <p:cNvSpPr/>
          <p:nvPr/>
        </p:nvSpPr>
        <p:spPr>
          <a:xfrm>
            <a:off x="12247666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59" name="Freeform 7"/>
          <p:cNvSpPr/>
          <p:nvPr/>
        </p:nvSpPr>
        <p:spPr>
          <a:xfrm>
            <a:off x="12246872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60" name="Freeform 7"/>
          <p:cNvSpPr/>
          <p:nvPr/>
        </p:nvSpPr>
        <p:spPr>
          <a:xfrm>
            <a:off x="12247666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61" name="Freeform 7"/>
          <p:cNvSpPr/>
          <p:nvPr/>
        </p:nvSpPr>
        <p:spPr>
          <a:xfrm>
            <a:off x="12247666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62" name="TextBox 20"/>
          <p:cNvSpPr txBox="1"/>
          <p:nvPr/>
        </p:nvSpPr>
        <p:spPr>
          <a:xfrm>
            <a:off x="12406227" y="10242522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663" name="TextBox 20"/>
          <p:cNvSpPr txBox="1"/>
          <p:nvPr/>
        </p:nvSpPr>
        <p:spPr>
          <a:xfrm>
            <a:off x="18450666" y="10242522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664" name="TextBox 20"/>
          <p:cNvSpPr txBox="1"/>
          <p:nvPr/>
        </p:nvSpPr>
        <p:spPr>
          <a:xfrm>
            <a:off x="18450666" y="3989679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665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7 vakjes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Freeform 7"/>
          <p:cNvSpPr/>
          <p:nvPr/>
        </p:nvSpPr>
        <p:spPr>
          <a:xfrm>
            <a:off x="272322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73" name="Freeform 7"/>
          <p:cNvSpPr/>
          <p:nvPr/>
        </p:nvSpPr>
        <p:spPr>
          <a:xfrm>
            <a:off x="271529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74" name="Freeform 7"/>
          <p:cNvSpPr/>
          <p:nvPr/>
        </p:nvSpPr>
        <p:spPr>
          <a:xfrm>
            <a:off x="27232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75" name="Freeform 7"/>
          <p:cNvSpPr/>
          <p:nvPr/>
        </p:nvSpPr>
        <p:spPr>
          <a:xfrm>
            <a:off x="27232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76" name="TextBox 20"/>
          <p:cNvSpPr txBox="1"/>
          <p:nvPr/>
        </p:nvSpPr>
        <p:spPr>
          <a:xfrm>
            <a:off x="430883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677" name="Definities"/>
          <p:cNvSpPr txBox="1"/>
          <p:nvPr/>
        </p:nvSpPr>
        <p:spPr>
          <a:xfrm>
            <a:off x="291298" y="384372"/>
            <a:ext cx="563876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Definities</a:t>
            </a:r>
          </a:p>
        </p:txBody>
      </p:sp>
      <p:sp>
        <p:nvSpPr>
          <p:cNvPr id="678" name="Freeform 7"/>
          <p:cNvSpPr/>
          <p:nvPr/>
        </p:nvSpPr>
        <p:spPr>
          <a:xfrm>
            <a:off x="6254042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79" name="Freeform 7"/>
          <p:cNvSpPr/>
          <p:nvPr/>
        </p:nvSpPr>
        <p:spPr>
          <a:xfrm>
            <a:off x="6253248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80" name="Freeform 7"/>
          <p:cNvSpPr/>
          <p:nvPr/>
        </p:nvSpPr>
        <p:spPr>
          <a:xfrm>
            <a:off x="625404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81" name="Freeform 7"/>
          <p:cNvSpPr/>
          <p:nvPr/>
        </p:nvSpPr>
        <p:spPr>
          <a:xfrm>
            <a:off x="625404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82" name="Freeform 7"/>
          <p:cNvSpPr/>
          <p:nvPr/>
        </p:nvSpPr>
        <p:spPr>
          <a:xfrm>
            <a:off x="6259597" y="10162892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83" name="Freeform 7"/>
          <p:cNvSpPr/>
          <p:nvPr/>
        </p:nvSpPr>
        <p:spPr>
          <a:xfrm>
            <a:off x="6258804" y="10162892"/>
            <a:ext cx="5840227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84" name="Freeform 7"/>
          <p:cNvSpPr/>
          <p:nvPr/>
        </p:nvSpPr>
        <p:spPr>
          <a:xfrm>
            <a:off x="6259597" y="8338185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85" name="Freeform 7"/>
          <p:cNvSpPr/>
          <p:nvPr/>
        </p:nvSpPr>
        <p:spPr>
          <a:xfrm>
            <a:off x="6259597" y="7303233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86" name="Freeform 7"/>
          <p:cNvSpPr/>
          <p:nvPr/>
        </p:nvSpPr>
        <p:spPr>
          <a:xfrm>
            <a:off x="272322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87" name="Freeform 7"/>
          <p:cNvSpPr/>
          <p:nvPr/>
        </p:nvSpPr>
        <p:spPr>
          <a:xfrm>
            <a:off x="271529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88" name="Freeform 7"/>
          <p:cNvSpPr/>
          <p:nvPr/>
        </p:nvSpPr>
        <p:spPr>
          <a:xfrm>
            <a:off x="272322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89" name="Freeform 7"/>
          <p:cNvSpPr/>
          <p:nvPr/>
        </p:nvSpPr>
        <p:spPr>
          <a:xfrm>
            <a:off x="272322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90" name="TextBox 20"/>
          <p:cNvSpPr txBox="1"/>
          <p:nvPr/>
        </p:nvSpPr>
        <p:spPr>
          <a:xfrm>
            <a:off x="430883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691" name="TextBox 20"/>
          <p:cNvSpPr txBox="1"/>
          <p:nvPr/>
        </p:nvSpPr>
        <p:spPr>
          <a:xfrm>
            <a:off x="6475322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692" name="TextBox 20"/>
          <p:cNvSpPr txBox="1"/>
          <p:nvPr/>
        </p:nvSpPr>
        <p:spPr>
          <a:xfrm>
            <a:off x="6475322" y="3989679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693" name="Freeform 7"/>
          <p:cNvSpPr/>
          <p:nvPr/>
        </p:nvSpPr>
        <p:spPr>
          <a:xfrm>
            <a:off x="12247666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94" name="Freeform 7"/>
          <p:cNvSpPr/>
          <p:nvPr/>
        </p:nvSpPr>
        <p:spPr>
          <a:xfrm>
            <a:off x="12246872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95" name="Freeform 7"/>
          <p:cNvSpPr/>
          <p:nvPr/>
        </p:nvSpPr>
        <p:spPr>
          <a:xfrm>
            <a:off x="12247666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96" name="Freeform 7"/>
          <p:cNvSpPr/>
          <p:nvPr/>
        </p:nvSpPr>
        <p:spPr>
          <a:xfrm>
            <a:off x="12247666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97" name="TextBox 20"/>
          <p:cNvSpPr txBox="1"/>
          <p:nvPr/>
        </p:nvSpPr>
        <p:spPr>
          <a:xfrm>
            <a:off x="12406227" y="3997907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698" name="Freeform 7"/>
          <p:cNvSpPr/>
          <p:nvPr/>
        </p:nvSpPr>
        <p:spPr>
          <a:xfrm>
            <a:off x="18229384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99" name="Freeform 7"/>
          <p:cNvSpPr/>
          <p:nvPr/>
        </p:nvSpPr>
        <p:spPr>
          <a:xfrm>
            <a:off x="18228591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0" name="Freeform 7"/>
          <p:cNvSpPr/>
          <p:nvPr/>
        </p:nvSpPr>
        <p:spPr>
          <a:xfrm>
            <a:off x="18229384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1" name="Freeform 7"/>
          <p:cNvSpPr/>
          <p:nvPr/>
        </p:nvSpPr>
        <p:spPr>
          <a:xfrm>
            <a:off x="18229384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2" name="Freeform 7"/>
          <p:cNvSpPr/>
          <p:nvPr/>
        </p:nvSpPr>
        <p:spPr>
          <a:xfrm>
            <a:off x="12247666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3" name="Freeform 7"/>
          <p:cNvSpPr/>
          <p:nvPr/>
        </p:nvSpPr>
        <p:spPr>
          <a:xfrm>
            <a:off x="12246872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4" name="Freeform 7"/>
          <p:cNvSpPr/>
          <p:nvPr/>
        </p:nvSpPr>
        <p:spPr>
          <a:xfrm>
            <a:off x="12247666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5" name="Freeform 7"/>
          <p:cNvSpPr/>
          <p:nvPr/>
        </p:nvSpPr>
        <p:spPr>
          <a:xfrm>
            <a:off x="12247666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06" name="TextBox 20"/>
          <p:cNvSpPr txBox="1"/>
          <p:nvPr/>
        </p:nvSpPr>
        <p:spPr>
          <a:xfrm>
            <a:off x="12406227" y="10242522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707" name="TextBox 20"/>
          <p:cNvSpPr txBox="1"/>
          <p:nvPr/>
        </p:nvSpPr>
        <p:spPr>
          <a:xfrm>
            <a:off x="18450666" y="3989679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708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7 vakjes (EN)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Freeform 7"/>
          <p:cNvSpPr/>
          <p:nvPr/>
        </p:nvSpPr>
        <p:spPr>
          <a:xfrm>
            <a:off x="272322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6" name="Freeform 7"/>
          <p:cNvSpPr/>
          <p:nvPr/>
        </p:nvSpPr>
        <p:spPr>
          <a:xfrm>
            <a:off x="271529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7" name="Freeform 7"/>
          <p:cNvSpPr/>
          <p:nvPr/>
        </p:nvSpPr>
        <p:spPr>
          <a:xfrm>
            <a:off x="27232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8" name="Freeform 7"/>
          <p:cNvSpPr/>
          <p:nvPr/>
        </p:nvSpPr>
        <p:spPr>
          <a:xfrm>
            <a:off x="27232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9" name="TextBox 20"/>
          <p:cNvSpPr txBox="1"/>
          <p:nvPr/>
        </p:nvSpPr>
        <p:spPr>
          <a:xfrm>
            <a:off x="430883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720" name="Defenitions"/>
          <p:cNvSpPr txBox="1"/>
          <p:nvPr/>
        </p:nvSpPr>
        <p:spPr>
          <a:xfrm>
            <a:off x="291298" y="384372"/>
            <a:ext cx="563876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Defenitions</a:t>
            </a:r>
          </a:p>
        </p:txBody>
      </p:sp>
      <p:sp>
        <p:nvSpPr>
          <p:cNvPr id="721" name="Freeform 7"/>
          <p:cNvSpPr/>
          <p:nvPr/>
        </p:nvSpPr>
        <p:spPr>
          <a:xfrm>
            <a:off x="6254042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22" name="Freeform 7"/>
          <p:cNvSpPr/>
          <p:nvPr/>
        </p:nvSpPr>
        <p:spPr>
          <a:xfrm>
            <a:off x="6253248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23" name="Freeform 7"/>
          <p:cNvSpPr/>
          <p:nvPr/>
        </p:nvSpPr>
        <p:spPr>
          <a:xfrm>
            <a:off x="625404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24" name="Freeform 7"/>
          <p:cNvSpPr/>
          <p:nvPr/>
        </p:nvSpPr>
        <p:spPr>
          <a:xfrm>
            <a:off x="625404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25" name="Freeform 7"/>
          <p:cNvSpPr/>
          <p:nvPr/>
        </p:nvSpPr>
        <p:spPr>
          <a:xfrm>
            <a:off x="6259597" y="10162892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26" name="Freeform 7"/>
          <p:cNvSpPr/>
          <p:nvPr/>
        </p:nvSpPr>
        <p:spPr>
          <a:xfrm>
            <a:off x="6258804" y="10162892"/>
            <a:ext cx="5840227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27" name="Freeform 7"/>
          <p:cNvSpPr/>
          <p:nvPr/>
        </p:nvSpPr>
        <p:spPr>
          <a:xfrm>
            <a:off x="6259597" y="8338185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28" name="Freeform 7"/>
          <p:cNvSpPr/>
          <p:nvPr/>
        </p:nvSpPr>
        <p:spPr>
          <a:xfrm>
            <a:off x="6259597" y="7303233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29" name="Freeform 7"/>
          <p:cNvSpPr/>
          <p:nvPr/>
        </p:nvSpPr>
        <p:spPr>
          <a:xfrm>
            <a:off x="272322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30" name="Freeform 7"/>
          <p:cNvSpPr/>
          <p:nvPr/>
        </p:nvSpPr>
        <p:spPr>
          <a:xfrm>
            <a:off x="271529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31" name="Freeform 7"/>
          <p:cNvSpPr/>
          <p:nvPr/>
        </p:nvSpPr>
        <p:spPr>
          <a:xfrm>
            <a:off x="272322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32" name="Freeform 7"/>
          <p:cNvSpPr/>
          <p:nvPr/>
        </p:nvSpPr>
        <p:spPr>
          <a:xfrm>
            <a:off x="272322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33" name="TextBox 20"/>
          <p:cNvSpPr txBox="1"/>
          <p:nvPr/>
        </p:nvSpPr>
        <p:spPr>
          <a:xfrm>
            <a:off x="430883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734" name="TextBox 20"/>
          <p:cNvSpPr txBox="1"/>
          <p:nvPr/>
        </p:nvSpPr>
        <p:spPr>
          <a:xfrm>
            <a:off x="6475322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735" name="TextBox 20"/>
          <p:cNvSpPr txBox="1"/>
          <p:nvPr/>
        </p:nvSpPr>
        <p:spPr>
          <a:xfrm>
            <a:off x="6475322" y="3989679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736" name="Freeform 7"/>
          <p:cNvSpPr/>
          <p:nvPr/>
        </p:nvSpPr>
        <p:spPr>
          <a:xfrm>
            <a:off x="12247666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37" name="Freeform 7"/>
          <p:cNvSpPr/>
          <p:nvPr/>
        </p:nvSpPr>
        <p:spPr>
          <a:xfrm>
            <a:off x="12246872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38" name="Freeform 7"/>
          <p:cNvSpPr/>
          <p:nvPr/>
        </p:nvSpPr>
        <p:spPr>
          <a:xfrm>
            <a:off x="12247666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39" name="Freeform 7"/>
          <p:cNvSpPr/>
          <p:nvPr/>
        </p:nvSpPr>
        <p:spPr>
          <a:xfrm>
            <a:off x="12247666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0" name="TextBox 20"/>
          <p:cNvSpPr txBox="1"/>
          <p:nvPr/>
        </p:nvSpPr>
        <p:spPr>
          <a:xfrm>
            <a:off x="12406227" y="3997907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741" name="Freeform 7"/>
          <p:cNvSpPr/>
          <p:nvPr/>
        </p:nvSpPr>
        <p:spPr>
          <a:xfrm>
            <a:off x="18229384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2" name="Freeform 7"/>
          <p:cNvSpPr/>
          <p:nvPr/>
        </p:nvSpPr>
        <p:spPr>
          <a:xfrm>
            <a:off x="18228591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3" name="Freeform 7"/>
          <p:cNvSpPr/>
          <p:nvPr/>
        </p:nvSpPr>
        <p:spPr>
          <a:xfrm>
            <a:off x="18229384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4" name="Freeform 7"/>
          <p:cNvSpPr/>
          <p:nvPr/>
        </p:nvSpPr>
        <p:spPr>
          <a:xfrm>
            <a:off x="18229384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5" name="Freeform 7"/>
          <p:cNvSpPr/>
          <p:nvPr/>
        </p:nvSpPr>
        <p:spPr>
          <a:xfrm>
            <a:off x="12247666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6" name="Freeform 7"/>
          <p:cNvSpPr/>
          <p:nvPr/>
        </p:nvSpPr>
        <p:spPr>
          <a:xfrm>
            <a:off x="12246872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7" name="Freeform 7"/>
          <p:cNvSpPr/>
          <p:nvPr/>
        </p:nvSpPr>
        <p:spPr>
          <a:xfrm>
            <a:off x="12247666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8" name="Freeform 7"/>
          <p:cNvSpPr/>
          <p:nvPr/>
        </p:nvSpPr>
        <p:spPr>
          <a:xfrm>
            <a:off x="12247666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9" name="TextBox 20"/>
          <p:cNvSpPr txBox="1"/>
          <p:nvPr/>
        </p:nvSpPr>
        <p:spPr>
          <a:xfrm>
            <a:off x="12406227" y="10242522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750" name="TextBox 20"/>
          <p:cNvSpPr txBox="1"/>
          <p:nvPr/>
        </p:nvSpPr>
        <p:spPr>
          <a:xfrm>
            <a:off x="18450666" y="3989679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751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8 vakjes kopie 2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Freeform 7"/>
          <p:cNvSpPr/>
          <p:nvPr/>
        </p:nvSpPr>
        <p:spPr>
          <a:xfrm>
            <a:off x="272322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59" name="Freeform 7"/>
          <p:cNvSpPr/>
          <p:nvPr/>
        </p:nvSpPr>
        <p:spPr>
          <a:xfrm>
            <a:off x="271529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0" name="Freeform 7"/>
          <p:cNvSpPr/>
          <p:nvPr/>
        </p:nvSpPr>
        <p:spPr>
          <a:xfrm>
            <a:off x="27232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1" name="Freeform 7"/>
          <p:cNvSpPr/>
          <p:nvPr/>
        </p:nvSpPr>
        <p:spPr>
          <a:xfrm>
            <a:off x="27232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2" name="TextBox 20"/>
          <p:cNvSpPr txBox="1"/>
          <p:nvPr/>
        </p:nvSpPr>
        <p:spPr>
          <a:xfrm>
            <a:off x="430883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763" name="Definities"/>
          <p:cNvSpPr txBox="1"/>
          <p:nvPr/>
        </p:nvSpPr>
        <p:spPr>
          <a:xfrm>
            <a:off x="291298" y="384372"/>
            <a:ext cx="563876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Definities</a:t>
            </a:r>
          </a:p>
        </p:txBody>
      </p:sp>
      <p:sp>
        <p:nvSpPr>
          <p:cNvPr id="764" name="Freeform 7"/>
          <p:cNvSpPr/>
          <p:nvPr/>
        </p:nvSpPr>
        <p:spPr>
          <a:xfrm>
            <a:off x="6254042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5" name="Freeform 7"/>
          <p:cNvSpPr/>
          <p:nvPr/>
        </p:nvSpPr>
        <p:spPr>
          <a:xfrm>
            <a:off x="6253248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6" name="Freeform 7"/>
          <p:cNvSpPr/>
          <p:nvPr/>
        </p:nvSpPr>
        <p:spPr>
          <a:xfrm>
            <a:off x="625404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7" name="Freeform 7"/>
          <p:cNvSpPr/>
          <p:nvPr/>
        </p:nvSpPr>
        <p:spPr>
          <a:xfrm>
            <a:off x="625404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8" name="Freeform 7"/>
          <p:cNvSpPr/>
          <p:nvPr/>
        </p:nvSpPr>
        <p:spPr>
          <a:xfrm>
            <a:off x="6259597" y="10162892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9" name="Freeform 7"/>
          <p:cNvSpPr/>
          <p:nvPr/>
        </p:nvSpPr>
        <p:spPr>
          <a:xfrm>
            <a:off x="6258804" y="10162892"/>
            <a:ext cx="5840227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70" name="Freeform 7"/>
          <p:cNvSpPr/>
          <p:nvPr/>
        </p:nvSpPr>
        <p:spPr>
          <a:xfrm>
            <a:off x="6259597" y="8338185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71" name="Freeform 7"/>
          <p:cNvSpPr/>
          <p:nvPr/>
        </p:nvSpPr>
        <p:spPr>
          <a:xfrm>
            <a:off x="6259597" y="7303233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72" name="Freeform 7"/>
          <p:cNvSpPr/>
          <p:nvPr/>
        </p:nvSpPr>
        <p:spPr>
          <a:xfrm>
            <a:off x="272322" y="10161953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73" name="Freeform 7"/>
          <p:cNvSpPr/>
          <p:nvPr/>
        </p:nvSpPr>
        <p:spPr>
          <a:xfrm>
            <a:off x="271529" y="10161953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74" name="Freeform 7"/>
          <p:cNvSpPr/>
          <p:nvPr/>
        </p:nvSpPr>
        <p:spPr>
          <a:xfrm>
            <a:off x="272322" y="8337245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75" name="Freeform 7"/>
          <p:cNvSpPr/>
          <p:nvPr/>
        </p:nvSpPr>
        <p:spPr>
          <a:xfrm>
            <a:off x="272322" y="7302293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76" name="TextBox 20"/>
          <p:cNvSpPr txBox="1"/>
          <p:nvPr/>
        </p:nvSpPr>
        <p:spPr>
          <a:xfrm>
            <a:off x="430883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777" name="TextBox 20"/>
          <p:cNvSpPr txBox="1"/>
          <p:nvPr/>
        </p:nvSpPr>
        <p:spPr>
          <a:xfrm>
            <a:off x="6475322" y="10242522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778" name="TextBox 20"/>
          <p:cNvSpPr txBox="1"/>
          <p:nvPr/>
        </p:nvSpPr>
        <p:spPr>
          <a:xfrm>
            <a:off x="6475322" y="3989679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779" name="Freeform 7"/>
          <p:cNvSpPr/>
          <p:nvPr/>
        </p:nvSpPr>
        <p:spPr>
          <a:xfrm>
            <a:off x="12247666" y="3917339"/>
            <a:ext cx="5840228" cy="3238501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80" name="Freeform 7"/>
          <p:cNvSpPr/>
          <p:nvPr/>
        </p:nvSpPr>
        <p:spPr>
          <a:xfrm>
            <a:off x="12246872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81" name="Freeform 7"/>
          <p:cNvSpPr/>
          <p:nvPr/>
        </p:nvSpPr>
        <p:spPr>
          <a:xfrm>
            <a:off x="12247666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82" name="Freeform 7"/>
          <p:cNvSpPr/>
          <p:nvPr/>
        </p:nvSpPr>
        <p:spPr>
          <a:xfrm>
            <a:off x="12247666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83" name="TextBox 20"/>
          <p:cNvSpPr txBox="1"/>
          <p:nvPr/>
        </p:nvSpPr>
        <p:spPr>
          <a:xfrm>
            <a:off x="12406227" y="3997907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784" name="Freeform 7"/>
          <p:cNvSpPr/>
          <p:nvPr/>
        </p:nvSpPr>
        <p:spPr>
          <a:xfrm>
            <a:off x="18229384" y="3917339"/>
            <a:ext cx="5840228" cy="3242966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85" name="Freeform 7"/>
          <p:cNvSpPr/>
          <p:nvPr/>
        </p:nvSpPr>
        <p:spPr>
          <a:xfrm>
            <a:off x="18228591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86" name="Freeform 7"/>
          <p:cNvSpPr/>
          <p:nvPr/>
        </p:nvSpPr>
        <p:spPr>
          <a:xfrm>
            <a:off x="18229384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87" name="Freeform 7"/>
          <p:cNvSpPr/>
          <p:nvPr/>
        </p:nvSpPr>
        <p:spPr>
          <a:xfrm>
            <a:off x="18229384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88" name="TextBox 20"/>
          <p:cNvSpPr txBox="1"/>
          <p:nvPr/>
        </p:nvSpPr>
        <p:spPr>
          <a:xfrm>
            <a:off x="18450666" y="3989679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789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7 (EN)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6" name="FC DEN BOSCH LOGO.png" descr="FC DEN BOSCH LOGO.png"/>
          <p:cNvPicPr>
            <a:picLocks noChangeAspect="1"/>
          </p:cNvPicPr>
          <p:nvPr/>
        </p:nvPicPr>
        <p:blipFill>
          <a:blip r:embed="rId2">
            <a:alphaModFix amt="4998"/>
            <a:extLst/>
          </a:blip>
          <a:srcRect l="0" t="0" r="0" b="0"/>
          <a:stretch>
            <a:fillRect/>
          </a:stretch>
        </p:blipFill>
        <p:spPr>
          <a:xfrm>
            <a:off x="5539581" y="245550"/>
            <a:ext cx="13304655" cy="13304658"/>
          </a:xfrm>
          <a:prstGeom prst="rect">
            <a:avLst/>
          </a:prstGeom>
          <a:ln w="12700">
            <a:miter lim="400000"/>
          </a:ln>
        </p:spPr>
      </p:pic>
      <p:pic>
        <p:nvPicPr>
          <p:cNvPr id="797" name="Afbeelding" descr="Afbeeldi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233634" y="12851404"/>
            <a:ext cx="5807787" cy="764061"/>
          </a:xfrm>
          <a:prstGeom prst="rect">
            <a:avLst/>
          </a:prstGeom>
          <a:ln w="12700">
            <a:miter lim="400000"/>
          </a:ln>
        </p:spPr>
      </p:pic>
      <p:pic>
        <p:nvPicPr>
          <p:cNvPr id="798" name="FC DEN BOSCH LOGO.png" descr="FC DEN BOSCH 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51932" y="12320387"/>
            <a:ext cx="1075888" cy="1075888"/>
          </a:xfrm>
          <a:prstGeom prst="rect">
            <a:avLst/>
          </a:prstGeom>
          <a:ln w="12700">
            <a:miter lim="400000"/>
          </a:ln>
        </p:spPr>
      </p:pic>
      <p:sp>
        <p:nvSpPr>
          <p:cNvPr id="799" name="Freeform 7"/>
          <p:cNvSpPr/>
          <p:nvPr/>
        </p:nvSpPr>
        <p:spPr>
          <a:xfrm>
            <a:off x="18426999" y="3917339"/>
            <a:ext cx="5840228" cy="227409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0" name="Freeform 7"/>
          <p:cNvSpPr/>
          <p:nvPr/>
        </p:nvSpPr>
        <p:spPr>
          <a:xfrm>
            <a:off x="18426205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1" name="Freeform 7"/>
          <p:cNvSpPr/>
          <p:nvPr/>
        </p:nvSpPr>
        <p:spPr>
          <a:xfrm>
            <a:off x="18426999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2" name="Freeform 7"/>
          <p:cNvSpPr/>
          <p:nvPr/>
        </p:nvSpPr>
        <p:spPr>
          <a:xfrm>
            <a:off x="18426999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3" name="Freeform 7"/>
          <p:cNvSpPr/>
          <p:nvPr/>
        </p:nvSpPr>
        <p:spPr>
          <a:xfrm>
            <a:off x="6316762" y="9511862"/>
            <a:ext cx="5840227" cy="227409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4" name="Freeform 7"/>
          <p:cNvSpPr/>
          <p:nvPr/>
        </p:nvSpPr>
        <p:spPr>
          <a:xfrm>
            <a:off x="6315968" y="9511862"/>
            <a:ext cx="5840228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5" name="Freeform 7"/>
          <p:cNvSpPr/>
          <p:nvPr/>
        </p:nvSpPr>
        <p:spPr>
          <a:xfrm>
            <a:off x="6316762" y="7687154"/>
            <a:ext cx="5840227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6" name="Freeform 7"/>
          <p:cNvSpPr/>
          <p:nvPr/>
        </p:nvSpPr>
        <p:spPr>
          <a:xfrm>
            <a:off x="6316762" y="6652202"/>
            <a:ext cx="5840227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7" name="Freeform 7"/>
          <p:cNvSpPr/>
          <p:nvPr/>
        </p:nvSpPr>
        <p:spPr>
          <a:xfrm>
            <a:off x="292186" y="9511862"/>
            <a:ext cx="5840228" cy="227409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8" name="Freeform 7"/>
          <p:cNvSpPr/>
          <p:nvPr/>
        </p:nvSpPr>
        <p:spPr>
          <a:xfrm>
            <a:off x="291392" y="9511862"/>
            <a:ext cx="5840228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9" name="Freeform 7"/>
          <p:cNvSpPr/>
          <p:nvPr/>
        </p:nvSpPr>
        <p:spPr>
          <a:xfrm>
            <a:off x="292186" y="7687154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10" name="Freeform 7"/>
          <p:cNvSpPr/>
          <p:nvPr/>
        </p:nvSpPr>
        <p:spPr>
          <a:xfrm>
            <a:off x="292186" y="6652202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11" name="Freeform 7"/>
          <p:cNvSpPr/>
          <p:nvPr/>
        </p:nvSpPr>
        <p:spPr>
          <a:xfrm>
            <a:off x="12407185" y="3917339"/>
            <a:ext cx="5840228" cy="227409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12" name="Freeform 7"/>
          <p:cNvSpPr/>
          <p:nvPr/>
        </p:nvSpPr>
        <p:spPr>
          <a:xfrm>
            <a:off x="12406391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13" name="Freeform 7"/>
          <p:cNvSpPr/>
          <p:nvPr/>
        </p:nvSpPr>
        <p:spPr>
          <a:xfrm>
            <a:off x="12407185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14" name="Freeform 7"/>
          <p:cNvSpPr/>
          <p:nvPr/>
        </p:nvSpPr>
        <p:spPr>
          <a:xfrm>
            <a:off x="12407185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15" name="Freeform 7"/>
          <p:cNvSpPr/>
          <p:nvPr/>
        </p:nvSpPr>
        <p:spPr>
          <a:xfrm>
            <a:off x="6316762" y="3934511"/>
            <a:ext cx="5840227" cy="227409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16" name="Freeform 7"/>
          <p:cNvSpPr/>
          <p:nvPr/>
        </p:nvSpPr>
        <p:spPr>
          <a:xfrm>
            <a:off x="6315968" y="3934511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17" name="Freeform 7"/>
          <p:cNvSpPr/>
          <p:nvPr/>
        </p:nvSpPr>
        <p:spPr>
          <a:xfrm>
            <a:off x="6316762" y="2109803"/>
            <a:ext cx="5840227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18" name="Freeform 7"/>
          <p:cNvSpPr/>
          <p:nvPr/>
        </p:nvSpPr>
        <p:spPr>
          <a:xfrm>
            <a:off x="6316762" y="1074851"/>
            <a:ext cx="5840227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19" name="Freeform 7"/>
          <p:cNvSpPr/>
          <p:nvPr/>
        </p:nvSpPr>
        <p:spPr>
          <a:xfrm>
            <a:off x="12374642" y="9544207"/>
            <a:ext cx="5840228" cy="227409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20" name="Freeform 7"/>
          <p:cNvSpPr/>
          <p:nvPr/>
        </p:nvSpPr>
        <p:spPr>
          <a:xfrm>
            <a:off x="12373848" y="9544207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21" name="Freeform 7"/>
          <p:cNvSpPr/>
          <p:nvPr/>
        </p:nvSpPr>
        <p:spPr>
          <a:xfrm>
            <a:off x="12374642" y="7719499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22" name="Freeform 7"/>
          <p:cNvSpPr/>
          <p:nvPr/>
        </p:nvSpPr>
        <p:spPr>
          <a:xfrm>
            <a:off x="12374642" y="6684547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23" name="Freeform 7"/>
          <p:cNvSpPr/>
          <p:nvPr/>
        </p:nvSpPr>
        <p:spPr>
          <a:xfrm>
            <a:off x="272322" y="3917339"/>
            <a:ext cx="5840228" cy="227409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24" name="Freeform 7"/>
          <p:cNvSpPr/>
          <p:nvPr/>
        </p:nvSpPr>
        <p:spPr>
          <a:xfrm>
            <a:off x="271529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25" name="Freeform 7"/>
          <p:cNvSpPr/>
          <p:nvPr/>
        </p:nvSpPr>
        <p:spPr>
          <a:xfrm>
            <a:off x="27232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26" name="Freeform 7"/>
          <p:cNvSpPr/>
          <p:nvPr/>
        </p:nvSpPr>
        <p:spPr>
          <a:xfrm>
            <a:off x="27232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27" name="TextBox 20"/>
          <p:cNvSpPr txBox="1"/>
          <p:nvPr/>
        </p:nvSpPr>
        <p:spPr>
          <a:xfrm>
            <a:off x="430883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828" name="TextBox 20"/>
          <p:cNvSpPr txBox="1"/>
          <p:nvPr/>
        </p:nvSpPr>
        <p:spPr>
          <a:xfrm>
            <a:off x="6484927" y="4025503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829" name="TextBox 20"/>
          <p:cNvSpPr txBox="1"/>
          <p:nvPr/>
        </p:nvSpPr>
        <p:spPr>
          <a:xfrm>
            <a:off x="12538970" y="3997907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830" name="TextBox 20"/>
          <p:cNvSpPr txBox="1"/>
          <p:nvPr/>
        </p:nvSpPr>
        <p:spPr>
          <a:xfrm>
            <a:off x="18593013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831" name="TextBox 20"/>
          <p:cNvSpPr txBox="1"/>
          <p:nvPr/>
        </p:nvSpPr>
        <p:spPr>
          <a:xfrm>
            <a:off x="405483" y="9642721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832" name="TextBox 20"/>
          <p:cNvSpPr txBox="1"/>
          <p:nvPr/>
        </p:nvSpPr>
        <p:spPr>
          <a:xfrm>
            <a:off x="6459526" y="9619658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833" name="TextBox 20"/>
          <p:cNvSpPr txBox="1"/>
          <p:nvPr/>
        </p:nvSpPr>
        <p:spPr>
          <a:xfrm>
            <a:off x="12513570" y="9642721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assess this?</a:t>
            </a:r>
          </a:p>
        </p:txBody>
      </p:sp>
      <p:sp>
        <p:nvSpPr>
          <p:cNvPr id="834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7">
    <p:bg>
      <p:bgPr>
        <a:gradFill flip="none" rotWithShape="1">
          <a:gsLst>
            <a:gs pos="0">
              <a:srgbClr val="173883"/>
            </a:gs>
            <a:gs pos="100000">
              <a:schemeClr val="accent1">
                <a:lumOff val="-13575"/>
              </a:schemeClr>
            </a:gs>
          </a:gsLst>
          <a:lin ang="9897784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1" name="FC DEN BOSCH LOGO.png" descr="FC DEN BOSCH LOGO.png"/>
          <p:cNvPicPr>
            <a:picLocks noChangeAspect="1"/>
          </p:cNvPicPr>
          <p:nvPr/>
        </p:nvPicPr>
        <p:blipFill>
          <a:blip r:embed="rId2">
            <a:alphaModFix amt="4998"/>
            <a:extLst/>
          </a:blip>
          <a:srcRect l="0" t="0" r="0" b="0"/>
          <a:stretch>
            <a:fillRect/>
          </a:stretch>
        </p:blipFill>
        <p:spPr>
          <a:xfrm>
            <a:off x="5539581" y="245550"/>
            <a:ext cx="13304655" cy="13304658"/>
          </a:xfrm>
          <a:prstGeom prst="rect">
            <a:avLst/>
          </a:prstGeom>
          <a:ln w="12700">
            <a:miter lim="400000"/>
          </a:ln>
        </p:spPr>
      </p:pic>
      <p:pic>
        <p:nvPicPr>
          <p:cNvPr id="842" name="Afbeelding" descr="Afbeeldi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233634" y="12851404"/>
            <a:ext cx="5807787" cy="764061"/>
          </a:xfrm>
          <a:prstGeom prst="rect">
            <a:avLst/>
          </a:prstGeom>
          <a:ln w="12700">
            <a:miter lim="400000"/>
          </a:ln>
        </p:spPr>
      </p:pic>
      <p:pic>
        <p:nvPicPr>
          <p:cNvPr id="843" name="FC DEN BOSCH LOGO.png" descr="FC DEN BOSCH LOGO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51932" y="12320387"/>
            <a:ext cx="1075888" cy="1075888"/>
          </a:xfrm>
          <a:prstGeom prst="rect">
            <a:avLst/>
          </a:prstGeom>
          <a:ln w="12700">
            <a:miter lim="400000"/>
          </a:ln>
        </p:spPr>
      </p:pic>
      <p:sp>
        <p:nvSpPr>
          <p:cNvPr id="844" name="Freeform 7"/>
          <p:cNvSpPr/>
          <p:nvPr/>
        </p:nvSpPr>
        <p:spPr>
          <a:xfrm>
            <a:off x="18426999" y="3917339"/>
            <a:ext cx="5840228" cy="227409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45" name="Freeform 7"/>
          <p:cNvSpPr/>
          <p:nvPr/>
        </p:nvSpPr>
        <p:spPr>
          <a:xfrm>
            <a:off x="18426205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46" name="Freeform 7"/>
          <p:cNvSpPr/>
          <p:nvPr/>
        </p:nvSpPr>
        <p:spPr>
          <a:xfrm>
            <a:off x="18426999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47" name="Freeform 7"/>
          <p:cNvSpPr/>
          <p:nvPr/>
        </p:nvSpPr>
        <p:spPr>
          <a:xfrm>
            <a:off x="18426999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48" name="TextBox 20"/>
          <p:cNvSpPr txBox="1"/>
          <p:nvPr/>
        </p:nvSpPr>
        <p:spPr>
          <a:xfrm>
            <a:off x="18585560" y="3997907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849" name="Freeform 7"/>
          <p:cNvSpPr/>
          <p:nvPr/>
        </p:nvSpPr>
        <p:spPr>
          <a:xfrm>
            <a:off x="6316762" y="9511862"/>
            <a:ext cx="5840227" cy="227409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50" name="Freeform 7"/>
          <p:cNvSpPr/>
          <p:nvPr/>
        </p:nvSpPr>
        <p:spPr>
          <a:xfrm>
            <a:off x="6315968" y="9511862"/>
            <a:ext cx="5840228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51" name="Freeform 7"/>
          <p:cNvSpPr/>
          <p:nvPr/>
        </p:nvSpPr>
        <p:spPr>
          <a:xfrm>
            <a:off x="6316762" y="7687154"/>
            <a:ext cx="5840227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52" name="Freeform 7"/>
          <p:cNvSpPr/>
          <p:nvPr/>
        </p:nvSpPr>
        <p:spPr>
          <a:xfrm>
            <a:off x="6316762" y="6652202"/>
            <a:ext cx="5840227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53" name="TextBox 20"/>
          <p:cNvSpPr txBox="1"/>
          <p:nvPr/>
        </p:nvSpPr>
        <p:spPr>
          <a:xfrm>
            <a:off x="6475322" y="9592431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854" name="Freeform 7"/>
          <p:cNvSpPr/>
          <p:nvPr/>
        </p:nvSpPr>
        <p:spPr>
          <a:xfrm>
            <a:off x="292186" y="9511862"/>
            <a:ext cx="5840228" cy="227409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55" name="Freeform 7"/>
          <p:cNvSpPr/>
          <p:nvPr/>
        </p:nvSpPr>
        <p:spPr>
          <a:xfrm>
            <a:off x="291392" y="9511862"/>
            <a:ext cx="5840228" cy="588387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56" name="Freeform 7"/>
          <p:cNvSpPr/>
          <p:nvPr/>
        </p:nvSpPr>
        <p:spPr>
          <a:xfrm>
            <a:off x="292186" y="7687154"/>
            <a:ext cx="5840228" cy="1631920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57" name="Freeform 7"/>
          <p:cNvSpPr/>
          <p:nvPr/>
        </p:nvSpPr>
        <p:spPr>
          <a:xfrm>
            <a:off x="292186" y="6652202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58" name="TextBox 20"/>
          <p:cNvSpPr txBox="1"/>
          <p:nvPr/>
        </p:nvSpPr>
        <p:spPr>
          <a:xfrm>
            <a:off x="450747" y="9592431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859" name="Freeform 7"/>
          <p:cNvSpPr/>
          <p:nvPr/>
        </p:nvSpPr>
        <p:spPr>
          <a:xfrm>
            <a:off x="12407185" y="3917339"/>
            <a:ext cx="5840228" cy="227409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60" name="Freeform 7"/>
          <p:cNvSpPr/>
          <p:nvPr/>
        </p:nvSpPr>
        <p:spPr>
          <a:xfrm>
            <a:off x="12406391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61" name="Freeform 7"/>
          <p:cNvSpPr/>
          <p:nvPr/>
        </p:nvSpPr>
        <p:spPr>
          <a:xfrm>
            <a:off x="12407185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62" name="Freeform 7"/>
          <p:cNvSpPr/>
          <p:nvPr/>
        </p:nvSpPr>
        <p:spPr>
          <a:xfrm>
            <a:off x="12407185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63" name="TextBox 20"/>
          <p:cNvSpPr txBox="1"/>
          <p:nvPr/>
        </p:nvSpPr>
        <p:spPr>
          <a:xfrm>
            <a:off x="12565746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864" name="Freeform 7"/>
          <p:cNvSpPr/>
          <p:nvPr/>
        </p:nvSpPr>
        <p:spPr>
          <a:xfrm>
            <a:off x="6316762" y="3934511"/>
            <a:ext cx="5840227" cy="227409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65" name="Freeform 7"/>
          <p:cNvSpPr/>
          <p:nvPr/>
        </p:nvSpPr>
        <p:spPr>
          <a:xfrm>
            <a:off x="6315968" y="3934511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66" name="Freeform 7"/>
          <p:cNvSpPr/>
          <p:nvPr/>
        </p:nvSpPr>
        <p:spPr>
          <a:xfrm>
            <a:off x="6316762" y="2109803"/>
            <a:ext cx="5840227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67" name="Freeform 7"/>
          <p:cNvSpPr/>
          <p:nvPr/>
        </p:nvSpPr>
        <p:spPr>
          <a:xfrm>
            <a:off x="6316762" y="1074851"/>
            <a:ext cx="5840227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68" name="TextBox 20"/>
          <p:cNvSpPr txBox="1"/>
          <p:nvPr/>
        </p:nvSpPr>
        <p:spPr>
          <a:xfrm>
            <a:off x="6475322" y="4015079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869" name="Freeform 7"/>
          <p:cNvSpPr/>
          <p:nvPr/>
        </p:nvSpPr>
        <p:spPr>
          <a:xfrm>
            <a:off x="12374642" y="9544207"/>
            <a:ext cx="5840228" cy="227409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70" name="Freeform 7"/>
          <p:cNvSpPr/>
          <p:nvPr/>
        </p:nvSpPr>
        <p:spPr>
          <a:xfrm>
            <a:off x="12373848" y="9544207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71" name="Freeform 7"/>
          <p:cNvSpPr/>
          <p:nvPr/>
        </p:nvSpPr>
        <p:spPr>
          <a:xfrm>
            <a:off x="12374642" y="7719499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72" name="Freeform 7"/>
          <p:cNvSpPr/>
          <p:nvPr/>
        </p:nvSpPr>
        <p:spPr>
          <a:xfrm>
            <a:off x="12374642" y="6684547"/>
            <a:ext cx="5840228" cy="88026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73" name="TextBox 20"/>
          <p:cNvSpPr txBox="1"/>
          <p:nvPr/>
        </p:nvSpPr>
        <p:spPr>
          <a:xfrm>
            <a:off x="12533203" y="9624776"/>
            <a:ext cx="4368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874" name="Freeform 7"/>
          <p:cNvSpPr/>
          <p:nvPr/>
        </p:nvSpPr>
        <p:spPr>
          <a:xfrm>
            <a:off x="272322" y="3917339"/>
            <a:ext cx="5840228" cy="2274093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75" name="Freeform 7"/>
          <p:cNvSpPr/>
          <p:nvPr/>
        </p:nvSpPr>
        <p:spPr>
          <a:xfrm>
            <a:off x="271529" y="3917339"/>
            <a:ext cx="5840228" cy="588386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76" name="Freeform 7"/>
          <p:cNvSpPr/>
          <p:nvPr/>
        </p:nvSpPr>
        <p:spPr>
          <a:xfrm>
            <a:off x="272322" y="2092631"/>
            <a:ext cx="5840228" cy="163191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77" name="Freeform 7"/>
          <p:cNvSpPr/>
          <p:nvPr/>
        </p:nvSpPr>
        <p:spPr>
          <a:xfrm>
            <a:off x="272322" y="1057679"/>
            <a:ext cx="5840228" cy="880264"/>
          </a:xfrm>
          <a:prstGeom prst="rect">
            <a:avLst/>
          </a:prstGeom>
          <a:solidFill>
            <a:srgbClr val="173883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78" name="TextBox 20"/>
          <p:cNvSpPr txBox="1"/>
          <p:nvPr/>
        </p:nvSpPr>
        <p:spPr>
          <a:xfrm>
            <a:off x="430883" y="3997907"/>
            <a:ext cx="436857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Hoe beoordelen we dit?</a:t>
            </a:r>
          </a:p>
        </p:txBody>
      </p:sp>
      <p:sp>
        <p:nvSpPr>
          <p:cNvPr id="879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Video (E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6" name="1a829d35-5178-35a6-9931-7ccc1d4b5528.jpg" descr="1a829d35-5178-35a6-9931-7ccc1d4b5528.jpg"/>
          <p:cNvPicPr>
            <a:picLocks noChangeAspect="0"/>
          </p:cNvPicPr>
          <p:nvPr/>
        </p:nvPicPr>
        <p:blipFill>
          <a:blip r:embed="rId2">
            <a:alphaModFix amt="16276"/>
            <a:extLst/>
          </a:blip>
          <a:srcRect l="0" t="20" r="0" b="20"/>
          <a:stretch>
            <a:fillRect/>
          </a:stretch>
        </p:blipFill>
        <p:spPr>
          <a:xfrm>
            <a:off x="-38085" y="-7597"/>
            <a:ext cx="24460170" cy="13731193"/>
          </a:xfrm>
          <a:prstGeom prst="rect">
            <a:avLst/>
          </a:prstGeom>
          <a:ln w="12700">
            <a:miter lim="400000"/>
          </a:ln>
        </p:spPr>
      </p:pic>
      <p:sp>
        <p:nvSpPr>
          <p:cNvPr id="887" name="Rechthoek"/>
          <p:cNvSpPr/>
          <p:nvPr/>
        </p:nvSpPr>
        <p:spPr>
          <a:xfrm>
            <a:off x="362280" y="11042657"/>
            <a:ext cx="23910859" cy="2417168"/>
          </a:xfrm>
          <a:prstGeom prst="rect">
            <a:avLst/>
          </a:prstGeom>
          <a:solidFill>
            <a:srgbClr val="929292">
              <a:alpha val="89893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88" name="Rechthoek"/>
          <p:cNvSpPr/>
          <p:nvPr/>
        </p:nvSpPr>
        <p:spPr>
          <a:xfrm>
            <a:off x="475295" y="11255173"/>
            <a:ext cx="23684829" cy="1992136"/>
          </a:xfrm>
          <a:prstGeom prst="rect">
            <a:avLst/>
          </a:prstGeom>
          <a:solidFill>
            <a:srgbClr val="D5D5D5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89" name="Rechthoek"/>
          <p:cNvSpPr/>
          <p:nvPr/>
        </p:nvSpPr>
        <p:spPr>
          <a:xfrm>
            <a:off x="19449020" y="217668"/>
            <a:ext cx="4846080" cy="3247447"/>
          </a:xfrm>
          <a:prstGeom prst="rect">
            <a:avLst/>
          </a:prstGeom>
          <a:solidFill>
            <a:srgbClr val="173883">
              <a:alpha val="47540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890" name="Lijn"/>
          <p:cNvSpPr/>
          <p:nvPr/>
        </p:nvSpPr>
        <p:spPr>
          <a:xfrm>
            <a:off x="19512520" y="1782799"/>
            <a:ext cx="4719080" cy="1"/>
          </a:xfrm>
          <a:prstGeom prst="line">
            <a:avLst/>
          </a:prstGeom>
          <a:ln w="101600">
            <a:solidFill>
              <a:srgbClr val="17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891" name="Freeform 7"/>
          <p:cNvSpPr/>
          <p:nvPr/>
        </p:nvSpPr>
        <p:spPr>
          <a:xfrm>
            <a:off x="19630578" y="1977984"/>
            <a:ext cx="4484155" cy="1370349"/>
          </a:xfrm>
          <a:prstGeom prst="rect">
            <a:avLst/>
          </a:prstGeom>
          <a:solidFill>
            <a:srgbClr val="FFFFFF"/>
          </a:solidFill>
          <a:ln w="38100">
            <a:solidFill>
              <a:srgbClr val="FFFFFF"/>
            </a:solidFill>
            <a:miter lim="400000"/>
          </a:ln>
        </p:spPr>
        <p:txBody>
          <a:bodyPr lIns="45719" r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8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92" name="TextBox 20"/>
          <p:cNvSpPr txBox="1"/>
          <p:nvPr/>
        </p:nvSpPr>
        <p:spPr>
          <a:xfrm>
            <a:off x="19538484" y="3561724"/>
            <a:ext cx="623796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defRPr b="1" cap="all" sz="2000">
                <a:solidFill>
                  <a:srgbClr val="18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How do we asses this?</a:t>
            </a:r>
          </a:p>
        </p:txBody>
      </p:sp>
      <p:sp>
        <p:nvSpPr>
          <p:cNvPr id="893" name="Lijn"/>
          <p:cNvSpPr/>
          <p:nvPr/>
        </p:nvSpPr>
        <p:spPr>
          <a:xfrm>
            <a:off x="19559358" y="3876752"/>
            <a:ext cx="3084727" cy="1"/>
          </a:xfrm>
          <a:prstGeom prst="line">
            <a:avLst/>
          </a:prstGeom>
          <a:ln w="25400">
            <a:solidFill>
              <a:srgbClr val="183883"/>
            </a:solidFill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894" name="Dianumm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am presentati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/>
          <a:p>
            <a:pPr/>
            <a:r>
              <a:t>Naam presentatie</a:t>
            </a:r>
          </a:p>
        </p:txBody>
      </p:sp>
      <p:sp>
        <p:nvSpPr>
          <p:cNvPr id="3" name="Hoofdtekst - niveau één…"/>
          <p:cNvSpPr txBox="1"/>
          <p:nvPr>
            <p:ph type="body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Ondertitel presentatie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Dianumm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232" strike="noStrike" sz="116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0" marR="0" indent="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5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hyperlink" Target="https://recruitment.scisports.app/" TargetMode="External"/><Relationship Id="rId3" Type="http://schemas.openxmlformats.org/officeDocument/2006/relationships/image" Target="../media/image12.png"/><Relationship Id="rId4" Type="http://schemas.openxmlformats.org/officeDocument/2006/relationships/slide" Target="slide15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" Target="slide8.xml"/><Relationship Id="rId3" Type="http://schemas.openxmlformats.org/officeDocument/2006/relationships/slide" Target="slide9.xml"/><Relationship Id="rId4" Type="http://schemas.openxmlformats.org/officeDocument/2006/relationships/slide" Target="slide11.xml"/><Relationship Id="rId5" Type="http://schemas.openxmlformats.org/officeDocument/2006/relationships/slide" Target="slide14.xml"/><Relationship Id="rId6" Type="http://schemas.openxmlformats.org/officeDocument/2006/relationships/slide" Target="slide10.xml"/><Relationship Id="rId7" Type="http://schemas.openxmlformats.org/officeDocument/2006/relationships/slide" Target="slide12.xml"/><Relationship Id="rId8" Type="http://schemas.openxmlformats.org/officeDocument/2006/relationships/slide" Target="slide13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9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" Target="slide6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3" Type="http://schemas.openxmlformats.org/officeDocument/2006/relationships/slide" Target="slide6.xml"/><Relationship Id="rId4" Type="http://schemas.openxmlformats.org/officeDocument/2006/relationships/image" Target="../media/image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png"/><Relationship Id="rId3" Type="http://schemas.openxmlformats.org/officeDocument/2006/relationships/slide" Target="slide6.xml"/><Relationship Id="rId4" Type="http://schemas.openxmlformats.org/officeDocument/2006/relationships/image" Target="../media/image1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slide" Target="slide6.xml"/><Relationship Id="rId4" Type="http://schemas.openxmlformats.org/officeDocument/2006/relationships/image" Target="../media/image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slide" Target="slide6.xml"/><Relationship Id="rId4" Type="http://schemas.openxmlformats.org/officeDocument/2006/relationships/image" Target="../media/image1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3.png"/><Relationship Id="rId3" Type="http://schemas.openxmlformats.org/officeDocument/2006/relationships/slide" Target="slide6.xml"/><Relationship Id="rId4" Type="http://schemas.openxmlformats.org/officeDocument/2006/relationships/image" Target="../media/image1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3.png"/><Relationship Id="rId3" Type="http://schemas.openxmlformats.org/officeDocument/2006/relationships/slide" Target="slide6.xml"/><Relationship Id="rId4" Type="http://schemas.openxmlformats.org/officeDocument/2006/relationships/image" Target="../media/image1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11"/>
          <p:cNvSpPr/>
          <p:nvPr/>
        </p:nvSpPr>
        <p:spPr>
          <a:xfrm>
            <a:off x="16537263" y="4033831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904" name="7"/>
          <p:cNvSpPr/>
          <p:nvPr/>
        </p:nvSpPr>
        <p:spPr>
          <a:xfrm>
            <a:off x="18835144" y="4033831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905" name="5"/>
          <p:cNvSpPr/>
          <p:nvPr/>
        </p:nvSpPr>
        <p:spPr>
          <a:xfrm>
            <a:off x="16461063" y="6494574"/>
            <a:ext cx="527646" cy="547639"/>
          </a:xfrm>
          <a:prstGeom prst="ellipse">
            <a:avLst/>
          </a:prstGeom>
          <a:solidFill>
            <a:schemeClr val="accent3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906" name="2"/>
          <p:cNvSpPr/>
          <p:nvPr/>
        </p:nvSpPr>
        <p:spPr>
          <a:xfrm>
            <a:off x="18936744" y="6494574"/>
            <a:ext cx="527646" cy="547639"/>
          </a:xfrm>
          <a:prstGeom prst="ellipse">
            <a:avLst/>
          </a:prstGeom>
          <a:solidFill>
            <a:schemeClr val="accent3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907" name="4"/>
          <p:cNvSpPr/>
          <p:nvPr/>
        </p:nvSpPr>
        <p:spPr>
          <a:xfrm>
            <a:off x="17127425" y="6943530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908" name="3"/>
          <p:cNvSpPr/>
          <p:nvPr/>
        </p:nvSpPr>
        <p:spPr>
          <a:xfrm>
            <a:off x="18248351" y="6943530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909" name="1"/>
          <p:cNvSpPr/>
          <p:nvPr/>
        </p:nvSpPr>
        <p:spPr>
          <a:xfrm>
            <a:off x="17686204" y="7634559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910" name="9"/>
          <p:cNvSpPr/>
          <p:nvPr/>
        </p:nvSpPr>
        <p:spPr>
          <a:xfrm>
            <a:off x="17686204" y="3565061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911" name="10"/>
          <p:cNvSpPr/>
          <p:nvPr/>
        </p:nvSpPr>
        <p:spPr>
          <a:xfrm>
            <a:off x="18041804" y="4945217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912" name="8"/>
          <p:cNvSpPr/>
          <p:nvPr/>
        </p:nvSpPr>
        <p:spPr>
          <a:xfrm>
            <a:off x="17229025" y="5338231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913" name="6"/>
          <p:cNvSpPr/>
          <p:nvPr/>
        </p:nvSpPr>
        <p:spPr>
          <a:xfrm>
            <a:off x="17867351" y="5899923"/>
            <a:ext cx="527646" cy="547639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19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914" name="TextBox 28"/>
          <p:cNvSpPr txBox="1"/>
          <p:nvPr/>
        </p:nvSpPr>
        <p:spPr>
          <a:xfrm>
            <a:off x="12679937" y="7643110"/>
            <a:ext cx="2374698" cy="11049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/>
          <a:p>
            <a:pPr algn="r" defTabSz="457200">
              <a:lnSpc>
                <a:spcPct val="100000"/>
              </a:lnSpc>
              <a:spcBef>
                <a:spcPts val="0"/>
              </a:spcBef>
              <a:defRPr cap="all" sz="6400">
                <a:solidFill>
                  <a:srgbClr val="2769C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  <p:pic>
        <p:nvPicPr>
          <p:cNvPr id="915" name="achterkant FC Den Bosch nummer 2.png" descr="achterkant FC Den Bosch nummer 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508126" y="7472384"/>
            <a:ext cx="2642322" cy="2642322"/>
          </a:xfrm>
          <a:prstGeom prst="rect">
            <a:avLst/>
          </a:prstGeom>
          <a:ln w="12700">
            <a:miter lim="400000"/>
          </a:ln>
          <a:effectLst>
            <a:reflection blurRad="0" stA="50000" stPos="0" endA="0" endPos="40000" dist="0" dir="5400000" fadeDir="5400000" sx="100000" sy="-100000" kx="0" ky="0" algn="bl" rotWithShape="0"/>
          </a:effectLst>
        </p:spPr>
      </p:pic>
      <p:pic>
        <p:nvPicPr>
          <p:cNvPr id="916" name="achterkant FC Den Bosch nummer 5.png" descr="achterkant FC Den Bosch nummer 5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9997539" y="7472420"/>
            <a:ext cx="2642322" cy="2642323"/>
          </a:xfrm>
          <a:prstGeom prst="rect">
            <a:avLst/>
          </a:prstGeom>
          <a:ln w="12700">
            <a:miter lim="400000"/>
          </a:ln>
          <a:effectLst>
            <a:reflection blurRad="0" stA="50000" stPos="0" endA="0" endPos="40000" dist="0" dir="5400000" fadeDir="5400000" sx="100000" sy="-100000" kx="0" ky="0" algn="bl" rotWithShape="0"/>
          </a:effectLst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TextBox 21"/>
          <p:cNvSpPr txBox="1"/>
          <p:nvPr/>
        </p:nvSpPr>
        <p:spPr>
          <a:xfrm>
            <a:off x="4333035" y="1013466"/>
            <a:ext cx="15717931" cy="12446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50800" dist="88900" dir="3243361">
              <a:srgbClr val="000000">
                <a:alpha val="38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 defTabSz="1285875">
              <a:lnSpc>
                <a:spcPct val="100000"/>
              </a:lnSpc>
              <a:spcBef>
                <a:spcPts val="0"/>
              </a:spcBef>
              <a:defRPr b="1" cap="all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Kernwaarden —&gt; Voetbal: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b="1" cap="all" sz="32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</a:t>
            </a:r>
            <a:r>
              <a:rPr b="0"/>
              <a:t>Strijders Die spelen om te winnen en die elke dag beter willen worden”</a:t>
            </a:r>
          </a:p>
        </p:txBody>
      </p:sp>
      <p:sp>
        <p:nvSpPr>
          <p:cNvPr id="920" name="Lijn"/>
          <p:cNvSpPr/>
          <p:nvPr/>
        </p:nvSpPr>
        <p:spPr>
          <a:xfrm>
            <a:off x="12152585" y="4118138"/>
            <a:ext cx="1" cy="3383270"/>
          </a:xfrm>
          <a:prstGeom prst="line">
            <a:avLst/>
          </a:prstGeom>
          <a:ln w="50800">
            <a:solidFill>
              <a:srgbClr val="FFFFFF"/>
            </a:solidFill>
            <a:miter lim="400000"/>
          </a:ln>
        </p:spPr>
        <p:txBody>
          <a:bodyPr lIns="71437" tIns="71437" rIns="71437" bIns="71437" anchor="ctr"/>
          <a:lstStyle/>
          <a:p>
            <a:pPr algn="ctr" defTabSz="821531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</a:p>
        </p:txBody>
      </p:sp>
      <p:sp>
        <p:nvSpPr>
          <p:cNvPr id="921" name="Freeform 7"/>
          <p:cNvSpPr/>
          <p:nvPr/>
        </p:nvSpPr>
        <p:spPr>
          <a:xfrm>
            <a:off x="4473952" y="4440175"/>
            <a:ext cx="6261666" cy="2946401"/>
          </a:xfrm>
          <a:prstGeom prst="rect">
            <a:avLst/>
          </a:prstGeom>
          <a:solidFill>
            <a:srgbClr val="173883"/>
          </a:solidFill>
          <a:ln w="127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76200" dir="3243361">
              <a:srgbClr val="000000">
                <a:alpha val="38000"/>
              </a:srgbClr>
            </a:outerShdw>
          </a:effectLst>
        </p:spPr>
        <p:txBody>
          <a:bodyPr lIns="45719" tIns="45719" rIns="45719" b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22" name="Rechthoek"/>
          <p:cNvSpPr/>
          <p:nvPr/>
        </p:nvSpPr>
        <p:spPr>
          <a:xfrm>
            <a:off x="4506295" y="5470044"/>
            <a:ext cx="6196980" cy="28794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23" name="TextBox 13"/>
          <p:cNvSpPr txBox="1"/>
          <p:nvPr/>
        </p:nvSpPr>
        <p:spPr>
          <a:xfrm>
            <a:off x="4646195" y="5976140"/>
            <a:ext cx="5917180" cy="1156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 marL="351692" indent="-351692" defTabSz="1285875">
              <a:lnSpc>
                <a:spcPct val="1000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KPI 1: Top-3 goals </a:t>
            </a:r>
            <a:r>
              <a:rPr>
                <a:solidFill>
                  <a:schemeClr val="accent4">
                    <a:hueOff val="-858837"/>
                    <a:lumOff val="-9791"/>
                  </a:schemeClr>
                </a:solidFill>
              </a:rPr>
              <a:t>(6th)</a:t>
            </a:r>
          </a:p>
          <a:p>
            <a:pPr marL="351692" indent="-351692" defTabSz="1285875">
              <a:lnSpc>
                <a:spcPct val="1000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KPI 2: Top-3 challenge intensity </a:t>
            </a:r>
            <a:r>
              <a:rPr>
                <a:solidFill>
                  <a:schemeClr val="accent4">
                    <a:hueOff val="-858837"/>
                    <a:lumOff val="-9791"/>
                  </a:schemeClr>
                </a:solidFill>
              </a:rPr>
              <a:t>(10th)</a:t>
            </a:r>
          </a:p>
          <a:p>
            <a:pPr marL="351692" indent="-351692" defTabSz="1285875">
              <a:lnSpc>
                <a:spcPct val="1000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KPI 3: Top-3 doelpogingen</a:t>
            </a:r>
            <a:r>
              <a:rPr>
                <a:solidFill>
                  <a:srgbClr val="FF2600"/>
                </a:solidFill>
              </a:rPr>
              <a:t>(12th)</a:t>
            </a:r>
          </a:p>
        </p:txBody>
      </p:sp>
      <p:sp>
        <p:nvSpPr>
          <p:cNvPr id="924" name="TextBox 16"/>
          <p:cNvSpPr txBox="1"/>
          <p:nvPr/>
        </p:nvSpPr>
        <p:spPr>
          <a:xfrm>
            <a:off x="5285314" y="4420544"/>
            <a:ext cx="4638942" cy="107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Speelstijl</a:t>
            </a:r>
          </a:p>
        </p:txBody>
      </p:sp>
      <p:sp>
        <p:nvSpPr>
          <p:cNvPr id="925" name="Freeform 7"/>
          <p:cNvSpPr/>
          <p:nvPr/>
        </p:nvSpPr>
        <p:spPr>
          <a:xfrm>
            <a:off x="13682778" y="4440175"/>
            <a:ext cx="6261666" cy="2946401"/>
          </a:xfrm>
          <a:prstGeom prst="rect">
            <a:avLst/>
          </a:prstGeom>
          <a:solidFill>
            <a:srgbClr val="173883"/>
          </a:solidFill>
          <a:ln w="12700">
            <a:solidFill>
              <a:srgbClr val="FFFFFF"/>
            </a:solidFill>
            <a:miter lim="400000"/>
          </a:ln>
          <a:effectLst>
            <a:outerShdw sx="100000" sy="100000" kx="0" ky="0" algn="b" rotWithShape="0" blurRad="50800" dist="76200" dir="3243361">
              <a:srgbClr val="000000">
                <a:alpha val="38000"/>
              </a:srgbClr>
            </a:outerShdw>
          </a:effectLst>
        </p:spPr>
        <p:txBody>
          <a:bodyPr lIns="45719" tIns="45719" rIns="45719" b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26" name="Rechthoek"/>
          <p:cNvSpPr/>
          <p:nvPr/>
        </p:nvSpPr>
        <p:spPr>
          <a:xfrm>
            <a:off x="13680723" y="5470044"/>
            <a:ext cx="6265774" cy="28794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27" name="TextBox 13"/>
          <p:cNvSpPr txBox="1"/>
          <p:nvPr/>
        </p:nvSpPr>
        <p:spPr>
          <a:xfrm>
            <a:off x="14077925" y="5944025"/>
            <a:ext cx="5471371" cy="879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 marL="351692" indent="-351692" defTabSz="1285875">
              <a:lnSpc>
                <a:spcPct val="1000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Scouting</a:t>
            </a:r>
          </a:p>
          <a:p>
            <a:pPr marL="351692" indent="-351692" defTabSz="1285875">
              <a:lnSpc>
                <a:spcPct val="100000"/>
              </a:lnSpc>
              <a:spcBef>
                <a:spcPts val="0"/>
              </a:spcBef>
              <a:buSzPct val="100000"/>
              <a:buChar char="•"/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IDP</a:t>
            </a:r>
          </a:p>
        </p:txBody>
      </p:sp>
      <p:sp>
        <p:nvSpPr>
          <p:cNvPr id="928" name="TextBox 16"/>
          <p:cNvSpPr txBox="1"/>
          <p:nvPr/>
        </p:nvSpPr>
        <p:spPr>
          <a:xfrm>
            <a:off x="14494140" y="4420544"/>
            <a:ext cx="4638941" cy="1075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Profielen &amp; Begrippen</a:t>
            </a:r>
          </a:p>
        </p:txBody>
      </p:sp>
      <p:sp>
        <p:nvSpPr>
          <p:cNvPr id="929" name="Afgeronde rechthoek"/>
          <p:cNvSpPr/>
          <p:nvPr/>
        </p:nvSpPr>
        <p:spPr>
          <a:xfrm>
            <a:off x="5718043" y="9151601"/>
            <a:ext cx="440356" cy="577675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30" name="Afgeronde rechthoek"/>
          <p:cNvSpPr/>
          <p:nvPr/>
        </p:nvSpPr>
        <p:spPr>
          <a:xfrm>
            <a:off x="6440531" y="9151601"/>
            <a:ext cx="440356" cy="577675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31" name="Afgeronde rechthoek"/>
          <p:cNvSpPr/>
          <p:nvPr/>
        </p:nvSpPr>
        <p:spPr>
          <a:xfrm>
            <a:off x="7163020" y="9151601"/>
            <a:ext cx="440355" cy="577675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32" name="Afgeronde rechthoek"/>
          <p:cNvSpPr/>
          <p:nvPr/>
        </p:nvSpPr>
        <p:spPr>
          <a:xfrm>
            <a:off x="7885510" y="9151601"/>
            <a:ext cx="440355" cy="577675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33" name="Freeform 7"/>
          <p:cNvSpPr/>
          <p:nvPr/>
        </p:nvSpPr>
        <p:spPr>
          <a:xfrm>
            <a:off x="5155257" y="9569121"/>
            <a:ext cx="3558234" cy="1938277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</p:spPr>
        <p:txBody>
          <a:bodyPr lIns="45719" tIns="45719" rIns="45719" b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34" name="Rechthoek"/>
          <p:cNvSpPr/>
          <p:nvPr/>
        </p:nvSpPr>
        <p:spPr>
          <a:xfrm>
            <a:off x="5153202" y="10368234"/>
            <a:ext cx="3562343" cy="115609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35" name="TextBox 8"/>
          <p:cNvSpPr txBox="1"/>
          <p:nvPr/>
        </p:nvSpPr>
        <p:spPr>
          <a:xfrm>
            <a:off x="5253436" y="10506338"/>
            <a:ext cx="3361875" cy="879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 marL="293914" indent="-293914" defTabSz="1285875">
              <a:lnSpc>
                <a:spcPct val="140000"/>
              </a:lnSpc>
              <a:spcBef>
                <a:spcPts val="0"/>
              </a:spcBef>
              <a:buSzPct val="100000"/>
              <a:buChar char="•"/>
              <a:defRPr b="1" cap="all"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Transfer target: +€750K</a:t>
            </a:r>
          </a:p>
          <a:p>
            <a:pPr marL="339131" indent="-339131" defTabSz="1285875">
              <a:lnSpc>
                <a:spcPct val="140000"/>
              </a:lnSpc>
              <a:spcBef>
                <a:spcPts val="0"/>
              </a:spcBef>
              <a:buSzPct val="100000"/>
              <a:buChar char="•"/>
              <a:defRPr b="1" cap="all" i="1" sz="1800">
                <a:solidFill>
                  <a:srgbClr val="9BBB59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transfers: &gt;1M</a:t>
            </a:r>
          </a:p>
        </p:txBody>
      </p:sp>
      <p:sp>
        <p:nvSpPr>
          <p:cNvPr id="936" name="TextBox 16"/>
          <p:cNvSpPr txBox="1"/>
          <p:nvPr/>
        </p:nvSpPr>
        <p:spPr>
          <a:xfrm>
            <a:off x="5259874" y="9561502"/>
            <a:ext cx="3348999" cy="707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Goal 1</a:t>
            </a:r>
          </a:p>
        </p:txBody>
      </p:sp>
      <p:sp>
        <p:nvSpPr>
          <p:cNvPr id="937" name="Afgeronde rechthoek"/>
          <p:cNvSpPr/>
          <p:nvPr/>
        </p:nvSpPr>
        <p:spPr>
          <a:xfrm>
            <a:off x="10975668" y="9158784"/>
            <a:ext cx="440356" cy="577674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38" name="Afgeronde rechthoek"/>
          <p:cNvSpPr/>
          <p:nvPr/>
        </p:nvSpPr>
        <p:spPr>
          <a:xfrm>
            <a:off x="11698158" y="9158784"/>
            <a:ext cx="440355" cy="577674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39" name="Afgeronde rechthoek"/>
          <p:cNvSpPr/>
          <p:nvPr/>
        </p:nvSpPr>
        <p:spPr>
          <a:xfrm>
            <a:off x="12420646" y="9158784"/>
            <a:ext cx="440356" cy="577674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40" name="Afgeronde rechthoek"/>
          <p:cNvSpPr/>
          <p:nvPr/>
        </p:nvSpPr>
        <p:spPr>
          <a:xfrm>
            <a:off x="13143137" y="9158784"/>
            <a:ext cx="440356" cy="577674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41" name="Freeform 7"/>
          <p:cNvSpPr/>
          <p:nvPr/>
        </p:nvSpPr>
        <p:spPr>
          <a:xfrm>
            <a:off x="10412883" y="9576304"/>
            <a:ext cx="3558234" cy="1938278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</p:spPr>
        <p:txBody>
          <a:bodyPr lIns="45719" tIns="45719" rIns="45719" b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42" name="Rechthoek"/>
          <p:cNvSpPr/>
          <p:nvPr/>
        </p:nvSpPr>
        <p:spPr>
          <a:xfrm>
            <a:off x="10410828" y="10375417"/>
            <a:ext cx="3562343" cy="115609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43" name="TextBox 8"/>
          <p:cNvSpPr txBox="1"/>
          <p:nvPr/>
        </p:nvSpPr>
        <p:spPr>
          <a:xfrm>
            <a:off x="10517501" y="10530274"/>
            <a:ext cx="3361876" cy="84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 marL="293914" indent="-293914" defTabSz="1285875">
              <a:lnSpc>
                <a:spcPct val="140000"/>
              </a:lnSpc>
              <a:spcBef>
                <a:spcPts val="0"/>
              </a:spcBef>
              <a:buSzPct val="100000"/>
              <a:buChar char="•"/>
              <a:defRPr b="1" cap="all"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KKD: Top 10</a:t>
            </a:r>
          </a:p>
          <a:p>
            <a:pPr marL="339131" indent="-339131" defTabSz="1285875">
              <a:lnSpc>
                <a:spcPct val="130000"/>
              </a:lnSpc>
              <a:spcBef>
                <a:spcPts val="0"/>
              </a:spcBef>
              <a:buSzPct val="100000"/>
              <a:buChar char="•"/>
              <a:defRPr b="1" cap="all" i="1" sz="1800">
                <a:solidFill>
                  <a:schemeClr val="accent4">
                    <a:hueOff val="-858837"/>
                    <a:lumOff val="-9791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10e positie in de KKD</a:t>
            </a:r>
          </a:p>
        </p:txBody>
      </p:sp>
      <p:sp>
        <p:nvSpPr>
          <p:cNvPr id="944" name="TextBox 16"/>
          <p:cNvSpPr txBox="1"/>
          <p:nvPr/>
        </p:nvSpPr>
        <p:spPr>
          <a:xfrm>
            <a:off x="10517501" y="9568684"/>
            <a:ext cx="3348998" cy="707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Goal 2</a:t>
            </a:r>
          </a:p>
        </p:txBody>
      </p:sp>
      <p:sp>
        <p:nvSpPr>
          <p:cNvPr id="945" name="Afgeronde rechthoek"/>
          <p:cNvSpPr/>
          <p:nvPr/>
        </p:nvSpPr>
        <p:spPr>
          <a:xfrm>
            <a:off x="16233295" y="9158784"/>
            <a:ext cx="440356" cy="577674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46" name="Afgeronde rechthoek"/>
          <p:cNvSpPr/>
          <p:nvPr/>
        </p:nvSpPr>
        <p:spPr>
          <a:xfrm>
            <a:off x="16955785" y="9158784"/>
            <a:ext cx="440356" cy="577674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47" name="Afgeronde rechthoek"/>
          <p:cNvSpPr/>
          <p:nvPr/>
        </p:nvSpPr>
        <p:spPr>
          <a:xfrm>
            <a:off x="17678271" y="9158784"/>
            <a:ext cx="440356" cy="577674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48" name="Afgeronde rechthoek"/>
          <p:cNvSpPr/>
          <p:nvPr/>
        </p:nvSpPr>
        <p:spPr>
          <a:xfrm>
            <a:off x="18400762" y="9158784"/>
            <a:ext cx="440355" cy="577674"/>
          </a:xfrm>
          <a:prstGeom prst="roundRect">
            <a:avLst>
              <a:gd name="adj" fmla="val 21019"/>
            </a:avLst>
          </a:prstGeom>
          <a:solidFill>
            <a:srgbClr val="183882"/>
          </a:solidFill>
          <a:ln w="25400">
            <a:solidFill>
              <a:srgbClr val="FFFFFF"/>
            </a:solidFill>
          </a:ln>
          <a:effectLst>
            <a:outerShdw sx="100000" sy="100000" kx="0" ky="0" algn="b" rotWithShape="0" blurRad="50800" dist="25400" dir="5400000">
              <a:srgbClr val="000000">
                <a:alpha val="35000"/>
              </a:srgbClr>
            </a:outerShdw>
          </a:effectLst>
        </p:spPr>
        <p:txBody>
          <a:bodyPr lIns="60959" tIns="60959" rIns="60959" bIns="60959" anchor="ctr"/>
          <a:lstStyle/>
          <a:p>
            <a:pPr defTabSz="1219200">
              <a:lnSpc>
                <a:spcPct val="100000"/>
              </a:lnSpc>
              <a:spcBef>
                <a:spcPts val="0"/>
              </a:spcBef>
              <a:defRPr sz="24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49" name="Freeform 7"/>
          <p:cNvSpPr/>
          <p:nvPr/>
        </p:nvSpPr>
        <p:spPr>
          <a:xfrm>
            <a:off x="15670510" y="9576304"/>
            <a:ext cx="3558234" cy="1938278"/>
          </a:xfrm>
          <a:prstGeom prst="rect">
            <a:avLst/>
          </a:prstGeom>
          <a:solidFill>
            <a:srgbClr val="173883"/>
          </a:solidFill>
          <a:ln w="25400">
            <a:solidFill>
              <a:srgbClr val="FFFFFF"/>
            </a:solidFill>
            <a:miter lim="400000"/>
          </a:ln>
        </p:spPr>
        <p:txBody>
          <a:bodyPr lIns="45719" tIns="45719" rIns="45719" bIns="45719"/>
          <a:lstStyle/>
          <a:p>
            <a:pPr defTabSz="914400">
              <a:lnSpc>
                <a:spcPct val="100000"/>
              </a:lnSpc>
              <a:spcBef>
                <a:spcPts val="0"/>
              </a:spcBef>
              <a:defRPr sz="1600"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50" name="Rechthoek"/>
          <p:cNvSpPr/>
          <p:nvPr/>
        </p:nvSpPr>
        <p:spPr>
          <a:xfrm>
            <a:off x="15668456" y="10375417"/>
            <a:ext cx="3562342" cy="115609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51" name="TextBox 8"/>
          <p:cNvSpPr txBox="1"/>
          <p:nvPr/>
        </p:nvSpPr>
        <p:spPr>
          <a:xfrm>
            <a:off x="15775128" y="10530274"/>
            <a:ext cx="3361876" cy="8463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/>
          <a:lstStyle/>
          <a:p>
            <a:pPr marL="293914" indent="-293914" defTabSz="1285875">
              <a:lnSpc>
                <a:spcPct val="140000"/>
              </a:lnSpc>
              <a:spcBef>
                <a:spcPts val="0"/>
              </a:spcBef>
              <a:buSzPct val="100000"/>
              <a:buChar char="•"/>
              <a:defRPr b="1" cap="all" sz="18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Academy players: 50%*</a:t>
            </a:r>
          </a:p>
          <a:p>
            <a:pPr marL="339131" indent="-339131" defTabSz="1285875">
              <a:lnSpc>
                <a:spcPct val="130000"/>
              </a:lnSpc>
              <a:spcBef>
                <a:spcPts val="0"/>
              </a:spcBef>
              <a:buSzPct val="100000"/>
              <a:buChar char="•"/>
              <a:defRPr b="1" cap="all" i="1" sz="1800">
                <a:solidFill>
                  <a:schemeClr val="accent4">
                    <a:hueOff val="-858837"/>
                    <a:lumOff val="-9791"/>
                  </a:schemeClr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Competitieminuten: 38%</a:t>
            </a:r>
          </a:p>
        </p:txBody>
      </p:sp>
      <p:sp>
        <p:nvSpPr>
          <p:cNvPr id="952" name="TextBox 16"/>
          <p:cNvSpPr txBox="1"/>
          <p:nvPr/>
        </p:nvSpPr>
        <p:spPr>
          <a:xfrm>
            <a:off x="15775128" y="9568684"/>
            <a:ext cx="3348999" cy="707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Goal 3</a:t>
            </a:r>
          </a:p>
        </p:txBody>
      </p:sp>
      <p:sp>
        <p:nvSpPr>
          <p:cNvPr id="953" name="**Minimaal 3 jaar in de academy…"/>
          <p:cNvSpPr txBox="1"/>
          <p:nvPr/>
        </p:nvSpPr>
        <p:spPr>
          <a:xfrm>
            <a:off x="458653" y="12996598"/>
            <a:ext cx="4843365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1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**Minimaal 3 jaar in de academy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12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(Stan, Mees, Kevin, Danny, Nick, Sheddy, TJemme, Ilias)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7388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TextBox 11"/>
          <p:cNvSpPr txBox="1"/>
          <p:nvPr/>
        </p:nvSpPr>
        <p:spPr>
          <a:xfrm>
            <a:off x="3436486" y="2190748"/>
            <a:ext cx="3686159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956" name="TextBox 37"/>
          <p:cNvSpPr txBox="1"/>
          <p:nvPr/>
        </p:nvSpPr>
        <p:spPr>
          <a:xfrm>
            <a:off x="2262943" y="839474"/>
            <a:ext cx="4440638" cy="6597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19200">
              <a:lnSpc>
                <a:spcPts val="5200"/>
              </a:lnSpc>
              <a:spcBef>
                <a:spcPts val="0"/>
              </a:spcBef>
              <a:defRPr b="1" sz="4500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defRPr>
            </a:lvl1pPr>
          </a:lstStyle>
          <a:p>
            <a:pPr/>
            <a:r>
              <a:t>Player name</a:t>
            </a:r>
          </a:p>
        </p:txBody>
      </p:sp>
      <p:sp>
        <p:nvSpPr>
          <p:cNvPr id="957" name="TextBox 23"/>
          <p:cNvSpPr txBox="1"/>
          <p:nvPr/>
        </p:nvSpPr>
        <p:spPr>
          <a:xfrm>
            <a:off x="18363004" y="584214"/>
            <a:ext cx="5467955" cy="32232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  <a:p>
            <a:pPr defTabSz="1219200">
              <a:lnSpc>
                <a:spcPct val="140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DD/MM/YYYY: Game / Training</a:t>
            </a:r>
          </a:p>
        </p:txBody>
      </p:sp>
      <p:sp>
        <p:nvSpPr>
          <p:cNvPr id="958" name="TextBox 11"/>
          <p:cNvSpPr txBox="1"/>
          <p:nvPr/>
        </p:nvSpPr>
        <p:spPr>
          <a:xfrm>
            <a:off x="3445861" y="2944472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959" name="TextBox 11"/>
          <p:cNvSpPr txBox="1"/>
          <p:nvPr/>
        </p:nvSpPr>
        <p:spPr>
          <a:xfrm>
            <a:off x="3443265" y="3701887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960" name="TextBox 11"/>
          <p:cNvSpPr txBox="1"/>
          <p:nvPr/>
        </p:nvSpPr>
        <p:spPr>
          <a:xfrm>
            <a:off x="3468167" y="4459302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961" name="TextBox 11"/>
          <p:cNvSpPr txBox="1"/>
          <p:nvPr/>
        </p:nvSpPr>
        <p:spPr>
          <a:xfrm>
            <a:off x="3468167" y="5211678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962" name="TextBox 11"/>
          <p:cNvSpPr txBox="1"/>
          <p:nvPr/>
        </p:nvSpPr>
        <p:spPr>
          <a:xfrm>
            <a:off x="3468167" y="5945826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963" name="TextBox 11"/>
          <p:cNvSpPr txBox="1"/>
          <p:nvPr/>
        </p:nvSpPr>
        <p:spPr>
          <a:xfrm>
            <a:off x="3468167" y="6678032"/>
            <a:ext cx="3686159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964" name="TextBox 11"/>
          <p:cNvSpPr txBox="1"/>
          <p:nvPr/>
        </p:nvSpPr>
        <p:spPr>
          <a:xfrm>
            <a:off x="11203802" y="1088478"/>
            <a:ext cx="2152564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965" name="TextBox 11"/>
          <p:cNvSpPr txBox="1"/>
          <p:nvPr/>
        </p:nvSpPr>
        <p:spPr>
          <a:xfrm>
            <a:off x="11203802" y="1806760"/>
            <a:ext cx="2152564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966" name="TextBox 11"/>
          <p:cNvSpPr txBox="1"/>
          <p:nvPr/>
        </p:nvSpPr>
        <p:spPr>
          <a:xfrm>
            <a:off x="11203802" y="2611665"/>
            <a:ext cx="2152564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967" name="TextBox 11"/>
          <p:cNvSpPr txBox="1"/>
          <p:nvPr/>
        </p:nvSpPr>
        <p:spPr>
          <a:xfrm>
            <a:off x="11203802" y="3370677"/>
            <a:ext cx="2152564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968" name="TextBox 11"/>
          <p:cNvSpPr txBox="1"/>
          <p:nvPr/>
        </p:nvSpPr>
        <p:spPr>
          <a:xfrm>
            <a:off x="13587460" y="1088478"/>
            <a:ext cx="2152563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969" name="TextBox 11"/>
          <p:cNvSpPr txBox="1"/>
          <p:nvPr/>
        </p:nvSpPr>
        <p:spPr>
          <a:xfrm>
            <a:off x="13587460" y="1806760"/>
            <a:ext cx="2152563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970" name="TextBox 11"/>
          <p:cNvSpPr txBox="1"/>
          <p:nvPr/>
        </p:nvSpPr>
        <p:spPr>
          <a:xfrm>
            <a:off x="13587460" y="2611665"/>
            <a:ext cx="2152563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971" name="TextBox 11"/>
          <p:cNvSpPr txBox="1"/>
          <p:nvPr/>
        </p:nvSpPr>
        <p:spPr>
          <a:xfrm>
            <a:off x="13587460" y="3370677"/>
            <a:ext cx="2152563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972" name="xxxx"/>
          <p:cNvSpPr txBox="1"/>
          <p:nvPr/>
        </p:nvSpPr>
        <p:spPr>
          <a:xfrm>
            <a:off x="19741483" y="9664487"/>
            <a:ext cx="3576986" cy="397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b="1" sz="2000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973" name="xxxx"/>
          <p:cNvSpPr txBox="1"/>
          <p:nvPr/>
        </p:nvSpPr>
        <p:spPr>
          <a:xfrm>
            <a:off x="19741483" y="10420204"/>
            <a:ext cx="3576986" cy="397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b="1" sz="2000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974" name="xxxx"/>
          <p:cNvSpPr txBox="1"/>
          <p:nvPr/>
        </p:nvSpPr>
        <p:spPr>
          <a:xfrm>
            <a:off x="19741483" y="11197829"/>
            <a:ext cx="3576986" cy="397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b="1" sz="2000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975" name="xxxx"/>
          <p:cNvSpPr txBox="1"/>
          <p:nvPr/>
        </p:nvSpPr>
        <p:spPr>
          <a:xfrm>
            <a:off x="19753848" y="11925556"/>
            <a:ext cx="3576987" cy="397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b="1" sz="2000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976" name="xxxx"/>
          <p:cNvSpPr txBox="1"/>
          <p:nvPr/>
        </p:nvSpPr>
        <p:spPr>
          <a:xfrm>
            <a:off x="19753848" y="12652539"/>
            <a:ext cx="3576987" cy="3970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60959" tIns="60959" rIns="60959" bIns="60959" anchor="ctr">
            <a:spAutoFit/>
          </a:bodyPr>
          <a:lstStyle>
            <a:lvl1pPr algn="ctr" defTabSz="1219200">
              <a:lnSpc>
                <a:spcPts val="2100"/>
              </a:lnSpc>
              <a:spcBef>
                <a:spcPts val="0"/>
              </a:spcBef>
              <a:defRPr b="1" sz="2000">
                <a:latin typeface="Cabin Medium"/>
                <a:ea typeface="Cabin Medium"/>
                <a:cs typeface="Cabin Medium"/>
                <a:sym typeface="Cabin Medium"/>
              </a:defRPr>
            </a:lvl1pPr>
          </a:lstStyle>
          <a:p>
            <a:pPr/>
            <a:r>
              <a:t>xxxx</a:t>
            </a:r>
          </a:p>
        </p:txBody>
      </p:sp>
      <p:sp>
        <p:nvSpPr>
          <p:cNvPr id="977" name="TextBox 31"/>
          <p:cNvSpPr txBox="1"/>
          <p:nvPr/>
        </p:nvSpPr>
        <p:spPr>
          <a:xfrm>
            <a:off x="8032505" y="9220708"/>
            <a:ext cx="7940022" cy="3429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defRPr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978" name="TextBox 11"/>
          <p:cNvSpPr txBox="1"/>
          <p:nvPr/>
        </p:nvSpPr>
        <p:spPr>
          <a:xfrm>
            <a:off x="3468167" y="7435014"/>
            <a:ext cx="3686159" cy="397764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979" name="TextBox 11"/>
          <p:cNvSpPr txBox="1"/>
          <p:nvPr/>
        </p:nvSpPr>
        <p:spPr>
          <a:xfrm>
            <a:off x="3468015" y="8147343"/>
            <a:ext cx="3686159" cy="397765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ts val="3000"/>
              </a:lnSpc>
              <a:spcBef>
                <a:spcPts val="0"/>
              </a:spcBef>
              <a:defRPr b="1" sz="20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</a:p>
        </p:txBody>
      </p:sp>
      <p:sp>
        <p:nvSpPr>
          <p:cNvPr id="980" name="xx"/>
          <p:cNvSpPr/>
          <p:nvPr/>
        </p:nvSpPr>
        <p:spPr>
          <a:xfrm>
            <a:off x="8372141" y="5119587"/>
            <a:ext cx="2857501" cy="285750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155278">
              <a:lnSpc>
                <a:spcPct val="100000"/>
              </a:lnSpc>
              <a:spcBef>
                <a:spcPts val="0"/>
              </a:spcBef>
              <a:defRPr b="1" sz="87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xx</a:t>
            </a:r>
          </a:p>
        </p:txBody>
      </p:sp>
      <p:sp>
        <p:nvSpPr>
          <p:cNvPr id="981" name="xx%"/>
          <p:cNvSpPr/>
          <p:nvPr/>
        </p:nvSpPr>
        <p:spPr>
          <a:xfrm>
            <a:off x="12695199" y="5123876"/>
            <a:ext cx="2857501" cy="2857501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/>
          <a:lstStyle>
            <a:lvl1pPr algn="ctr" defTabSz="1155278">
              <a:lnSpc>
                <a:spcPct val="100000"/>
              </a:lnSpc>
              <a:spcBef>
                <a:spcPts val="0"/>
              </a:spcBef>
              <a:defRPr b="1" sz="8700"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xx%</a:t>
            </a:r>
          </a:p>
        </p:txBody>
      </p:sp>
      <p:sp>
        <p:nvSpPr>
          <p:cNvPr id="982" name="DATE: DD-MM-JJJJ"/>
          <p:cNvSpPr txBox="1"/>
          <p:nvPr/>
        </p:nvSpPr>
        <p:spPr>
          <a:xfrm>
            <a:off x="4875976" y="268498"/>
            <a:ext cx="267701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b="1"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DATE: DD-MM-JJJJ</a:t>
            </a:r>
          </a:p>
        </p:txBody>
      </p:sp>
      <p:sp>
        <p:nvSpPr>
          <p:cNvPr id="983" name="Wendbaarheid"/>
          <p:cNvSpPr txBox="1"/>
          <p:nvPr/>
        </p:nvSpPr>
        <p:spPr>
          <a:xfrm>
            <a:off x="16838432" y="7313752"/>
            <a:ext cx="2870201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Wendbaarheid</a:t>
            </a:r>
          </a:p>
        </p:txBody>
      </p:sp>
      <p:sp>
        <p:nvSpPr>
          <p:cNvPr id="984" name="Uithoudingsvermogen"/>
          <p:cNvSpPr txBox="1"/>
          <p:nvPr/>
        </p:nvSpPr>
        <p:spPr>
          <a:xfrm>
            <a:off x="16856595" y="6807672"/>
            <a:ext cx="2517449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Uithoudingsvermogen</a:t>
            </a:r>
          </a:p>
        </p:txBody>
      </p:sp>
      <p:sp>
        <p:nvSpPr>
          <p:cNvPr id="985" name="Snelheid"/>
          <p:cNvSpPr txBox="1"/>
          <p:nvPr/>
        </p:nvSpPr>
        <p:spPr>
          <a:xfrm>
            <a:off x="16856595" y="6289566"/>
            <a:ext cx="2138965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Snelheid</a:t>
            </a:r>
          </a:p>
        </p:txBody>
      </p:sp>
      <p:sp>
        <p:nvSpPr>
          <p:cNvPr id="986" name="Dribbelen met bal"/>
          <p:cNvSpPr txBox="1"/>
          <p:nvPr/>
        </p:nvSpPr>
        <p:spPr>
          <a:xfrm>
            <a:off x="16856595" y="5745514"/>
            <a:ext cx="2138965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Dribbelen met bal</a:t>
            </a:r>
          </a:p>
        </p:txBody>
      </p:sp>
      <p:sp>
        <p:nvSpPr>
          <p:cNvPr id="987" name="Voorzetten"/>
          <p:cNvSpPr txBox="1"/>
          <p:nvPr/>
        </p:nvSpPr>
        <p:spPr>
          <a:xfrm>
            <a:off x="16856595" y="5214708"/>
            <a:ext cx="2517449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Voorzetten</a:t>
            </a:r>
          </a:p>
        </p:txBody>
      </p:sp>
      <p:sp>
        <p:nvSpPr>
          <p:cNvPr id="988" name="Overlap/underlap"/>
          <p:cNvSpPr txBox="1"/>
          <p:nvPr/>
        </p:nvSpPr>
        <p:spPr>
          <a:xfrm>
            <a:off x="16856595" y="4731517"/>
            <a:ext cx="2138965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Overlap/underlap</a:t>
            </a:r>
          </a:p>
        </p:txBody>
      </p:sp>
      <p:sp>
        <p:nvSpPr>
          <p:cNvPr id="989" name="Ster"/>
          <p:cNvSpPr/>
          <p:nvPr/>
        </p:nvSpPr>
        <p:spPr>
          <a:xfrm>
            <a:off x="20512512" y="7294639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90" name="Ster"/>
          <p:cNvSpPr/>
          <p:nvPr/>
        </p:nvSpPr>
        <p:spPr>
          <a:xfrm>
            <a:off x="20851100" y="7294639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91" name="Ster"/>
          <p:cNvSpPr/>
          <p:nvPr/>
        </p:nvSpPr>
        <p:spPr>
          <a:xfrm>
            <a:off x="21189691" y="7294639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92" name="Ster"/>
          <p:cNvSpPr/>
          <p:nvPr/>
        </p:nvSpPr>
        <p:spPr>
          <a:xfrm>
            <a:off x="21528279" y="7294639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93" name="Ster"/>
          <p:cNvSpPr/>
          <p:nvPr/>
        </p:nvSpPr>
        <p:spPr>
          <a:xfrm>
            <a:off x="21862129" y="7294639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94" name="Ster"/>
          <p:cNvSpPr/>
          <p:nvPr/>
        </p:nvSpPr>
        <p:spPr>
          <a:xfrm>
            <a:off x="22200717" y="7294639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95" name="Ster"/>
          <p:cNvSpPr/>
          <p:nvPr/>
        </p:nvSpPr>
        <p:spPr>
          <a:xfrm>
            <a:off x="22539307" y="7294639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96" name="Ster"/>
          <p:cNvSpPr/>
          <p:nvPr/>
        </p:nvSpPr>
        <p:spPr>
          <a:xfrm>
            <a:off x="22877896" y="7294639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97" name="Ster"/>
          <p:cNvSpPr/>
          <p:nvPr/>
        </p:nvSpPr>
        <p:spPr>
          <a:xfrm>
            <a:off x="23212485" y="7294639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98" name="Ster"/>
          <p:cNvSpPr/>
          <p:nvPr/>
        </p:nvSpPr>
        <p:spPr>
          <a:xfrm>
            <a:off x="23551074" y="7294639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999" name="Ster"/>
          <p:cNvSpPr/>
          <p:nvPr/>
        </p:nvSpPr>
        <p:spPr>
          <a:xfrm>
            <a:off x="20516318" y="6789848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00" name="Ster"/>
          <p:cNvSpPr/>
          <p:nvPr/>
        </p:nvSpPr>
        <p:spPr>
          <a:xfrm>
            <a:off x="20854906" y="6789848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01" name="Ster"/>
          <p:cNvSpPr/>
          <p:nvPr/>
        </p:nvSpPr>
        <p:spPr>
          <a:xfrm>
            <a:off x="21193497" y="6789848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02" name="Ster"/>
          <p:cNvSpPr/>
          <p:nvPr/>
        </p:nvSpPr>
        <p:spPr>
          <a:xfrm>
            <a:off x="21532085" y="6789848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03" name="Ster"/>
          <p:cNvSpPr/>
          <p:nvPr/>
        </p:nvSpPr>
        <p:spPr>
          <a:xfrm>
            <a:off x="21865935" y="6789848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04" name="Ster"/>
          <p:cNvSpPr/>
          <p:nvPr/>
        </p:nvSpPr>
        <p:spPr>
          <a:xfrm>
            <a:off x="22204523" y="6789848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05" name="Ster"/>
          <p:cNvSpPr/>
          <p:nvPr/>
        </p:nvSpPr>
        <p:spPr>
          <a:xfrm>
            <a:off x="22543113" y="6789848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06" name="Ster"/>
          <p:cNvSpPr/>
          <p:nvPr/>
        </p:nvSpPr>
        <p:spPr>
          <a:xfrm>
            <a:off x="22881702" y="6789848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07" name="Ster"/>
          <p:cNvSpPr/>
          <p:nvPr/>
        </p:nvSpPr>
        <p:spPr>
          <a:xfrm>
            <a:off x="23216291" y="6789848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08" name="Ster"/>
          <p:cNvSpPr/>
          <p:nvPr/>
        </p:nvSpPr>
        <p:spPr>
          <a:xfrm>
            <a:off x="23554880" y="6789848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09" name="Ster"/>
          <p:cNvSpPr/>
          <p:nvPr/>
        </p:nvSpPr>
        <p:spPr>
          <a:xfrm>
            <a:off x="20521565" y="574292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10" name="Ster"/>
          <p:cNvSpPr/>
          <p:nvPr/>
        </p:nvSpPr>
        <p:spPr>
          <a:xfrm>
            <a:off x="20860154" y="574292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11" name="Ster"/>
          <p:cNvSpPr/>
          <p:nvPr/>
        </p:nvSpPr>
        <p:spPr>
          <a:xfrm>
            <a:off x="21198743" y="574292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12" name="Ster"/>
          <p:cNvSpPr/>
          <p:nvPr/>
        </p:nvSpPr>
        <p:spPr>
          <a:xfrm>
            <a:off x="21537331" y="574292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13" name="Ster"/>
          <p:cNvSpPr/>
          <p:nvPr/>
        </p:nvSpPr>
        <p:spPr>
          <a:xfrm>
            <a:off x="21871182" y="574292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14" name="Ster"/>
          <p:cNvSpPr/>
          <p:nvPr/>
        </p:nvSpPr>
        <p:spPr>
          <a:xfrm>
            <a:off x="22209771" y="574292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15" name="Ster"/>
          <p:cNvSpPr/>
          <p:nvPr/>
        </p:nvSpPr>
        <p:spPr>
          <a:xfrm>
            <a:off x="22548360" y="574292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16" name="Ster"/>
          <p:cNvSpPr/>
          <p:nvPr/>
        </p:nvSpPr>
        <p:spPr>
          <a:xfrm>
            <a:off x="22886948" y="574292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17" name="Ster"/>
          <p:cNvSpPr/>
          <p:nvPr/>
        </p:nvSpPr>
        <p:spPr>
          <a:xfrm>
            <a:off x="23221539" y="574292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18" name="Ster"/>
          <p:cNvSpPr/>
          <p:nvPr/>
        </p:nvSpPr>
        <p:spPr>
          <a:xfrm>
            <a:off x="23560127" y="574292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19" name="Ster"/>
          <p:cNvSpPr/>
          <p:nvPr/>
        </p:nvSpPr>
        <p:spPr>
          <a:xfrm>
            <a:off x="20521565" y="627580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20" name="Ster"/>
          <p:cNvSpPr/>
          <p:nvPr/>
        </p:nvSpPr>
        <p:spPr>
          <a:xfrm>
            <a:off x="20860154" y="627580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21" name="Ster"/>
          <p:cNvSpPr/>
          <p:nvPr/>
        </p:nvSpPr>
        <p:spPr>
          <a:xfrm>
            <a:off x="21198743" y="627580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22" name="Ster"/>
          <p:cNvSpPr/>
          <p:nvPr/>
        </p:nvSpPr>
        <p:spPr>
          <a:xfrm>
            <a:off x="21537331" y="627580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23" name="Ster"/>
          <p:cNvSpPr/>
          <p:nvPr/>
        </p:nvSpPr>
        <p:spPr>
          <a:xfrm>
            <a:off x="21871182" y="627580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24" name="Ster"/>
          <p:cNvSpPr/>
          <p:nvPr/>
        </p:nvSpPr>
        <p:spPr>
          <a:xfrm>
            <a:off x="22209771" y="627580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25" name="Ster"/>
          <p:cNvSpPr/>
          <p:nvPr/>
        </p:nvSpPr>
        <p:spPr>
          <a:xfrm>
            <a:off x="22548360" y="627580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26" name="Ster"/>
          <p:cNvSpPr/>
          <p:nvPr/>
        </p:nvSpPr>
        <p:spPr>
          <a:xfrm>
            <a:off x="22886948" y="627580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27" name="Ster"/>
          <p:cNvSpPr/>
          <p:nvPr/>
        </p:nvSpPr>
        <p:spPr>
          <a:xfrm>
            <a:off x="23221539" y="6275801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28" name="Ster"/>
          <p:cNvSpPr/>
          <p:nvPr/>
        </p:nvSpPr>
        <p:spPr>
          <a:xfrm>
            <a:off x="23560127" y="6275801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29" name="Ster"/>
          <p:cNvSpPr/>
          <p:nvPr/>
        </p:nvSpPr>
        <p:spPr>
          <a:xfrm>
            <a:off x="20521565" y="5212730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30" name="Ster"/>
          <p:cNvSpPr/>
          <p:nvPr/>
        </p:nvSpPr>
        <p:spPr>
          <a:xfrm>
            <a:off x="20860154" y="5212730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31" name="Ster"/>
          <p:cNvSpPr/>
          <p:nvPr/>
        </p:nvSpPr>
        <p:spPr>
          <a:xfrm>
            <a:off x="21198743" y="5212730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32" name="Ster"/>
          <p:cNvSpPr/>
          <p:nvPr/>
        </p:nvSpPr>
        <p:spPr>
          <a:xfrm>
            <a:off x="21537331" y="5212730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33" name="Ster"/>
          <p:cNvSpPr/>
          <p:nvPr/>
        </p:nvSpPr>
        <p:spPr>
          <a:xfrm>
            <a:off x="21871182" y="5212730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34" name="Ster"/>
          <p:cNvSpPr/>
          <p:nvPr/>
        </p:nvSpPr>
        <p:spPr>
          <a:xfrm>
            <a:off x="22209771" y="5212730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35" name="Ster"/>
          <p:cNvSpPr/>
          <p:nvPr/>
        </p:nvSpPr>
        <p:spPr>
          <a:xfrm>
            <a:off x="22548360" y="5212730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36" name="Ster"/>
          <p:cNvSpPr/>
          <p:nvPr/>
        </p:nvSpPr>
        <p:spPr>
          <a:xfrm>
            <a:off x="22886948" y="5212730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37" name="Ster"/>
          <p:cNvSpPr/>
          <p:nvPr/>
        </p:nvSpPr>
        <p:spPr>
          <a:xfrm>
            <a:off x="23221539" y="5212730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38" name="Ster"/>
          <p:cNvSpPr/>
          <p:nvPr/>
        </p:nvSpPr>
        <p:spPr>
          <a:xfrm>
            <a:off x="23560127" y="5212730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39" name="Ster"/>
          <p:cNvSpPr/>
          <p:nvPr/>
        </p:nvSpPr>
        <p:spPr>
          <a:xfrm>
            <a:off x="20525371" y="4707939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40" name="Ster"/>
          <p:cNvSpPr/>
          <p:nvPr/>
        </p:nvSpPr>
        <p:spPr>
          <a:xfrm>
            <a:off x="20863960" y="4707939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41" name="Ster"/>
          <p:cNvSpPr/>
          <p:nvPr/>
        </p:nvSpPr>
        <p:spPr>
          <a:xfrm>
            <a:off x="21202549" y="4707939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42" name="Ster"/>
          <p:cNvSpPr/>
          <p:nvPr/>
        </p:nvSpPr>
        <p:spPr>
          <a:xfrm>
            <a:off x="21541137" y="4707939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43" name="Ster"/>
          <p:cNvSpPr/>
          <p:nvPr/>
        </p:nvSpPr>
        <p:spPr>
          <a:xfrm>
            <a:off x="21874988" y="4707939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44" name="Ster"/>
          <p:cNvSpPr/>
          <p:nvPr/>
        </p:nvSpPr>
        <p:spPr>
          <a:xfrm>
            <a:off x="22213577" y="4707939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45" name="Ster"/>
          <p:cNvSpPr/>
          <p:nvPr/>
        </p:nvSpPr>
        <p:spPr>
          <a:xfrm>
            <a:off x="22552166" y="4707939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46" name="Ster"/>
          <p:cNvSpPr/>
          <p:nvPr/>
        </p:nvSpPr>
        <p:spPr>
          <a:xfrm>
            <a:off x="22890754" y="4707939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47" name="Ster"/>
          <p:cNvSpPr/>
          <p:nvPr/>
        </p:nvSpPr>
        <p:spPr>
          <a:xfrm>
            <a:off x="23225345" y="4707939"/>
            <a:ext cx="297091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48" name="Ster"/>
          <p:cNvSpPr/>
          <p:nvPr/>
        </p:nvSpPr>
        <p:spPr>
          <a:xfrm>
            <a:off x="23563933" y="4707939"/>
            <a:ext cx="297092" cy="331552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grpSp>
        <p:nvGrpSpPr>
          <p:cNvPr id="1051" name="9"/>
          <p:cNvGrpSpPr/>
          <p:nvPr/>
        </p:nvGrpSpPr>
        <p:grpSpPr>
          <a:xfrm>
            <a:off x="5636046" y="9988295"/>
            <a:ext cx="369517" cy="383519"/>
            <a:chOff x="0" y="0"/>
            <a:chExt cx="369516" cy="383518"/>
          </a:xfrm>
        </p:grpSpPr>
        <p:sp>
          <p:nvSpPr>
            <p:cNvPr id="1049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1050" name="9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9</a:t>
              </a:r>
            </a:p>
          </p:txBody>
        </p:sp>
      </p:grpSp>
      <p:grpSp>
        <p:nvGrpSpPr>
          <p:cNvPr id="1054" name="11"/>
          <p:cNvGrpSpPr/>
          <p:nvPr/>
        </p:nvGrpSpPr>
        <p:grpSpPr>
          <a:xfrm>
            <a:off x="4831430" y="10316581"/>
            <a:ext cx="369517" cy="383519"/>
            <a:chOff x="0" y="0"/>
            <a:chExt cx="369516" cy="383518"/>
          </a:xfrm>
        </p:grpSpPr>
        <p:sp>
          <p:nvSpPr>
            <p:cNvPr id="1052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1053" name="11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11</a:t>
              </a:r>
            </a:p>
          </p:txBody>
        </p:sp>
      </p:grpSp>
      <p:grpSp>
        <p:nvGrpSpPr>
          <p:cNvPr id="1057" name="7"/>
          <p:cNvGrpSpPr/>
          <p:nvPr/>
        </p:nvGrpSpPr>
        <p:grpSpPr>
          <a:xfrm>
            <a:off x="6440658" y="10316581"/>
            <a:ext cx="369517" cy="383519"/>
            <a:chOff x="0" y="0"/>
            <a:chExt cx="369516" cy="383518"/>
          </a:xfrm>
        </p:grpSpPr>
        <p:sp>
          <p:nvSpPr>
            <p:cNvPr id="1055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1056" name="7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7</a:t>
              </a:r>
            </a:p>
          </p:txBody>
        </p:sp>
      </p:grpSp>
      <p:grpSp>
        <p:nvGrpSpPr>
          <p:cNvPr id="1060" name="8"/>
          <p:cNvGrpSpPr/>
          <p:nvPr/>
        </p:nvGrpSpPr>
        <p:grpSpPr>
          <a:xfrm>
            <a:off x="5244725" y="10893821"/>
            <a:ext cx="369517" cy="383519"/>
            <a:chOff x="0" y="0"/>
            <a:chExt cx="369516" cy="383518"/>
          </a:xfrm>
        </p:grpSpPr>
        <p:sp>
          <p:nvSpPr>
            <p:cNvPr id="1058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1059" name="8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8</a:t>
              </a:r>
            </a:p>
          </p:txBody>
        </p:sp>
      </p:grpSp>
      <p:grpSp>
        <p:nvGrpSpPr>
          <p:cNvPr id="1063" name="6"/>
          <p:cNvGrpSpPr/>
          <p:nvPr/>
        </p:nvGrpSpPr>
        <p:grpSpPr>
          <a:xfrm>
            <a:off x="5636046" y="11377755"/>
            <a:ext cx="369517" cy="383519"/>
            <a:chOff x="0" y="0"/>
            <a:chExt cx="369516" cy="383518"/>
          </a:xfrm>
        </p:grpSpPr>
        <p:sp>
          <p:nvSpPr>
            <p:cNvPr id="1061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1062" name="6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6</a:t>
              </a:r>
            </a:p>
          </p:txBody>
        </p:sp>
      </p:grpSp>
      <p:grpSp>
        <p:nvGrpSpPr>
          <p:cNvPr id="1066" name="5"/>
          <p:cNvGrpSpPr/>
          <p:nvPr/>
        </p:nvGrpSpPr>
        <p:grpSpPr>
          <a:xfrm>
            <a:off x="4778064" y="11609513"/>
            <a:ext cx="369517" cy="383519"/>
            <a:chOff x="0" y="0"/>
            <a:chExt cx="369516" cy="383518"/>
          </a:xfrm>
        </p:grpSpPr>
        <p:sp>
          <p:nvSpPr>
            <p:cNvPr id="1064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chemeClr val="accent3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1065" name="5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5</a:t>
              </a:r>
            </a:p>
          </p:txBody>
        </p:sp>
      </p:grpSp>
      <p:grpSp>
        <p:nvGrpSpPr>
          <p:cNvPr id="1069" name="2"/>
          <p:cNvGrpSpPr/>
          <p:nvPr/>
        </p:nvGrpSpPr>
        <p:grpSpPr>
          <a:xfrm>
            <a:off x="6511809" y="11609513"/>
            <a:ext cx="369517" cy="383519"/>
            <a:chOff x="0" y="0"/>
            <a:chExt cx="369516" cy="383518"/>
          </a:xfrm>
        </p:grpSpPr>
        <p:sp>
          <p:nvSpPr>
            <p:cNvPr id="1067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chemeClr val="accent3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1068" name="2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2</a:t>
              </a:r>
            </a:p>
          </p:txBody>
        </p:sp>
      </p:grpSp>
      <p:grpSp>
        <p:nvGrpSpPr>
          <p:cNvPr id="1072" name="4"/>
          <p:cNvGrpSpPr/>
          <p:nvPr/>
        </p:nvGrpSpPr>
        <p:grpSpPr>
          <a:xfrm>
            <a:off x="5244725" y="11923923"/>
            <a:ext cx="369517" cy="383519"/>
            <a:chOff x="0" y="0"/>
            <a:chExt cx="369516" cy="383518"/>
          </a:xfrm>
        </p:grpSpPr>
        <p:sp>
          <p:nvSpPr>
            <p:cNvPr id="1070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1071" name="4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4</a:t>
              </a:r>
            </a:p>
          </p:txBody>
        </p:sp>
      </p:grpSp>
      <p:grpSp>
        <p:nvGrpSpPr>
          <p:cNvPr id="1075" name="3"/>
          <p:cNvGrpSpPr/>
          <p:nvPr/>
        </p:nvGrpSpPr>
        <p:grpSpPr>
          <a:xfrm>
            <a:off x="6029723" y="11923923"/>
            <a:ext cx="369517" cy="383519"/>
            <a:chOff x="0" y="0"/>
            <a:chExt cx="369516" cy="383518"/>
          </a:xfrm>
        </p:grpSpPr>
        <p:sp>
          <p:nvSpPr>
            <p:cNvPr id="1073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1074" name="3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3</a:t>
              </a:r>
            </a:p>
          </p:txBody>
        </p:sp>
      </p:grpSp>
      <p:grpSp>
        <p:nvGrpSpPr>
          <p:cNvPr id="1078" name="1"/>
          <p:cNvGrpSpPr/>
          <p:nvPr/>
        </p:nvGrpSpPr>
        <p:grpSpPr>
          <a:xfrm>
            <a:off x="5636046" y="12531862"/>
            <a:ext cx="369517" cy="383519"/>
            <a:chOff x="0" y="0"/>
            <a:chExt cx="369516" cy="383518"/>
          </a:xfrm>
        </p:grpSpPr>
        <p:sp>
          <p:nvSpPr>
            <p:cNvPr id="1076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1077" name="1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1</a:t>
              </a:r>
            </a:p>
          </p:txBody>
        </p:sp>
      </p:grpSp>
      <p:grpSp>
        <p:nvGrpSpPr>
          <p:cNvPr id="1081" name="10"/>
          <p:cNvGrpSpPr/>
          <p:nvPr/>
        </p:nvGrpSpPr>
        <p:grpSpPr>
          <a:xfrm>
            <a:off x="5858298" y="10651021"/>
            <a:ext cx="369517" cy="383519"/>
            <a:chOff x="0" y="0"/>
            <a:chExt cx="369516" cy="383518"/>
          </a:xfrm>
        </p:grpSpPr>
        <p:sp>
          <p:nvSpPr>
            <p:cNvPr id="1079" name="Ovaal"/>
            <p:cNvSpPr/>
            <p:nvPr/>
          </p:nvSpPr>
          <p:spPr>
            <a:xfrm>
              <a:off x="-1" y="-1"/>
              <a:ext cx="369518" cy="383520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pPr>
            </a:p>
          </p:txBody>
        </p:sp>
        <p:sp>
          <p:nvSpPr>
            <p:cNvPr id="1080" name="10"/>
            <p:cNvSpPr txBox="1"/>
            <p:nvPr/>
          </p:nvSpPr>
          <p:spPr>
            <a:xfrm>
              <a:off x="60463" y="71108"/>
              <a:ext cx="248589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 defTabSz="1155278">
                <a:lnSpc>
                  <a:spcPct val="100000"/>
                </a:lnSpc>
                <a:spcBef>
                  <a:spcPts val="0"/>
                </a:spcBef>
                <a:defRPr b="1" sz="1400">
                  <a:latin typeface="Avenir Next Condensed Regular"/>
                  <a:ea typeface="Avenir Next Condensed Regular"/>
                  <a:cs typeface="Avenir Next Condensed Regular"/>
                  <a:sym typeface="Avenir Next Condensed Regular"/>
                </a:defRPr>
              </a:lvl1pPr>
            </a:lstStyle>
            <a:p>
              <a:pPr/>
              <a:r>
                <a:t>10</a:t>
              </a:r>
            </a:p>
          </p:txBody>
        </p:sp>
      </p:grpSp>
      <p:sp>
        <p:nvSpPr>
          <p:cNvPr id="1082" name="Wingback nr. 02 &amp; 05"/>
          <p:cNvSpPr txBox="1"/>
          <p:nvPr/>
        </p:nvSpPr>
        <p:spPr>
          <a:xfrm>
            <a:off x="374971" y="10045556"/>
            <a:ext cx="2870201" cy="11226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7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3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Wingback nr. 02 &amp; 05</a:t>
            </a:r>
          </a:p>
        </p:txBody>
      </p:sp>
      <p:sp>
        <p:nvSpPr>
          <p:cNvPr id="1083" name="TextBox 31"/>
          <p:cNvSpPr txBox="1"/>
          <p:nvPr/>
        </p:nvSpPr>
        <p:spPr>
          <a:xfrm>
            <a:off x="2609789" y="11554262"/>
            <a:ext cx="1556417" cy="167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285875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xx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xx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xx</a:t>
            </a:r>
          </a:p>
          <a:p>
            <a:pPr defTabSz="1285875">
              <a:lnSpc>
                <a:spcPct val="100000"/>
              </a:lnSpc>
              <a:spcBef>
                <a:spcPts val="0"/>
              </a:spcBef>
              <a:defRPr sz="2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pPr>
            <a:r>
              <a:t>xx</a:t>
            </a:r>
          </a:p>
        </p:txBody>
      </p:sp>
      <p:pic>
        <p:nvPicPr>
          <p:cNvPr id="1084" name="Logo_Scisports.png" descr="Logo_Scisports.png">
            <a:hlinkClick r:id="rId2" invalidUrl="" action="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rcRect l="37777" t="0" r="0" b="0"/>
          <a:stretch>
            <a:fillRect/>
          </a:stretch>
        </p:blipFill>
        <p:spPr>
          <a:xfrm>
            <a:off x="16586944" y="785320"/>
            <a:ext cx="922534" cy="510944"/>
          </a:xfrm>
          <a:prstGeom prst="rect">
            <a:avLst/>
          </a:prstGeom>
          <a:ln w="12700">
            <a:miter lim="400000"/>
          </a:ln>
        </p:spPr>
      </p:pic>
      <p:sp>
        <p:nvSpPr>
          <p:cNvPr id="1085" name="Browse…">
            <a:hlinkClick r:id="rId4" invalidUrl="" action="ppaction://hlinksldjump" tgtFrame="" tooltip="" history="1" highlightClick="0" endSnd="0"/>
          </p:cNvPr>
          <p:cNvSpPr/>
          <p:nvPr/>
        </p:nvSpPr>
        <p:spPr>
          <a:xfrm>
            <a:off x="463550" y="296333"/>
            <a:ext cx="1397069" cy="1397069"/>
          </a:xfrm>
          <a:prstGeom prst="ellipse">
            <a:avLst/>
          </a:prstGeom>
          <a:solidFill>
            <a:srgbClr val="000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defRPr cap="all" sz="2600">
                <a:solidFill>
                  <a:srgbClr val="FFFFFF"/>
                </a:solidFill>
                <a:latin typeface="Acumin Pro Condensed Regular"/>
                <a:ea typeface="Acumin Pro Condensed Regular"/>
                <a:cs typeface="Acumin Pro Condensed Regular"/>
                <a:sym typeface="Acumin Pro Condensed Regular"/>
              </a:defRPr>
            </a:pPr>
            <a:r>
              <a:t>Browse 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defRPr cap="all" sz="2600">
                <a:solidFill>
                  <a:srgbClr val="FFFFFF"/>
                </a:solidFill>
                <a:latin typeface="Acumin Pro Condensed Regular"/>
                <a:ea typeface="Acumin Pro Condensed Regular"/>
                <a:cs typeface="Acumin Pro Condensed Regular"/>
                <a:sym typeface="Acumin Pro Condensed Regular"/>
              </a:defRPr>
            </a:pPr>
            <a:r>
              <a:t>Foto</a:t>
            </a:r>
          </a:p>
        </p:txBody>
      </p:sp>
      <p:sp>
        <p:nvSpPr>
          <p:cNvPr id="1086" name="Doorzettingsvermogen"/>
          <p:cNvSpPr txBox="1"/>
          <p:nvPr/>
        </p:nvSpPr>
        <p:spPr>
          <a:xfrm>
            <a:off x="16838432" y="7798779"/>
            <a:ext cx="2870201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285875">
              <a:lnSpc>
                <a:spcPct val="100000"/>
              </a:lnSpc>
              <a:spcBef>
                <a:spcPts val="0"/>
              </a:spcBef>
              <a:buClr>
                <a:srgbClr val="525252"/>
              </a:buClr>
              <a:buFont typeface="Gill Sans"/>
              <a:defRPr cap="all" sz="20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Avenir Next Condensed Regular"/>
                <a:ea typeface="Avenir Next Condensed Regular"/>
                <a:cs typeface="Avenir Next Condensed Regular"/>
                <a:sym typeface="Avenir Next Condensed Regular"/>
              </a:defRPr>
            </a:lvl1pPr>
          </a:lstStyle>
          <a:p>
            <a:pPr/>
            <a:r>
              <a:t>Doorzettingsvermogen</a:t>
            </a:r>
          </a:p>
        </p:txBody>
      </p:sp>
      <p:sp>
        <p:nvSpPr>
          <p:cNvPr id="1087" name="Ster"/>
          <p:cNvSpPr/>
          <p:nvPr/>
        </p:nvSpPr>
        <p:spPr>
          <a:xfrm>
            <a:off x="20512512" y="7779666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88" name="Ster"/>
          <p:cNvSpPr/>
          <p:nvPr/>
        </p:nvSpPr>
        <p:spPr>
          <a:xfrm>
            <a:off x="20851100" y="7779666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89" name="Ster"/>
          <p:cNvSpPr/>
          <p:nvPr/>
        </p:nvSpPr>
        <p:spPr>
          <a:xfrm>
            <a:off x="21189691" y="7779666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90" name="Ster"/>
          <p:cNvSpPr/>
          <p:nvPr/>
        </p:nvSpPr>
        <p:spPr>
          <a:xfrm>
            <a:off x="21528279" y="7779666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91" name="Ster"/>
          <p:cNvSpPr/>
          <p:nvPr/>
        </p:nvSpPr>
        <p:spPr>
          <a:xfrm>
            <a:off x="21862129" y="7779666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92" name="Ster"/>
          <p:cNvSpPr/>
          <p:nvPr/>
        </p:nvSpPr>
        <p:spPr>
          <a:xfrm>
            <a:off x="22200717" y="7779666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93" name="Ster"/>
          <p:cNvSpPr/>
          <p:nvPr/>
        </p:nvSpPr>
        <p:spPr>
          <a:xfrm>
            <a:off x="22539307" y="7779666"/>
            <a:ext cx="297092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94" name="Ster"/>
          <p:cNvSpPr/>
          <p:nvPr/>
        </p:nvSpPr>
        <p:spPr>
          <a:xfrm>
            <a:off x="22877896" y="7779666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95" name="Ster"/>
          <p:cNvSpPr/>
          <p:nvPr/>
        </p:nvSpPr>
        <p:spPr>
          <a:xfrm>
            <a:off x="23212485" y="7779666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096" name="Ster"/>
          <p:cNvSpPr/>
          <p:nvPr/>
        </p:nvSpPr>
        <p:spPr>
          <a:xfrm>
            <a:off x="23551074" y="7779666"/>
            <a:ext cx="297091" cy="33155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8" name="Tabel 1"/>
          <p:cNvGraphicFramePr/>
          <p:nvPr/>
        </p:nvGraphicFramePr>
        <p:xfrm>
          <a:off x="4052286" y="673006"/>
          <a:ext cx="17879300" cy="12382688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3573319"/>
                <a:gridCol w="3573319"/>
                <a:gridCol w="4482413"/>
                <a:gridCol w="2664226"/>
                <a:gridCol w="3573319"/>
              </a:tblGrid>
              <a:tr h="1124544">
                <a:tc>
                  <a:txBody>
                    <a:bodyPr/>
                    <a:lstStyle/>
                    <a:p>
                      <a:pPr defTabSz="914400"/>
                      <a:r>
                        <a:rPr sz="2900"/>
                        <a:t>WB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Rating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1900"/>
                        <a:t>Vermenigvuldigingsfactor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Resultaat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Overlap / underlap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1,1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Voorzetten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Dribbelen met bal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Snelheid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1,1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/>
                      <a:r>
                        <a:rPr b="1" sz="25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Uithoudingsvermogen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/>
                      <a:r>
                        <a: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Wendbaarheid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/>
                      <a:r>
                        <a:rPr b="1" sz="24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Doorzettingsvermogen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1285875">
                        <a:defRPr b="1" sz="2600">
                          <a:solidFill>
                            <a:srgbClr val="FFFFFF"/>
                          </a:solidFill>
                          <a:uFill>
                            <a:solidFill>
                              <a:srgbClr val="525252"/>
                            </a:solidFill>
                          </a:uFill>
                          <a:latin typeface="Century Gothic"/>
                          <a:ea typeface="Century Gothic"/>
                          <a:cs typeface="Century Gothic"/>
                          <a:sym typeface="Century Gothic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  <a:tr h="1124544"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Gemiddelde rating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200"/>
                        <a:t>0,00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200"/>
                      </a:pPr>
                    </a:p>
                  </a:txBody>
                  <a:tcPr marL="50800" marR="50800" marT="50800" marB="50800" anchor="ctr" anchorCtr="0" horzOverflow="overflow">
                    <a:solidFill>
                      <a:schemeClr val="accen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Wingback #02 - #05"/>
          <p:cNvSpPr txBox="1"/>
          <p:nvPr/>
        </p:nvSpPr>
        <p:spPr>
          <a:xfrm>
            <a:off x="2619004" y="43415"/>
            <a:ext cx="11134957" cy="927101"/>
          </a:xfrm>
          <a:prstGeom prst="rect">
            <a:avLst/>
          </a:prstGeom>
          <a:ln w="12700">
            <a:miter lim="400000"/>
          </a:ln>
          <a:effectLst>
            <a:outerShdw sx="100000" sy="100000" kx="0" ky="0" algn="b" rotWithShape="0" blurRad="38100" dist="57611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defTabSz="12700">
              <a:lnSpc>
                <a:spcPct val="60000"/>
              </a:lnSpc>
              <a:spcBef>
                <a:spcPts val="0"/>
              </a:spcBef>
              <a:defRPr b="1" cap="all" sz="6000">
                <a:solidFill>
                  <a:srgbClr val="18388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Wingback #02 - #05</a:t>
            </a:r>
          </a:p>
        </p:txBody>
      </p:sp>
      <p:sp>
        <p:nvSpPr>
          <p:cNvPr id="1101" name="9"/>
          <p:cNvSpPr/>
          <p:nvPr/>
        </p:nvSpPr>
        <p:spPr>
          <a:xfrm>
            <a:off x="20427404" y="4955068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1102" name="11"/>
          <p:cNvSpPr/>
          <p:nvPr/>
        </p:nvSpPr>
        <p:spPr>
          <a:xfrm>
            <a:off x="18995767" y="5275320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7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1103" name="7"/>
          <p:cNvSpPr/>
          <p:nvPr/>
        </p:nvSpPr>
        <p:spPr>
          <a:xfrm>
            <a:off x="21859042" y="5275320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1104" name="5"/>
          <p:cNvSpPr/>
          <p:nvPr/>
        </p:nvSpPr>
        <p:spPr>
          <a:xfrm>
            <a:off x="18900818" y="8341528"/>
            <a:ext cx="657473" cy="682386"/>
          </a:xfrm>
          <a:prstGeom prst="ellipse">
            <a:avLst/>
          </a:prstGeom>
          <a:solidFill>
            <a:srgbClr val="173883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105" name="2"/>
          <p:cNvSpPr/>
          <p:nvPr/>
        </p:nvSpPr>
        <p:spPr>
          <a:xfrm>
            <a:off x="21985640" y="8341528"/>
            <a:ext cx="657473" cy="682386"/>
          </a:xfrm>
          <a:prstGeom prst="ellipse">
            <a:avLst/>
          </a:prstGeom>
          <a:solidFill>
            <a:srgbClr val="173883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solidFill>
                  <a:srgbClr val="FFFFFF"/>
                </a:solidFill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106" name="4"/>
          <p:cNvSpPr/>
          <p:nvPr/>
        </p:nvSpPr>
        <p:spPr>
          <a:xfrm>
            <a:off x="19731139" y="8900949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107" name="3"/>
          <p:cNvSpPr/>
          <p:nvPr/>
        </p:nvSpPr>
        <p:spPr>
          <a:xfrm>
            <a:off x="21127868" y="8900949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108" name="1"/>
          <p:cNvSpPr/>
          <p:nvPr/>
        </p:nvSpPr>
        <p:spPr>
          <a:xfrm>
            <a:off x="20427404" y="9762007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109" name="6"/>
          <p:cNvSpPr/>
          <p:nvPr/>
        </p:nvSpPr>
        <p:spPr>
          <a:xfrm>
            <a:off x="20653123" y="7600564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110" name="8"/>
          <p:cNvSpPr/>
          <p:nvPr/>
        </p:nvSpPr>
        <p:spPr>
          <a:xfrm>
            <a:off x="19920776" y="6914048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8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1111" name="10"/>
          <p:cNvSpPr/>
          <p:nvPr/>
        </p:nvSpPr>
        <p:spPr>
          <a:xfrm>
            <a:off x="20933539" y="6424333"/>
            <a:ext cx="657473" cy="682385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spcBef>
                <a:spcPts val="0"/>
              </a:spcBef>
              <a:defRPr sz="2600">
                <a:latin typeface="Futura Condensed"/>
                <a:ea typeface="Futura Condensed"/>
                <a:cs typeface="Futura Condensed"/>
                <a:sym typeface="Futura Condensed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1112" name="TextBox 17">
            <a:hlinkClick r:id="rId2" invalidUrl="" action="ppaction://hlinksldjump" tgtFrame="" tooltip="" history="1" highlightClick="0" endSnd="0"/>
          </p:cNvPr>
          <p:cNvSpPr txBox="1"/>
          <p:nvPr/>
        </p:nvSpPr>
        <p:spPr>
          <a:xfrm>
            <a:off x="2655883" y="6149270"/>
            <a:ext cx="4370793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Overlap/underlap</a:t>
            </a:r>
          </a:p>
        </p:txBody>
      </p:sp>
      <p:sp>
        <p:nvSpPr>
          <p:cNvPr id="1113" name="TextBox 17">
            <a:hlinkClick r:id="rId3" invalidUrl="" action="ppaction://hlinksldjump" tgtFrame="" tooltip="" history="1" highlightClick="0" endSnd="0"/>
          </p:cNvPr>
          <p:cNvSpPr txBox="1"/>
          <p:nvPr/>
        </p:nvSpPr>
        <p:spPr>
          <a:xfrm>
            <a:off x="2700811" y="9976654"/>
            <a:ext cx="4370794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Voorzetten</a:t>
            </a:r>
          </a:p>
        </p:txBody>
      </p:sp>
      <p:sp>
        <p:nvSpPr>
          <p:cNvPr id="1114" name="TextBox 17">
            <a:hlinkClick r:id="rId4" invalidUrl="" action="ppaction://hlinksldjump" tgtFrame="" tooltip="" history="1" highlightClick="0" endSnd="0"/>
          </p:cNvPr>
          <p:cNvSpPr txBox="1"/>
          <p:nvPr/>
        </p:nvSpPr>
        <p:spPr>
          <a:xfrm>
            <a:off x="7588917" y="6168320"/>
            <a:ext cx="4370793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Snelheid</a:t>
            </a:r>
          </a:p>
        </p:txBody>
      </p:sp>
      <p:sp>
        <p:nvSpPr>
          <p:cNvPr id="1115" name="TextBox 17">
            <a:hlinkClick r:id="rId5" invalidUrl="" action="ppaction://hlinksldjump" tgtFrame="" tooltip="" history="1" highlightClick="0" endSnd="0"/>
          </p:cNvPr>
          <p:cNvSpPr txBox="1"/>
          <p:nvPr/>
        </p:nvSpPr>
        <p:spPr>
          <a:xfrm>
            <a:off x="12365868" y="6157140"/>
            <a:ext cx="4370793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Doorzettingsvermogen</a:t>
            </a:r>
          </a:p>
        </p:txBody>
      </p:sp>
      <p:sp>
        <p:nvSpPr>
          <p:cNvPr id="1116" name="TextBox 17">
            <a:hlinkClick r:id="rId6" invalidUrl="" action="ppaction://hlinksldjump" tgtFrame="" tooltip="" history="1" highlightClick="0" endSnd="0"/>
          </p:cNvPr>
          <p:cNvSpPr txBox="1"/>
          <p:nvPr/>
        </p:nvSpPr>
        <p:spPr>
          <a:xfrm>
            <a:off x="2700811" y="11031166"/>
            <a:ext cx="4370794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Dribbelen met bal</a:t>
            </a:r>
          </a:p>
        </p:txBody>
      </p:sp>
      <p:sp>
        <p:nvSpPr>
          <p:cNvPr id="1117" name="TextBox 17">
            <a:hlinkClick r:id="rId7" invalidUrl="" action="ppaction://hlinksldjump" tgtFrame="" tooltip="" history="1" highlightClick="0" endSnd="0"/>
          </p:cNvPr>
          <p:cNvSpPr txBox="1"/>
          <p:nvPr/>
        </p:nvSpPr>
        <p:spPr>
          <a:xfrm>
            <a:off x="7588917" y="9976654"/>
            <a:ext cx="4370793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Uithoudingsvermogen</a:t>
            </a:r>
          </a:p>
        </p:txBody>
      </p:sp>
      <p:sp>
        <p:nvSpPr>
          <p:cNvPr id="1118" name="TextBox 17">
            <a:hlinkClick r:id="rId8" invalidUrl="" action="ppaction://hlinksldjump" tgtFrame="" tooltip="" history="1" highlightClick="0" endSnd="0"/>
          </p:cNvPr>
          <p:cNvSpPr txBox="1"/>
          <p:nvPr/>
        </p:nvSpPr>
        <p:spPr>
          <a:xfrm>
            <a:off x="7588917" y="11031166"/>
            <a:ext cx="4370793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25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Wendbaarheid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TextBox 31"/>
          <p:cNvSpPr txBox="1"/>
          <p:nvPr/>
        </p:nvSpPr>
        <p:spPr>
          <a:xfrm>
            <a:off x="469900" y="4585372"/>
            <a:ext cx="4887608" cy="251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Timing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Richting 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Tempo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Versnelling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Moment herkenning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Start positie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Hoe vaak?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121" name="TextBox 30"/>
          <p:cNvSpPr txBox="1"/>
          <p:nvPr/>
        </p:nvSpPr>
        <p:spPr>
          <a:xfrm>
            <a:off x="240575" y="2294270"/>
            <a:ext cx="5891026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“Loopactie over de flank om een buitenspeler heen / loopactie in de diepte vanuit de halfspace”</a:t>
            </a:r>
          </a:p>
        </p:txBody>
      </p:sp>
      <p:sp>
        <p:nvSpPr>
          <p:cNvPr id="1122" name="TextBox 17"/>
          <p:cNvSpPr txBox="1"/>
          <p:nvPr/>
        </p:nvSpPr>
        <p:spPr>
          <a:xfrm>
            <a:off x="242426" y="1226390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Overlap/Underlap</a:t>
            </a:r>
          </a:p>
        </p:txBody>
      </p:sp>
      <p:sp>
        <p:nvSpPr>
          <p:cNvPr id="1123" name="TextBox 31"/>
          <p:cNvSpPr txBox="1"/>
          <p:nvPr/>
        </p:nvSpPr>
        <p:spPr>
          <a:xfrm>
            <a:off x="6439242" y="4585372"/>
            <a:ext cx="4887609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Overzicht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 locatie (bal)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Waarvandaan?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Soort voorzet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Voorbereiding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Hoe vaak?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124" name="TextBox 30"/>
          <p:cNvSpPr txBox="1"/>
          <p:nvPr/>
        </p:nvSpPr>
        <p:spPr>
          <a:xfrm>
            <a:off x="6232100" y="2298990"/>
            <a:ext cx="5891026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“Voorzetten vanaf de helft van de helft van de tegenstander”buiten de 16m”</a:t>
            </a:r>
          </a:p>
        </p:txBody>
      </p:sp>
      <p:sp>
        <p:nvSpPr>
          <p:cNvPr id="1125" name="TextBox 17"/>
          <p:cNvSpPr txBox="1"/>
          <p:nvPr/>
        </p:nvSpPr>
        <p:spPr>
          <a:xfrm>
            <a:off x="6233952" y="1231110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Voorzetten</a:t>
            </a:r>
          </a:p>
        </p:txBody>
      </p:sp>
      <p:sp>
        <p:nvSpPr>
          <p:cNvPr id="1126" name="TextBox 30"/>
          <p:cNvSpPr txBox="1"/>
          <p:nvPr/>
        </p:nvSpPr>
        <p:spPr>
          <a:xfrm>
            <a:off x="12222267" y="2522510"/>
            <a:ext cx="5891026" cy="772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"Voorwaarts dribbelen met bal richting de open ruimtes”</a:t>
            </a:r>
          </a:p>
        </p:txBody>
      </p:sp>
      <p:sp>
        <p:nvSpPr>
          <p:cNvPr id="1127" name="TextBox 17"/>
          <p:cNvSpPr txBox="1"/>
          <p:nvPr/>
        </p:nvSpPr>
        <p:spPr>
          <a:xfrm>
            <a:off x="12224118" y="1231110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Dribbelen met bal</a:t>
            </a:r>
          </a:p>
        </p:txBody>
      </p:sp>
      <p:sp>
        <p:nvSpPr>
          <p:cNvPr id="1128" name="TextBox 31"/>
          <p:cNvSpPr txBox="1"/>
          <p:nvPr/>
        </p:nvSpPr>
        <p:spPr>
          <a:xfrm>
            <a:off x="12440273" y="4585372"/>
            <a:ext cx="4099713" cy="2514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Mobiliteit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Controle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Snelheid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Beide benen?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Voorbereiding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Afstand overbruggen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Hoe vaak?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129" name="TextBox 31"/>
          <p:cNvSpPr txBox="1"/>
          <p:nvPr/>
        </p:nvSpPr>
        <p:spPr>
          <a:xfrm>
            <a:off x="18441305" y="4585372"/>
            <a:ext cx="3780774" cy="195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Topsnelheid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Acceleratie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Paslengte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Grote / kleine afstanden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1e meters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Eindresultaat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130" name="TextBox 30"/>
          <p:cNvSpPr txBox="1"/>
          <p:nvPr/>
        </p:nvSpPr>
        <p:spPr>
          <a:xfrm>
            <a:off x="18203191" y="2298990"/>
            <a:ext cx="5891026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“Absolute snelheid zonder bal” “Snelheid in de acties met bal” “Startsnelheid”</a:t>
            </a:r>
          </a:p>
        </p:txBody>
      </p:sp>
      <p:sp>
        <p:nvSpPr>
          <p:cNvPr id="1131" name="TextBox 17"/>
          <p:cNvSpPr txBox="1"/>
          <p:nvPr/>
        </p:nvSpPr>
        <p:spPr>
          <a:xfrm>
            <a:off x="18205043" y="1231110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Snelheid</a:t>
            </a:r>
          </a:p>
        </p:txBody>
      </p:sp>
      <p:sp>
        <p:nvSpPr>
          <p:cNvPr id="1132" name="TextBox 30"/>
          <p:cNvSpPr txBox="1"/>
          <p:nvPr/>
        </p:nvSpPr>
        <p:spPr>
          <a:xfrm>
            <a:off x="550879" y="8758218"/>
            <a:ext cx="5359311" cy="812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“Volhouden van de positie specifieke voetbalacties”</a:t>
            </a:r>
          </a:p>
        </p:txBody>
      </p:sp>
      <p:sp>
        <p:nvSpPr>
          <p:cNvPr id="1133" name="TextBox 17"/>
          <p:cNvSpPr txBox="1"/>
          <p:nvPr/>
        </p:nvSpPr>
        <p:spPr>
          <a:xfrm>
            <a:off x="263590" y="7474438"/>
            <a:ext cx="5883091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Uithoudingsvermogen</a:t>
            </a:r>
          </a:p>
        </p:txBody>
      </p:sp>
      <p:sp>
        <p:nvSpPr>
          <p:cNvPr id="1134" name="TextBox 31"/>
          <p:cNvSpPr txBox="1"/>
          <p:nvPr/>
        </p:nvSpPr>
        <p:spPr>
          <a:xfrm>
            <a:off x="480211" y="10841514"/>
            <a:ext cx="2750188" cy="195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Intensiteit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Total distance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HI-runs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Sprints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90 min volhouden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Gemiddelde p/w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135" name="TextBox 31"/>
          <p:cNvSpPr txBox="1"/>
          <p:nvPr/>
        </p:nvSpPr>
        <p:spPr>
          <a:xfrm>
            <a:off x="6445592" y="10841514"/>
            <a:ext cx="3780774" cy="195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(Reactie) snelheid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Voetenwerk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Balans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Zwaartepunt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Richtingsverandering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Mobiliteit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  <p:sp>
        <p:nvSpPr>
          <p:cNvPr id="1136" name="TextBox 30"/>
          <p:cNvSpPr txBox="1"/>
          <p:nvPr/>
        </p:nvSpPr>
        <p:spPr>
          <a:xfrm>
            <a:off x="6231304" y="8566620"/>
            <a:ext cx="5891026" cy="1137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“Snel en effectief de </a:t>
            </a:r>
          </a:p>
          <a:p>
            <a:pPr algn="ctr" defTabSz="1285875"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lichaamspositie- en richting </a:t>
            </a:r>
          </a:p>
          <a:p>
            <a:pPr algn="ctr" defTabSz="1285875"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kunnen veranderen”</a:t>
            </a:r>
          </a:p>
        </p:txBody>
      </p:sp>
      <p:sp>
        <p:nvSpPr>
          <p:cNvPr id="1137" name="TextBox 17"/>
          <p:cNvSpPr txBox="1"/>
          <p:nvPr/>
        </p:nvSpPr>
        <p:spPr>
          <a:xfrm>
            <a:off x="6233156" y="7458100"/>
            <a:ext cx="5878328" cy="558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6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wendbaarheid</a:t>
            </a:r>
          </a:p>
        </p:txBody>
      </p:sp>
      <p:sp>
        <p:nvSpPr>
          <p:cNvPr id="1138" name="TextBox 17"/>
          <p:cNvSpPr txBox="1"/>
          <p:nvPr/>
        </p:nvSpPr>
        <p:spPr>
          <a:xfrm>
            <a:off x="12226282" y="7474438"/>
            <a:ext cx="5883091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 defTabSz="1285875">
              <a:lnSpc>
                <a:spcPct val="100000"/>
              </a:lnSpc>
              <a:spcBef>
                <a:spcPts val="0"/>
              </a:spcBef>
              <a:defRPr b="1" cap="all" sz="34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lvl1pPr>
          </a:lstStyle>
          <a:p>
            <a:pPr/>
            <a:r>
              <a:t>Doorzettingsvermogen</a:t>
            </a:r>
          </a:p>
        </p:txBody>
      </p:sp>
      <p:sp>
        <p:nvSpPr>
          <p:cNvPr id="1139" name="TextBox 30"/>
          <p:cNvSpPr txBox="1"/>
          <p:nvPr/>
        </p:nvSpPr>
        <p:spPr>
          <a:xfrm>
            <a:off x="12551671" y="8351818"/>
            <a:ext cx="5359311" cy="162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“Heeft een echte winnaarsmentaliteit, geeft nooit op en probeert teamgenoten </a:t>
            </a:r>
          </a:p>
          <a:p>
            <a:pPr algn="ctr" defTabSz="1285875">
              <a:lnSpc>
                <a:spcPct val="100000"/>
              </a:lnSpc>
              <a:spcBef>
                <a:spcPts val="0"/>
              </a:spcBef>
              <a:defRPr sz="2600">
                <a:solidFill>
                  <a:srgbClr val="173883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te stimuleren”</a:t>
            </a:r>
          </a:p>
        </p:txBody>
      </p:sp>
      <p:sp>
        <p:nvSpPr>
          <p:cNvPr id="1140" name="TextBox 31"/>
          <p:cNvSpPr txBox="1"/>
          <p:nvPr/>
        </p:nvSpPr>
        <p:spPr>
          <a:xfrm>
            <a:off x="12446623" y="10841514"/>
            <a:ext cx="2750189" cy="2235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Emotie controle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Gedrag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Rouwmomenten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Anderen inspireren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Nooit opgeven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Tot het einde vechten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Altijd 100%</a:t>
            </a:r>
          </a:p>
          <a:p>
            <a:pPr lvl="1" marL="190500" indent="-190500" defTabSz="1285875">
              <a:lnSpc>
                <a:spcPct val="100000"/>
              </a:lnSpc>
              <a:spcBef>
                <a:spcPts val="0"/>
              </a:spcBef>
              <a:buSzPct val="100000"/>
              <a:buFont typeface="Arial"/>
              <a:buChar char="•"/>
              <a:defRPr sz="1800">
                <a:solidFill>
                  <a:srgbClr val="FFFFFF"/>
                </a:solidFill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  <a:r>
              <a:t>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500">
        <p14:flip dir="r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143" name="Ste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44" name="Ste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45" name="Ste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46" name="Ste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47" name="Ste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48" name="Ste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49" name="Ste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50" name="Ste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51" name="Ste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52" name="Ste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153" name="FC DEN BOSCH LOGO.png" descr="FC DEN BOSCH LOGO.png">
            <a:hlinkClick r:id="rId2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54" name="Schermafbeelding 2026-03-23 om 12.30.50.png" descr="Schermafbeelding 2026-03-23 om 12.30.50.png"/>
          <p:cNvPicPr>
            <a:picLocks noChangeAspect="1"/>
          </p:cNvPicPr>
          <p:nvPr/>
        </p:nvPicPr>
        <p:blipFill>
          <a:blip r:embed="rId4">
            <a:extLst/>
          </a:blip>
          <a:srcRect l="0" t="59" r="0" b="59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advClick="1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157" name="Ste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58" name="Ste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59" name="Ste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60" name="Ste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61" name="Ste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62" name="Ste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63" name="Ste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64" name="Ste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65" name="Ste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66" name="Ste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167" name="Schermafbeelding 2026-03-23 om 12.30.50.png" descr="Schermafbeelding 2026-03-23 om 12.30.50.png"/>
          <p:cNvPicPr>
            <a:picLocks noChangeAspect="1"/>
          </p:cNvPicPr>
          <p:nvPr/>
        </p:nvPicPr>
        <p:blipFill>
          <a:blip r:embed="rId2">
            <a:extLst/>
          </a:blip>
          <a:srcRect l="0" t="59" r="0" b="59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168" name="FC DEN BOSCH LOGO.png" descr="FC DEN BOSCH LOGO.png">
            <a:hlinkClick r:id="rId3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171" name="Ste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72" name="Ste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73" name="Ste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74" name="Ste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75" name="Ste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76" name="Ste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77" name="Ste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78" name="Ste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79" name="Ste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80" name="Ste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181" name="Schermafbeelding 2026-03-23 om 12.30.50.png" descr="Schermafbeelding 2026-03-23 om 12.30.50.png"/>
          <p:cNvPicPr>
            <a:picLocks noChangeAspect="1"/>
          </p:cNvPicPr>
          <p:nvPr/>
        </p:nvPicPr>
        <p:blipFill>
          <a:blip r:embed="rId2">
            <a:extLst/>
          </a:blip>
          <a:srcRect l="0" t="59" r="0" b="59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182" name="FC DEN BOSCH LOGO.png" descr="FC DEN BOSCH LOGO.png">
            <a:hlinkClick r:id="rId3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185" name="Ste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86" name="Ste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87" name="Ste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88" name="Ste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89" name="Ste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90" name="Ste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91" name="Ste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92" name="Ste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93" name="Ste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194" name="Ste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195" name="Schermafbeelding 2026-03-23 om 12.30.50.png" descr="Schermafbeelding 2026-03-23 om 12.30.50.png"/>
          <p:cNvPicPr>
            <a:picLocks noChangeAspect="1"/>
          </p:cNvPicPr>
          <p:nvPr/>
        </p:nvPicPr>
        <p:blipFill>
          <a:blip r:embed="rId2">
            <a:extLst/>
          </a:blip>
          <a:srcRect l="0" t="59" r="0" b="59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196" name="FC DEN BOSCH LOGO.png" descr="FC DEN BOSCH LOGO.png">
            <a:hlinkClick r:id="rId3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199" name="Ste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00" name="Ste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01" name="Ste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02" name="Ste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03" name="Ste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04" name="Ste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05" name="Ste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06" name="Ste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07" name="Ste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08" name="Ste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209" name="Schermafbeelding 2026-03-23 om 12.30.50.png" descr="Schermafbeelding 2026-03-23 om 12.30.50.png"/>
          <p:cNvPicPr>
            <a:picLocks noChangeAspect="1"/>
          </p:cNvPicPr>
          <p:nvPr/>
        </p:nvPicPr>
        <p:blipFill>
          <a:blip r:embed="rId2">
            <a:extLst/>
          </a:blip>
          <a:srcRect l="0" t="59" r="0" b="59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210" name="FC DEN BOSCH LOGO.png" descr="FC DEN BOSCH LOGO.png">
            <a:hlinkClick r:id="rId3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213" name="Ste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14" name="Ste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15" name="Ste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16" name="Ste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17" name="Ste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18" name="Ste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19" name="Ste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20" name="Ste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21" name="Ste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22" name="Ste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223" name="Schermafbeelding 2026-03-23 om 12.30.50.png" descr="Schermafbeelding 2026-03-23 om 12.30.50.png"/>
          <p:cNvPicPr>
            <a:picLocks noChangeAspect="1"/>
          </p:cNvPicPr>
          <p:nvPr/>
        </p:nvPicPr>
        <p:blipFill>
          <a:blip r:embed="rId2">
            <a:extLst/>
          </a:blip>
          <a:srcRect l="0" t="59" r="0" b="59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224" name="FC DEN BOSCH LOGO.png" descr="FC DEN BOSCH LOGO.png">
            <a:hlinkClick r:id="rId3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TextBox 31"/>
          <p:cNvSpPr txBox="1"/>
          <p:nvPr/>
        </p:nvSpPr>
        <p:spPr>
          <a:xfrm>
            <a:off x="588823" y="11323899"/>
            <a:ext cx="23457773" cy="3937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lvl="1" indent="0" defTabSz="1285875">
              <a:lnSpc>
                <a:spcPct val="100000"/>
              </a:lnSpc>
              <a:spcBef>
                <a:spcPts val="0"/>
              </a:spcBef>
              <a:buFont typeface="Arial"/>
              <a:defRPr sz="2500">
                <a:uFill>
                  <a:solidFill>
                    <a:srgbClr val="525252"/>
                  </a:solidFill>
                </a:uFill>
                <a:latin typeface="Century Gothic"/>
                <a:ea typeface="Century Gothic"/>
                <a:cs typeface="Century Gothic"/>
                <a:sym typeface="Century Gothic"/>
              </a:defRPr>
            </a:pPr>
          </a:p>
        </p:txBody>
      </p:sp>
      <p:sp>
        <p:nvSpPr>
          <p:cNvPr id="1227" name="Ster"/>
          <p:cNvSpPr/>
          <p:nvPr/>
        </p:nvSpPr>
        <p:spPr>
          <a:xfrm>
            <a:off x="2387850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28" name="Ster"/>
          <p:cNvSpPr/>
          <p:nvPr/>
        </p:nvSpPr>
        <p:spPr>
          <a:xfrm>
            <a:off x="23389550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29" name="Ster"/>
          <p:cNvSpPr/>
          <p:nvPr/>
        </p:nvSpPr>
        <p:spPr>
          <a:xfrm>
            <a:off x="228963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30" name="Ster"/>
          <p:cNvSpPr/>
          <p:nvPr/>
        </p:nvSpPr>
        <p:spPr>
          <a:xfrm>
            <a:off x="2240740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31" name="Ster"/>
          <p:cNvSpPr/>
          <p:nvPr/>
        </p:nvSpPr>
        <p:spPr>
          <a:xfrm>
            <a:off x="21918451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32" name="Ster"/>
          <p:cNvSpPr/>
          <p:nvPr/>
        </p:nvSpPr>
        <p:spPr>
          <a:xfrm>
            <a:off x="2142525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33" name="Ster"/>
          <p:cNvSpPr/>
          <p:nvPr/>
        </p:nvSpPr>
        <p:spPr>
          <a:xfrm>
            <a:off x="20936301" y="10496267"/>
            <a:ext cx="400419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34" name="Ster"/>
          <p:cNvSpPr/>
          <p:nvPr/>
        </p:nvSpPr>
        <p:spPr>
          <a:xfrm>
            <a:off x="204431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35" name="Ster"/>
          <p:cNvSpPr/>
          <p:nvPr/>
        </p:nvSpPr>
        <p:spPr>
          <a:xfrm>
            <a:off x="1995415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sp>
        <p:nvSpPr>
          <p:cNvPr id="1236" name="Ster"/>
          <p:cNvSpPr/>
          <p:nvPr/>
        </p:nvSpPr>
        <p:spPr>
          <a:xfrm>
            <a:off x="19465202" y="10496267"/>
            <a:ext cx="400418" cy="380821"/>
          </a:xfrm>
          <a:prstGeom prst="star5">
            <a:avLst>
              <a:gd name="adj" fmla="val 25120"/>
              <a:gd name="hf" fmla="val 105146"/>
              <a:gd name="vf" fmla="val 110557"/>
            </a:avLst>
          </a:prstGeom>
          <a:solidFill>
            <a:srgbClr val="FFFFFF"/>
          </a:solidFill>
          <a:ln w="127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</a:p>
        </p:txBody>
      </p:sp>
      <p:pic>
        <p:nvPicPr>
          <p:cNvPr id="1237" name="Schermafbeelding 2026-03-23 om 12.30.50.png" descr="Schermafbeelding 2026-03-23 om 12.30.50.png"/>
          <p:cNvPicPr>
            <a:picLocks noChangeAspect="1"/>
          </p:cNvPicPr>
          <p:nvPr/>
        </p:nvPicPr>
        <p:blipFill>
          <a:blip r:embed="rId2">
            <a:extLst/>
          </a:blip>
          <a:srcRect l="0" t="59" r="0" b="59"/>
          <a:stretch>
            <a:fillRect/>
          </a:stretch>
        </p:blipFill>
        <p:spPr>
          <a:xfrm>
            <a:off x="333997" y="231011"/>
            <a:ext cx="19021778" cy="10699751"/>
          </a:xfrm>
          <a:prstGeom prst="rect">
            <a:avLst/>
          </a:prstGeom>
          <a:ln w="25400">
            <a:solidFill>
              <a:srgbClr val="173883"/>
            </a:solidFill>
            <a:miter lim="400000"/>
          </a:ln>
        </p:spPr>
      </p:pic>
      <p:pic>
        <p:nvPicPr>
          <p:cNvPr id="1238" name="FC DEN BOSCH LOGO.png" descr="FC DEN BOSCH LOGO.png">
            <a:hlinkClick r:id="rId3" invalidUrl="" action="ppaction://hlinksldjump" tgtFrame="" tooltip="" history="1" highlightClick="0" endSnd="0"/>
          </p:cNvPr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3397940" y="9333138"/>
            <a:ext cx="782321" cy="78232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0" name="TextBox 28"/>
          <p:cNvSpPr txBox="1"/>
          <p:nvPr/>
        </p:nvSpPr>
        <p:spPr>
          <a:xfrm>
            <a:off x="14881271" y="8777643"/>
            <a:ext cx="2374698" cy="11049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/>
          <a:p>
            <a:pPr algn="r" defTabSz="457200">
              <a:lnSpc>
                <a:spcPct val="100000"/>
              </a:lnSpc>
              <a:spcBef>
                <a:spcPts val="0"/>
              </a:spcBef>
              <a:defRPr cap="all" sz="6400">
                <a:solidFill>
                  <a:srgbClr val="2769C3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p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2000">
        <p:wipe dir="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