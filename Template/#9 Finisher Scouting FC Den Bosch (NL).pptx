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  <p:sldMasterId id="2147483662" r:id="rId15"/>
    <p:sldMasterId id="2147483663" r:id="rId16"/>
  </p:sldMasterIdLst>
  <p:notesMasterIdLst>
    <p:notesMasterId r:id="rId32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</p:sldIdLst>
  <p:sldSz cx="24384000" cy="13716000"/>
  <p:notesSz cx="6858000" cy="9144000"/>
  <p:defaultTextStyle>
    <a:defPPr>
      <a:defRPr lang="LID4096"/>
    </a:defPPr>
    <a:lvl1pPr algn="l" defTabSz="2436813" rtl="0" fontAlgn="base" hangingPunct="0">
      <a:lnSpc>
        <a:spcPct val="90000"/>
      </a:lnSpc>
      <a:spcBef>
        <a:spcPts val="450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457200" algn="l" defTabSz="2436813" rtl="0" fontAlgn="base" hangingPunct="0">
      <a:lnSpc>
        <a:spcPct val="90000"/>
      </a:lnSpc>
      <a:spcBef>
        <a:spcPts val="450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914400" algn="l" defTabSz="2436813" rtl="0" fontAlgn="base" hangingPunct="0">
      <a:lnSpc>
        <a:spcPct val="90000"/>
      </a:lnSpc>
      <a:spcBef>
        <a:spcPts val="450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1371600" algn="l" defTabSz="2436813" rtl="0" fontAlgn="base" hangingPunct="0">
      <a:lnSpc>
        <a:spcPct val="90000"/>
      </a:lnSpc>
      <a:spcBef>
        <a:spcPts val="450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1828800" algn="l" defTabSz="2436813" rtl="0" fontAlgn="base" hangingPunct="0">
      <a:lnSpc>
        <a:spcPct val="90000"/>
      </a:lnSpc>
      <a:spcBef>
        <a:spcPts val="450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6pPr>
    <a:lvl7pPr marL="27432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7pPr>
    <a:lvl8pPr marL="32004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8pPr>
    <a:lvl9pPr marL="36576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6" d="100"/>
          <a:sy n="86" d="100"/>
        </p:scale>
        <p:origin x="-120" y="-1168"/>
      </p:cViewPr>
      <p:guideLst>
        <p:guide orient="horz" pos="4320"/>
        <p:guide pos="76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5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4.xml"/><Relationship Id="rId29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3.xml"/><Relationship Id="rId31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8563D9DA-EAF0-8FF4-E911-757CFAFE827B}"/>
              </a:ext>
            </a:extLst>
          </p:cNvPr>
          <p:cNvSpPr>
            <a:spLocks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DB225CA2-BF49-B428-6FFB-A82A94A6352C}"/>
              </a:ext>
            </a:extLst>
          </p:cNvPr>
          <p:cNvSpPr>
            <a:spLocks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ID4096" altLang="LID4096">
                <a:sym typeface="Helvetica Neue" charset="0"/>
              </a:rPr>
              <a:t>Click to edit Template text styles</a:t>
            </a:r>
          </a:p>
          <a:p>
            <a:pPr lvl="1"/>
            <a:r>
              <a:rPr lang="LID4096" altLang="LID4096">
                <a:sym typeface="Helvetica Neue" charset="0"/>
              </a:rPr>
              <a:t>Second level</a:t>
            </a:r>
          </a:p>
          <a:p>
            <a:pPr lvl="2"/>
            <a:r>
              <a:rPr lang="LID4096" altLang="LID4096">
                <a:sym typeface="Helvetica Neue" charset="0"/>
              </a:rPr>
              <a:t>Third level</a:t>
            </a:r>
          </a:p>
          <a:p>
            <a:pPr lvl="3"/>
            <a:r>
              <a:rPr lang="LID4096" altLang="LID4096">
                <a:sym typeface="Helvetica Neue" charset="0"/>
              </a:rPr>
              <a:t>Fourth level</a:t>
            </a:r>
          </a:p>
          <a:p>
            <a:pPr lvl="4"/>
            <a:r>
              <a:rPr lang="LID4096" altLang="LID4096">
                <a:sym typeface="Helvetica Neue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228600" algn="l" defTabSz="457200" rtl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457200" algn="l" defTabSz="457200" rtl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685800" algn="l" defTabSz="457200" rtl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914400" algn="l" defTabSz="457200" rtl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205F0-0E0B-EC54-4728-45493A279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C8E5AD-2AA4-1EFF-876B-CE8DCBE6B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33493-F470-072B-75FC-86218528E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0C7165E-B738-48B0-8322-DC2722B0D40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852607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E9C7-B39E-C220-0D5E-143185D7D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D888B-562C-179D-4DA3-2D533A109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D837C-20D0-3808-CCA5-BCF7B0C92E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5A3F9F6-84F3-4A0C-AA63-D8C9C957C53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270921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780B-54B2-D3B2-0BAA-A668C47E9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02C10-4EAA-13B2-4F67-694A70B22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68D6E-42A3-D44E-7ECB-08F623A0F8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426C155-B4BD-4827-9D63-F6872E2220D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961893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CC1E-7A9C-20EE-8CD3-A7D7316EE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EE28D-904A-594A-9536-2E87B4648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0150" y="7223125"/>
            <a:ext cx="109093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7E0A1-0B29-5E25-B200-43D56FFBF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1850" y="7223125"/>
            <a:ext cx="10909300" cy="190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34757-B42D-0B12-39B2-F6482BE47B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341C9E7-5E55-4232-979B-ED103D93E62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321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1E11-747B-0B6A-FF7A-95E598A8E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B53C0-D4A6-9ECD-EB7B-DDFC51A2F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4DD5B-125F-B575-EA5F-6DE0B4DA2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BF8C3E-7CF7-7EC2-67C5-3F41C21BF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DA8F2-A445-C155-18F6-4A8857C6D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FD6DD-F2FE-E854-0D5A-E194BD713F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CF8A5C9-A2E2-4767-96D6-47A8736358D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0522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1474-9518-CABB-0422-1D540E084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68A682-3040-1822-9B12-B37D366F88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A062B7-2F9E-4BAB-AD65-E3D9572DC51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3101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D4D505-EFFB-BC1D-3333-EBFB7828A1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F4CDC0-46D6-4315-89F9-9C8660BC160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989016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B4C9-3712-638B-884D-C28A26720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31CA2-E06B-C63C-37E4-BC4F4509E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8552F-B082-7389-6A18-FE07B0121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C9F2A-EF6E-4C00-C952-DAEF603BE6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EE64317-738A-49D9-A760-0D402F8B30F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91277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E2CF2-E30A-EA9B-CFFB-DCFC220A2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A397-8D5C-063B-23CD-97577D603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E7394-B967-0D56-2FF1-4EA390EF0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DB811E-B926-695E-902E-31C4310DD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2BE6A48-D4E6-4708-A111-57E085F1B90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252018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6AE7-F7AB-07C3-2EE7-6DFE319AE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D00AE-8D0E-743E-2EE3-93BBD5E2A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48AA4-A4B0-E5F8-C415-A19E76C08C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CBF4BCD-6238-4B6E-B330-17539D44BED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60345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E7F81F-66F2-05C6-4107-0B2A50D9B7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683163" y="2574925"/>
            <a:ext cx="5494337" cy="655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4358A5-FCC8-C246-F03E-A399A513A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00150" y="2574925"/>
            <a:ext cx="16330613" cy="655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0AA42-A4D0-0A0C-4509-F1E67E18D3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274BDBB-746A-4F30-812A-B024928E09B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575187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2BEC-2D03-72A1-3B4A-449A87C38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FF73D-9368-54B4-21A8-4F0746EB2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C1DE6-1FF3-0BBC-2617-D9C092AEDE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F784175-2E41-4A21-838B-9B115CD43CD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859753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0D06-8556-A09C-40C7-EDE3B4E0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C3140-81F3-E8F7-1FD0-120D60BA8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67996-E867-836F-4C8D-BFE19C0DC2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61EB4A8-1619-4074-82EF-AE6367CED8B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663273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5C89-18C2-F6C6-D054-4BEEF121D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FE982-52C2-01E7-3C78-D0F66465D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E1055-C678-D020-2984-15A9813D1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FB9DA5C-B151-4298-95DE-D8FCC40B8E2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775822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7C93-26DD-6616-94D3-DB2EB0513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E4EDB-92E8-CF59-FF0D-394424318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624AA-78B7-A777-CBEF-DFBA81621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049AA-4270-561E-4D57-899B989BF3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4B9D1EA-E6FC-4EC9-932F-72E0505B01D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346881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8FE8-309E-CA4A-BA17-6D09CB43E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BFDEE-FB6A-7EBE-5181-DBB79B4E5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FC89C-90C5-6FE2-ECC6-431F8863E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9469F-CD69-4F9F-3A84-C0FF5A57F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629BBF-8D6B-927E-0B07-C16281B9E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1A6B0-1A2A-2B84-C686-ECF033F058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0539F6F-1D8F-4C59-BA78-8C048608D9C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98218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2FA40-7B27-C22C-FEF2-DB77B7544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9D5B85-8367-EFFF-766A-6B5E73B5DB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04337E1-32A5-4099-88D0-A88AE281925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5841826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53FFE0-E268-6B5F-A080-9C2D2E6A72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81798E6-8D73-4ACB-9C29-643F7C2CD80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455668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48DD5-EF38-34C2-663E-761348BBB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30141-01E9-4501-A1AD-DD8C1CD76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73571-FB29-1212-7D80-B98A221D5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DECB3F-E911-966A-AE8A-EF22F445FB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41EF594-2991-4511-87A9-E31C728A6A0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5292200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F82E4-534C-DA09-33C9-2853AF336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97FC5D-543D-C1A2-F87C-2EEF7D275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9FE56-9B84-8825-7BDD-7308DEDB1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D8BD2-BCAC-E742-54E4-779C2E444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49CE0A3-4990-4CF6-B298-19FA3C55E18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83337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F76B-2093-D82A-9709-DEA424A8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306DF-3177-675A-6DF3-BE287BD12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1090C-CEAE-45ED-8552-259338B86D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69044C9-6064-4317-A137-E8CC5C1C908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8102957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AAC5B-5E36-EF8F-8FF3-229466E8A8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D229F-EDA4-EF9B-1469-FE2BD6BB1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2BC00-5659-CD0D-1FF0-66E0FF243A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6169989-FDA5-4C20-BFDA-82A8D7C7450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6313156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484F-5646-D5C2-4A02-619F08B67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49E50-4A6E-2813-26A0-2AAF4384B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FD232-F7FE-FD51-5ED4-B04DF50BB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C51E9D7-13C8-411A-B07E-48B0645241B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351835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D9EC-BBD7-50EE-E8A9-F6B8705B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77642-8E6F-30AD-30D9-9A562E4EA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D80CC-A8D8-0B44-93AB-267F79B630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A9838EE-414D-40C2-9A1C-0644E5CDEB6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56301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98B0-698F-B0BB-7F09-B0F579FE8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BA2D7-4D0E-0434-B2AA-0BE76F943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12F41-6004-26D0-9896-82AABBEF0B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1DD595-0820-481A-89B7-DE96DDA8E89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9812788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84C67-57CD-35D9-DF83-E5956881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85149-D460-8DD1-29C2-B558DF0A0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7A39C-7C28-B70D-62F3-58F376093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305B0-7307-7CA8-7122-B7E89CB04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A4DEA2-BA53-438B-AE47-DC57AAB2F96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704553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6FE-7A68-64D1-4ED2-CAE612C6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78952-00DE-BF51-0F7A-203CD5DB4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E661E-5C9F-ADCF-E8D7-2F5F186B5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58BDAD-3682-5D12-7DB7-E0CFC6571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570CA-70F1-762C-0CE4-FAAFA0E10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599D5-8B04-7340-EB3C-58142626A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5CCFE6D-C62B-4E64-9E6D-1D27BF71799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48933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E2B41-57A7-9FBF-E094-5D1636BA7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77B520-9656-D4A4-934D-177095ACF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36F0084-BB53-49B2-B87D-4477F33455D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7491671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6A46A8-352E-F99E-71A5-EC623DBCB7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7B99D56-9B22-428B-91B5-B86D0AD7264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740900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EA3BA-D6E9-5F59-FA9C-EA56422C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A87D9-DB4D-D7DE-9F80-C9C3C807B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AA1BB-0BCC-509D-2B13-BF60F167E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41E51-492F-BF74-526C-71B9053BA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8815873-CBA1-4B94-B384-870E6E0BEA0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4776553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250D-1B38-2F98-A8A0-F4CF88F59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1F0ECB-BBAF-427C-1D12-0EA151BEBB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8E7B5-924C-24B4-A6F6-497840A15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8DCA3-14A2-9AFB-D44E-5C3C02346A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595316-2653-4ED1-A6E7-A5D98AFB23A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2201102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D2414-933C-7BED-F2DA-4401C53E4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94EAB-6D6C-9D72-4D2B-CE7446A56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AC346-9794-41C6-A2CD-682C5CA2E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055D964-5AD5-4A58-869A-E09746FDE80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662076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C853EC-65FC-2455-6408-72F931A595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7B278-9158-7AC7-0B97-EEE12CD4B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E761B-ECDB-36F1-356F-FA427F2E65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3D30D60-A7C1-4454-9ED4-E67EFAA6E07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623627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0BE5F-1E4F-65E5-4906-E9E72DA4B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2DF4C-DB4C-1A41-2D9B-05B46749C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23F8B-AAC9-E276-8536-F09E7A5BCD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D239AA-3CDA-4F64-9146-817858991FC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4013889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47666-45E1-2318-B77D-E0B599589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660FC-9B73-E030-3615-715D4692E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22D83-4493-578C-B3CF-C216C50F2F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8FF3EBC-1D3D-4319-9C29-BBB06E8D4C7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7509501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26EF-3F6E-B506-8257-B1B88AAFB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90F34-C53A-FF7E-9114-9A37B8041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FD8D3-30A7-D9AF-DECE-D1C17DB6CB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175D321-6C1F-49B6-AC5B-A338E3079D3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5083379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3E4CB-A253-BCBF-10A9-01E1525DE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400F8-2F5F-55E8-8D97-095E8E2F0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85C26-E6F2-DF4B-6538-A766D3429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43A08-6A49-ACB4-F331-6A06831AFD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611FC4E-88C3-4788-8255-403AC9AB7EF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5985105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4442-0D35-AF11-8FA8-790AFF8E9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DA89F-C39A-1B0D-50DC-E1935CFBD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0C245-E2F4-EF84-4BB0-9F5F91992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D4AC6A-D763-61BC-BEA4-813A8B6CC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2DA8B0-A04D-1768-AD9C-559A6196C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0F12A-CF66-EFCF-6034-7149DE931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4C537F-635B-4BFF-BBC7-1893D2047DF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7417965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EE325-84E6-0BC4-BC61-19151315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A1360-BD6E-8C08-AAFC-97EE6DF1FE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D585FFC-C088-4F8D-97B8-A2E674F3DFC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883564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22E49B-F559-9A58-A47A-04C68D51DA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097A54-BA63-4BB7-AB2E-5B9EC6D4357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6948088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44493-3D32-4195-11F5-BB5A22AC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2C790-5434-F3E8-866E-8BBE0AC3E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41C60-DF62-66C4-6F6F-7824E4C87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432ED-B222-67E0-1CBD-9FAC26E62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AC06CA8-3D24-4A56-98C5-E14C17CC1D2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4006244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7F8EF-1099-19C7-5964-D6D2C1AEE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848AD3-147E-2E35-C091-BB6521691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DAF56-ABE6-2E49-A231-A83D66087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1031B-7354-AEFB-19C1-819E95A402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0A85E1F-36F6-4F2B-AAAB-DBD06FD996E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2640239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00E2F-7682-868C-02E2-893508BC0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C7BAA-C4CB-3879-FC11-E7B8F2370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7865E-E504-4585-7FEF-B0DA366DD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9DDA3B6-523F-43A5-BC3B-2C3118AA7D5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68521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1B492-A2C3-4F66-DE93-C67B14B28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F505E-4DAA-E8E1-B373-BAA838DC6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1DF43-0719-C515-003D-BAB287D0A8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32C9B4-C943-40D2-A4BF-7BAA39E270B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0323554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BF8B5-1A5E-E8D3-94E6-C44402178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F0B431-B12A-048E-AF4A-E6FB1CB6D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B6D91-B89E-1BF4-CEFE-F6C90520C7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B81B948-1583-44A7-A58A-C2112879F7A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563977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F8DC-42D9-237D-B7ED-58ED105A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632FF-1C13-C72D-6D64-325323D07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322FD-9F27-C4B9-B5DC-29EE8C6DB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738B54-5B8B-4050-BB59-5250EDA0C20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6062980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7E67-9D83-6084-61B5-F7CDD4E0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0DA17-746C-1DC4-41A6-BB5930C45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F7659-3A89-A66D-92DD-07EF3EAA8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5EF1DD-F160-480C-8A5A-42350032445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0973137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DE884-F393-2399-E591-589ED0F05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E21A3-F855-D358-D6BA-C1A9DC3C7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06C7B-9B6A-66B0-EC8D-3F31BCD83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9FE62-D31A-8392-7B46-6382C184F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1E6531-4187-4FB1-8CB1-CFAF57F6A04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1364643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37BBB-8EC5-9BAC-2716-FA07F08A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8D7DE-E799-FB89-EA9E-616D26C83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F0594-4681-D8D7-1792-6B56D6425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74FABC-DEDC-1A9D-8C3C-883EE4F5C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5E32D0-4C27-315A-769E-5FA1B2EF0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A32D4-918B-F2B0-F690-975DD77663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41E6675-C27F-4C1C-A8C3-2BBA5492AEF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6306334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FCCE-D9AB-7EED-B688-3307D8428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26F02B-D8E1-6ACC-6DD4-249884C93A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869A76-3FDF-444B-89B6-6F6DC1F2023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7753636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61F19F-6A76-910A-37C6-244A7CC89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7F6D387-908A-4CE1-BFB4-61CCFA3C139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766420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7149-7EC6-AD2E-45F6-19B47FFF3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069F-3E91-79C0-53E0-42E949C7C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336F7-4363-ED2D-03A8-68FD22161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CB023-5B30-1F42-D093-FE7D6893CE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D9B995B-5086-4EC1-BB6B-8017C8CC07D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4310412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84E92-1E9C-1B0A-C400-F010805FC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5B957F-147A-FC0F-2535-E9E99796D6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8DC50D-774D-90F3-0161-F7340308E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12D3A-4419-B7A7-D39C-3091AE5DCC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EC0543-85D4-4148-B1ED-700380FBF48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90914855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D992-BFF1-7413-C386-90053E166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7A508-2FFA-0B28-6A27-A1252A6AF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939AE-407D-7B56-E210-2A4958DBE7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9E3B1B-87A2-4655-AF96-8D1F794B131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9613747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F57DB0-904B-95F6-951F-A0268C456D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D113B-0519-7E92-9843-526CE5668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46EFB-0F12-4AEC-6DD5-DE909C8C6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EFDCC2-C7CB-4B16-8AD9-01692E1688C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5738621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D37D6-E998-C339-3ADC-07C288B7C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EE29F-A199-3368-038C-5D675318F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7B153-508B-645F-2A46-6F0CDC938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23249E3-509C-4EA7-9283-2F3367F7615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07237118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99CDE-85E3-06A8-2A77-7FA958264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06FCA-DEC9-BF9F-C72B-7484FADB4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95354-E1E4-7047-2781-F572D1DD1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3B2E51-8875-42ED-889C-4C47B6FFFFF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0179379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3BB7-DA20-31AB-7A85-71B0829A1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5E1CC-2B81-43FF-4FEB-28C01F304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4B171-9DBB-1F30-C879-7D8D9C019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38A20C-AEF7-4552-90AE-E979474663E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34720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D29B2-76C5-A9E0-2EF5-83CEA6248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D61E0-81F2-5249-AC94-DD67A2AD0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E6BC9-4E12-E1AA-33BF-78B590BBD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B7907-AADC-C930-11DA-E169290FF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FFBE191-949D-4065-B53E-329179CA1A8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5578913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E58F9-7F90-92F9-EB19-73336CCA6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05755-FB4D-8061-2E31-F163107F4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43C9B-AA26-5B9C-80ED-3BCA93CD4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1FA67-BEE5-0AE0-B2C4-68B919B64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34F783-F7CF-0713-007E-DD6E3ECDE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60D97-FB84-D1F5-9E9C-CECF74E2C0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A4EDE9D-278F-4F9A-872A-11236A69F24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50304106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70F0-AEC8-9DBB-A6BF-5783E7A8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782C2C-900F-F00E-E4BF-811FC1836A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80AAFBE-76CD-4859-BF87-992AFDA9D12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22338366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918262-B386-3EA0-E6EC-E1973DCF4C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12F94F-D554-4744-ABC9-DC91C9A1660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58406489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8BE6D-8200-FE96-054B-B0289841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C70BE-0ADA-E430-22A8-4844AE023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B645B-B9B7-F0A2-BBFC-F8BDA3D91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AC2F6C-14B3-E823-F032-78ACE2DCFF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52D8AA1-D433-44CD-A92B-C3961151D1C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425758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D371A-468A-1350-C3B9-5A17C9732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7210C5-899A-3919-5A52-2CC60B558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A2241-002C-9DA9-94B8-D66C2001B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D47631-BB4E-B4BA-1AEA-49E0A93746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54E5919-A162-4532-AEA0-D62422A95D4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9569702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04847-793A-695E-4389-F567B934F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7B54F-B5BC-3727-2977-8326FC407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9CB8D-A50F-8CC9-1174-32E611D59A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E4D81F2-5397-46AE-B3BE-072B68A5A63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2441627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037B19-8B2D-672A-9BBC-B24F47542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EE3A3-0D7C-15C5-C3E7-FA61D5263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A8E88-E9A8-55CA-F14B-6B25ABD152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F23D397-53AE-442A-89E7-DB67092EF9A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36892342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9D661-DED7-6C6E-7A13-AB6300AF0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FA408-0647-3AE3-D131-E8DECFB2D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578A0-73C5-3B9A-44E4-C46974BB1F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D2B54A6-66D5-4CD5-B63A-67CFC69A2E7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907673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A61C-04EE-5DDF-CB11-DB87EF7A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2F929-EC4E-FA04-1B30-E62EFB028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25203-D201-74F6-A914-4312BC125E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1AB654A-272C-4834-90CA-5BCC9E7FBFA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85689647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A315-7A39-D646-7319-E9B02D79F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97620-51C0-1FE3-954A-0ED88EB4E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F4113-D453-BE4C-F63E-888BF1C7D7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BDDA439-D141-4FF3-8311-C90A1F6E76D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66382745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C584F-CAEE-B72B-70CA-E28BAAEB9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D7CA3-1ABF-CCCD-6FD8-8F1FECECB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E0EAD1-7B7D-7E73-711E-4420703AA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AB8D4C-478A-A5C0-D278-B94A54DA35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4AC361-CC66-46DB-B9B9-1839622C2A3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25315185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9CDF-FFE6-0A05-3907-C1B24605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F68B7-3753-988A-B4B7-E5BF52597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2899B-4F9A-4CC4-4E34-8D1B3805E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124C44-2A13-05E7-44D6-0188B4329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6294E5-FF7C-FDF5-AA82-C43DB16362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2A731-BC11-D92B-D08E-B87B5A734E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766DC01-FE4B-43A0-B259-7A142B8413B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6925329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9407-5B41-B935-F177-3AAF2FBF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0E6F35-B3D3-E752-0B6F-7B8F42646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A6EFF58-D7B0-46AC-8224-859FA36516A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33118168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697D49-A5AD-777C-AE3C-6A1CFEF2BE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5D7677-07C5-47F5-9A58-173D77B975A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7299276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01AB5-CF6B-7A54-877E-A5D1E089B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238AA-D82D-0D8B-3A59-A409D89DE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3C57C-1448-3427-A56D-E5881F38F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E6590-A902-ED37-22B0-4156C9FBEF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C6B47C1-8153-434F-A729-54EFCADC395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58839440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E6291-7116-95B0-14CF-750049927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FCDD14-5D6D-BE3A-E3C0-E1E07F4534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44A02-93B3-C930-CA0C-7886485CB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182B3-9397-AF71-C65A-474101771B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1F9997-8D0D-40E8-9FAC-9FCBF25D71D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23579807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53A0D-3773-3877-79F3-F30E1ABD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2BA3F-852E-65E4-065D-28E9856BA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27535-853A-3309-C945-B31BF8F4D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4273DAE-3A29-4316-BDBF-10BE0DD7616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24969854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CAB75B-5818-F399-17F6-56611AB03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B72A4-0D7F-0898-EDC9-423E9B7E42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2D776-C969-4979-AF66-3ECA0295D9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92618EF-AA5D-44F2-9926-0BD1353CCD2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67854387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A821-3268-FCB1-A7E1-D0ABD789A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70AB8-E056-67D2-24D3-B5958B276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0FEE1-9E84-FF17-0084-F40AA556A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0A4F73-E6CA-40D5-8E11-C8BA26C32D2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33118669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F3ED-C349-79E8-4BF4-7E4EEA914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E9EE1-02FA-A022-9006-4F5F57DBC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D70F0-D774-3666-A06B-0361865D9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C59C874-7298-4D97-A4D6-3D5A81C56FF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01683645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525F0-CBE9-D1DF-8492-A0F66C53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F5F62-0A89-FE02-6281-FC3FB3FFE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CDFFB-35C5-A721-A31D-1C5F820B7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5E4366B-B28A-4BC0-B206-1D3284BB726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92751068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7283-CCE2-2F75-94EC-3F7DDAC6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4AEAC-E01A-E9C4-9B0F-E19DA6A8C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0E7F4-F5F9-BD8E-8D54-BF1950D7F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ACA99-39C3-895A-865E-58BC93654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716101D-2106-4786-8A58-A57D81C77BC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81759886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ACA1-5F4B-0E9F-ECAD-0344ADC1E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BE53F-8B1B-69C3-D56C-53BD2CA8C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1517F-B9F1-5047-58DE-7776325B5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2261B5-9DC6-9934-6B94-64BC125863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240D3-BE72-B3A5-27E9-7BDF9B8233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19436-235B-ADD3-5FF7-37A42A081F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44FC893-870E-4F78-A144-C4CF0893240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5912842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0E23-C30C-8F84-5462-C4803540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25FAC-673A-FA35-7139-5E6BE19215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50BF102-CE97-415C-8D70-07B55BE2E09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72843140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1E382-239A-8919-FF04-5AC8088AD7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6AE34D-27C0-48A6-B84D-8900CC6A1AF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69305138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D2866-0FF9-985B-E856-B82AF3B09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FEFC7-5AB7-99BC-B4EA-721F024AD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DA15EA-B19D-2DE6-5AA8-A743360D6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814A27-A28E-0F4F-5CD1-81B293757C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AF4748-5569-43BE-9BA7-58F0037A30B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39499262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BD32-87D3-B08F-025C-26984AADF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C8817-A974-9B38-CF8E-B8F25C1A5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DB156-8760-C10F-D8CA-813200845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C90D3-7A33-3AED-E375-61DBB6742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8618FFD-2B27-499A-985F-0CD0F359195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589858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8314D-C961-9619-EFBD-8BF826F45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C7A0B-EEE8-86AC-CF17-DFE78309C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4FAD1-F9F9-3F74-9B2A-81931E1F64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9CF8480-514D-4C80-99D4-ADFE4B36C01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60238276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DB2DF-ECE8-B31E-5714-A8E197C42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96B34-6DD5-08F9-EBEB-E1E21A5C4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7C0DD-CD64-9AEE-FE85-DAB0AD397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9244B61-C3D6-418A-AB23-4DC957264FF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09724237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C65FC-0F0F-2836-2BF9-1CF88DF05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9A03C-BE07-3FF3-CC3A-C6A59F564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793F1-2D29-F957-400B-6AC7F45EF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D241CEA-3BA7-4B65-ADC9-24CDC50A1C7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8764943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5DD1-D037-B889-19C5-030A9552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21235-2981-7D0F-1100-4515501AE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ADE59-FAD8-CC2D-E058-B46AB70B4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16E0C1-F578-4EC1-AADB-EF86D062B04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61403501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64F3-757A-3D5F-BABB-F05C6AC64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56B82-EFFA-AD73-FEBA-6FAFE03F7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48774-E64E-CD81-3D11-3D5AE08BE6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8EFA800-F7E7-482D-8432-24F26BDB990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2732483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1AA2-9B84-7D7D-45B1-9C3542F81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427C7-D970-80E8-C7E8-00B157181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FFBE0-E390-6D89-3C8D-C4C8A1403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37DFA-5D34-807A-3B42-809EDCAE60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07EC4F-D13B-4087-B8B3-0447C371822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668237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8A0FC-1E8E-A19D-42E3-1F147BE81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F3C0A-1236-AF58-3E20-670E3CD89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902B0-70AD-4369-8729-D176A890E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B2AAED-0976-09E1-7F29-DC568CDD4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2EF5D6-CAF6-D58A-C656-1A5DF09B7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80377-13A5-727F-C88D-6D6F358AC7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0A6599F-D5D1-41D2-92A0-F382196ECBC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2739671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9F36-7798-D681-4FE5-DAA6F1642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F9702-28E5-8924-0F6B-44F33C2502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590039-E3F3-427D-9C41-9294465359A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02401242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1E41AC-E246-9B40-3CDB-B793160ED7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6664F43-00D2-4034-925C-08C14CF0700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52846752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356A6-6A54-F06A-10BA-3E795F481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7C1A-AA46-5ADE-0FFF-DB563762B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D9EED-0ED9-76AA-97E8-3DE593964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56B4C-5A3E-2873-3E0A-3B987D6CF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4028B6-B1EF-45BF-AF21-27467932079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34000701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033A9-F039-6807-290B-1230A84D9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3459EA-6304-7680-931B-5202FF850E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3845F-253F-AC35-C7C9-38445BF8C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4C4C8-FED1-D74F-E06E-F6814D85B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4097326-A834-4756-9E7F-B82A980344A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60324037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6925-D876-A8CC-FCFA-DE46B895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077253-A7A8-0377-CC2A-AED628D7C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0D675-F7FB-9E82-1082-F3C36CAD70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DF62FD2-4C0B-4289-AA15-D51D485BBDB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8858097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6C3D0-8476-4295-ACFC-5395AEB99A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35F5A-EDAA-3739-DF39-6125BE72D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B7217-52CA-DF89-C276-355D66FA4C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B0D4F7-3601-43E4-B5FC-DF3C9779443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677976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B3CA6-978F-7602-0277-EFC6D17BB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52CD7-4590-A87A-EBF5-E70C6EF90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5AD0D-9E42-402E-E014-F576E794F2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C74A57-BB43-4778-A7A8-3125E580747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1888984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18FE8-BD6C-C98E-2F07-27BB2E5A3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00391-567C-3365-90AD-6929BCA7F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0B95C-4FB6-680C-FA4F-E4078E824A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9DEFC54-D154-4108-8D20-86C4227448C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5737240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5475-1C52-A4E7-B803-34431740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6FD74-B077-67F7-A5CF-8BA3B20CB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8D642-961D-002C-3FD9-7EBCE7D59E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5D3F117-2B2C-48A1-A113-9D6BDC9423E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24953813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9A68-31AF-A220-CD2D-BA3135584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B979A-AC31-38C6-064D-6F82BD18B7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F4734-142F-0044-36B3-9AE34C072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DD357-4C6F-2C66-5BBC-888D8B492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A315F9D-4ACC-47F7-B517-F0D2040A74D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52049642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4C7B-28DC-786D-3C37-27DEE1C7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404CF-4F3B-F3B3-4B74-BF13AE6AB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112BE-EFB7-E451-DACB-C97E8109D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58B178-73AC-2998-095E-A3D1C5411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6400FC-B4D9-CB5E-41BC-651FDE3F9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42874-C37A-C206-7AE5-17DB3E66A5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4DE557B-3432-4ACB-A707-D6A8A74CDB5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06220961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7254-B9B1-DA48-B628-4A20B13FF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25D031-A0B9-4B3B-C1BE-BE35B9F807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D4CAD68-7DEB-4CDB-BF23-C26E2C3B27E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49229175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0B23B9-1F82-12C4-FA31-1E6A211664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1ED7406-8B43-400C-ADDD-66B7EA51D02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33566316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8A824-3310-A238-8933-6F0B8AB6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55250-FF96-74F0-A32E-8824CE72F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17453-274F-F79D-2EFD-BF3388F9D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1F593-7B88-EE9D-C02F-237996103F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8ADEB6-3A7F-4907-AA68-D68284FB416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5265515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2663F-DB93-D641-0D09-A83D23667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367C01-7708-97BE-BB58-D8DF2251F0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B0416-F478-A08D-7B4D-733E973F2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75174-B487-EDB3-E76C-F7CA5F1A64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8EB6259-1CB9-4AD7-9D22-3B2A1F2774D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0957524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7BB0-46F0-C682-EA4F-4D7AA4DE2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2B8A4E-7B37-BE6F-5920-995096698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605D3-D7F0-7540-5ABD-3AFD503994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1A112E-BB9D-4136-A320-A1C60729C44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043137867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862D5-2639-DA27-8905-83566AB3E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61F44-CE88-AF21-A965-3370290E6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B17CF-6D2F-63B7-8912-C26603CA99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95EC8F2-7D15-4DF3-A260-93F1D0B9E17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83009369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05A6-8FEA-2943-70FD-A8DC3E4A2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7D801-C84C-DF1D-1F32-856608020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705A8-EAEB-7941-E919-C16E49870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E442C73-BA30-4284-ABA9-02C77C345B3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84456172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F2AE-BC9B-EFBF-0FDB-A538A414D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CB5DE-6F37-CD3D-CABB-C0EFAC6BA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5D143-6412-9657-A2F2-BAEB1F88F2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4A764EB-FC2C-4E6A-97DF-D4576064C0F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40884486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7A43-C1F9-3953-7BCD-2583041B7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1C5B6-9476-B265-73E8-1EC4825F4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19215-6161-B4B8-CF7D-12AEC76C0D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5E51BC-B947-454F-AC35-EDA668149D5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61056027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A2DF-94F1-CE03-3DBF-A1D19C5F0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F64F0-3B9B-D1EE-7769-D6A71D3DC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D8403-7C1E-105F-9231-735B3B2F8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52C00-BAA3-290B-2CE9-7EB1DCE89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A11BD24-58D8-4760-9418-25BFFD3EDF2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08203224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07A26-50DA-0054-4526-DC021D6D5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FDEE2-CB67-8226-0650-121466A11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410CB-84DC-53F8-B329-CCC11B5CC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6BA55-7E76-45D9-9233-D74D20E98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BFEBC-B1BF-D0DF-45C2-E2A0987E8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8CFDC-FDB9-7564-BEC3-32F878DA79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2C29E1B-8ADD-4078-B6DD-1EA54FE41EA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6377514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37307-4416-9BF3-63DA-21E58F0F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36292-6E26-2397-7D9B-A42CBFB042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8B64CC1-7824-4263-AC19-0AC4C490F21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52994521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D955F0-D8D7-723A-005C-06FDCE4756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B1BB86E-5ED1-4859-ACEB-5C322A79F48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65058357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76F97-7AD4-05AD-06D3-96BFBF1B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E948E-EC81-F377-9195-5817EEE10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D50D3-9666-6F4E-DBBB-B5B1587F6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FE660-4C7D-481C-F8C2-107BDC86B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DA2AC3-4CE0-4299-AE03-7726013ACE5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4868888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99870-F364-B4FC-0079-5BFA4331D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D8103-CEED-0BB5-357D-9A7C93EA89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171E2-6C68-EEEB-F6B0-34ADD1081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DDD2CB-7A9A-4341-9472-F2A8C6EB09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89505D-4E91-4A77-A080-61D2459B597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237313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3F560-97C3-F05C-D46A-2C185B24B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C5844-27B8-ABA9-5400-541FB3550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95D09-6E06-C00D-4482-9A874EA228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24E89BF-C1A0-4C9F-8DDC-8E0BC501543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37231895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4CD99B-8CA2-67FE-BE9E-B4384E1476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80976-A03E-AC2C-56F2-7B41664FF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FE571-CBC3-6612-DB56-FFE2229CC7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AE699F6-D008-45AF-9834-586B3BCD8B7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77230136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B4451-E758-2CC2-A34F-A2E75D919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7A330-AB1C-B6A5-2AA3-B9650A8DF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4C3D5-B4EB-75CD-5348-5D00C4B4A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4840515-9833-4632-A349-2D302030687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5403717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AA038-E83E-C426-BED0-C430BE412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9F3C6-A29A-837E-503D-0847AB9CF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F471F-ABF1-2DD9-7DF2-707F958E36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319F9F9-2FA3-4480-BA68-D6620AA8AD6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8753560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84614-3BA0-F302-BF3F-8D4F415E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28EE4-672E-33D3-1CC7-95CB1A286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3E625-0EFB-E294-94C4-1EE7F7EACA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FD86E68-AB2E-4F81-BDCE-820319A771C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77532874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02A52-B3C7-81E9-605E-5D5C120B4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59C66-A1E3-F953-FA60-90470645AB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B79EE-836B-6B99-3F99-E557BD946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DE0D2-B681-E0BD-F771-A32213BBD1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91BB344-FB8E-48C9-8B7A-3E5EEC3F984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99423751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57954-1E23-A1E5-9E9F-04F3421B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2B768-3C07-A950-EA4D-4EA041BAF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AD1E3-EE06-6F2D-403F-50ECBBF64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87B7FC-7EFA-A279-73AF-C2BBA7A0B1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71F99-E231-C398-B0D5-6A7B816CA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34BE8-479B-2A4E-E514-3A7A12A94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57C1CD9-DF16-45DE-87AF-B4BBD67BC40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76623116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AD125-15BA-1D4A-D4AD-AC9EA3671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05AF6D-D9DD-8F26-A6AE-DC401FB6DF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01A9E61-D165-4180-82B5-38920D5AF5C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84176575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0EA73B-91DC-6808-E8EE-C6D671562F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968F82-3FB9-4D9D-ABE6-3AFBB89994D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0595600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E7FE-D331-A5D1-1ACE-EF7F36786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7FBC1-FB39-5A30-ADC4-D6C8B654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DB437-FEF4-FE43-E21C-C46FA0360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8C429-8DB9-2AB9-0E35-91C0386211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117CCAA-D67D-4CD1-967F-B48C04D5BAA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21659721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63991-B0BD-AF5B-620E-2DC15F696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B91E6-1B7C-0398-EC1C-81A885000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58E05-3E20-E291-C34D-DEBD57050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7901F-FBC6-2E82-1C40-22B61E16FA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7A58938-D0C4-4202-984F-68B6A92949B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37861978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23B42-6D53-FB74-58AC-22C94B5B8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938EE-3F05-01A6-74ED-96DEFF6D0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F3BE5-AD80-BE1C-EEE4-C38FA15CA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37AF2BC-E03D-4000-8AFB-4929FF90BFF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37453993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9CA510-7CF7-EA3B-27A3-6EC2A60287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583D8-F4B9-F2E6-B898-21C129CD8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2D0D4-1A45-7388-36FB-642FC021F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116ED2-610A-440D-A09E-91750DCB0E8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05895867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7B0DA-59DB-4025-8219-6D70AF914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20B980-2DC3-4FE3-F25B-4D4EF5F68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6F260-F06A-E895-C06C-BB20944F7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2333D84-CDD4-4074-9D7D-5DF6237835D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66616125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9F22-5615-3FDE-5530-A4FA704E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EDC93-3612-A25A-6AF5-5F313040B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4F99-0F56-428C-E8A0-EA9059DDB2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58EFD7-7EBA-46A5-9EE3-5AB1064AF5F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65761708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397E-9097-1521-F07E-02DBCA60E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F17F6-8F43-5D94-6B4D-F2EEE5D86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B7D63-AFCC-44C3-DA5B-7529368CE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74D87-C75C-4088-8481-8DCC6D6035F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2874578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5AB6-A9E0-6066-13E8-0F88F7106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71DF9-FC9B-0616-A564-4ED9DDFBAD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ABDAA-3EB7-0904-2EED-155654EC7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89A893-A0B0-1DE4-363C-255F48E2C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12F71B-368F-4F85-9911-83ECB92A6C5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68720784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5763-4897-E44F-3597-65714586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E08CC-4FEA-A5E3-BEA2-21C8B7002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2CADD-D6DA-F7A0-7C47-4A1DED3BC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5F8C4-C5FA-9978-0309-8CB5531D5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C7A5E-C6E3-AC38-7F62-220C1F5C00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8A739-891B-55E7-EA8F-F9B40436BC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EF4CB57-BF81-4998-89AD-3B8117E947A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6466894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C0EC-46F2-EE61-CF31-843B214BE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1C4AD5-9CAB-1305-DB74-3C7772AF3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6111DAB-1209-4FDE-976B-1F03B4ADD40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041219172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DDBF55-94AE-E77D-6EF2-EF70854DDD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9B0F1C6-C0B3-41E1-BB84-7FF1BCDABA7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282757042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AA12-9880-DD20-132F-63005F424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7D47E-A411-12E7-ED47-D0DC06E1A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5A9E7-14E0-6811-AF17-175A7E6A6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30D2F-210A-D2C3-8262-898C34BADF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3905C26-6BF2-4209-8077-B85D23FB0E1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55444427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73E05-5CDC-8603-1CF5-976FF7C62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E25909-7E91-ED24-1519-AD0187E291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52CBB-5E38-0153-1ED2-EF627E6CA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8150F-89A6-CD80-7E14-D0E4AB9941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570412E-69F2-4B93-AA32-E61C7B3D5A6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42329856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9C94A-7D9D-B4F7-C7B8-6EC57A0C9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2735C-E19B-AFB3-DCA5-D0BF65EED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AC161-D49E-0A10-8AEB-E0A049B18B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BC2450-A344-45C2-885A-2DCDA4814B1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91632011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BDEE3-370D-EA0A-A93E-6FB7054C2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CABB4-ED6D-A0B3-41D5-9F2CCCC7B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F3BA9-62CD-D1C0-9258-F92F27ABD0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13A07CE-1E2A-4ABD-BB9F-1822459508B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10443423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8BE1-83A0-F304-44F6-0E0682D75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2106C-FD4B-DAB0-B27F-B22470CCF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6122C-430A-C513-E13F-A5DDA25772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C087922-CB8D-4E8E-8DF8-1B8C2AA2468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45423379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0B41C-3679-3BDF-2FDC-90182131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D8296-9F82-B89B-ED8D-90D6ED8D6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523E7-2076-1D73-5928-2B383A3A8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00B7185-0544-49EA-9ECA-E71077CA854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07683605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04078-AFEA-7FB3-A69B-B3D7C449A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67758-B01D-8125-6267-6C9E7C4A5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B7FA5-842A-3A41-0AE1-190631D48A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3A5E852-4266-4F56-A28D-6AA00D548BD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434375001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8B90D-8843-AC60-B276-8253FACDE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7A95-344F-3E42-C5E6-25C09BB29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8627D-D4BC-1F3C-7E1E-BD0946AF9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DE204-3F5E-43C1-450A-8980132BF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4CD1B8-6D45-4409-A8CA-D1292D81FE3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32498703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34B1-D9D1-E6D5-793C-697C686D8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F223F-02EA-2B9E-13E2-9C834E402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054B6-4433-1107-C74A-513537816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F3B1A3-4605-B0ED-1C42-C5241CA761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DF07D6-556A-7233-9F1B-D880AF2E7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8CF0C-7874-38D2-CCDD-920139D340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A76170-C90D-4AEF-AE87-664FF070073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236337351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8F85-6480-DBEF-1E48-D630AD52E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362E8B-E4D5-B1ED-61DF-6FEAAF8AF7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050F7E2-F52B-49D3-837B-F732A5C8D59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918340920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C6670E-A1CE-83DB-F170-83AE493FB4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D3234EF-33C1-4B66-80C8-4690A297A06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62126511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DBA0-362A-7C20-81B0-71D2E1465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904D7-2117-5666-5D6C-F40776D65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050C0-1189-38F4-6942-CB72A54D3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68891-2ADC-7450-2170-3026110C03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5CE0327-997B-433E-82C0-F7EEA821931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713251143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CA1E-BA36-8841-246A-F0F640944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00469B-6A04-CB99-2B1F-155097608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573E5-CAFD-9FA8-7231-0FEEFBB49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D5E4B-4495-849C-288B-9E7C1E16E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EF301C0-B579-4EDC-B1A8-1E8B20758FC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48978041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86029-8C60-369C-8835-4D40AC362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D206C-1A02-40B8-17D7-3C775AFFF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80373-8F90-CFAD-32C2-0971373C5E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57FB16D-167F-4C73-A095-AAC5EFD6042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186038331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ABF99-4FC1-3822-F1C4-C6F7C25EC8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BAC57-3CFF-E40E-2B0A-683771E3B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17DB6-8371-E252-D30F-FDF569E5E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2E2D1F5-2BA4-4335-AB6F-D38AB01A671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962393046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54FA-90D9-7CFC-F5FF-809EA8D3A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4C954-543A-251C-AF09-1B37236D7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5152-1EDE-6687-D720-C2A668BB9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4533A68-CE36-4AFA-8EA7-C62B3296E2A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633883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A0CE-58D0-8D1B-3C8D-539F1428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1534E-CA91-1BC6-AE16-7B9AAEF1A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0095C-FC9C-A7AF-920C-AA766D1E3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EFC372-6DD7-47A6-B7B7-29696352828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620660358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C2E87-1FD2-5115-23ED-896A5CDF1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6EF18-97E9-CC00-1419-6701A7061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C8B1A-78D7-3874-3270-DF88C4F02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A7DF4EE-D709-4548-95A6-E9058024EEC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460822179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DA0A1-6274-8565-2C5B-7DA4EABC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0600-40EC-ACA6-2E0A-5B103D4F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76FF9-18EE-47EC-B4D8-E42BAE73A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9D0BD8-CA06-4751-A7BC-D8A1E2247B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F33D993-9E50-41B8-BB3A-72CFB3AA223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95949258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28597-2503-70B1-7A26-775662F4D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1A105-95EC-429B-0204-13B380263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325C3-A78C-A05E-D183-F03808CBC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976E14-0555-A1C1-15DC-96679900B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B589D-824E-FA34-3130-F2D5FDE1E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A1AD5-47B9-04EF-A81F-638B56840E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FE1D4D-93EB-475D-A65F-8C4F259F5EE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5338882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CE446-E058-11DE-F0B1-1F0B6FE4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ABD680-4286-6CEC-98C1-2BC21B5B2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8D019B5-2B2B-49A9-8CF2-BD81C0D4661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30027718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683BB4-CC91-894D-DAE8-0C92BC32F2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2294F5B-D189-4AA4-8D16-8429C47CE1A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502307637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BB6C-5CCE-3E19-3054-C0DDD63F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B43A4-8153-064F-E6FE-1FB1D3202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9CD43-240E-5F6E-0775-4130F0F67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0BD26-523B-F7DF-9EA5-0FE150CB05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2FD54D9-14DA-41D3-A341-40F7F3F9644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946232584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8CB62-C161-E8EB-38BE-DBD23D26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F7DC4-00B1-7699-56F3-054F958FC2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FA27B-E7C8-76F9-1A40-A4A80945D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71592-82A6-ACC6-30FD-9280DCDA2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FDF1C24-9009-4621-AFE5-038A3AC7498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45371960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90C46-281C-EAD8-87EC-FC5CCC9CA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92C0D-86C0-38E3-C999-C4B48BB86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2F8AB-4CD0-BE69-EFEA-1D8EBF1D9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FD3442E-72FD-46BC-B995-77B74146E6C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637109694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CBD07-063F-6F58-0A71-4758D4D30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9E0C3-C407-1E1E-FBB3-4CAE7BAB8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9D688-B2ED-0C68-3A4E-143D200297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320B480-2781-4280-9B1B-B5CDCDF33FC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987936977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EF80-9176-1B4A-EF14-EE9260457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3424F9-34C0-179F-1A1F-9FAE866BD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4575A-E981-18D1-E3F3-9ED772A71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881D58-9823-41BD-B4DD-C63F26C31AB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212883797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FFC6-29B8-DBB2-31F2-E9003177C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86CE5-5A9F-26C5-91D4-5F5409CDA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8588B-B6F6-2AC1-4029-E3884F3A61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22D69F7-4CD6-4FE4-B2F9-6A5558AE916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971624939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5E20-9BF0-EC5B-E783-5C1AD770B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259E4-9A3C-218D-A7D0-0C036D60D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E1985-144D-652D-CE22-C5EA3C1200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5874FBC-D904-4EDA-A6A2-C87F58714A6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74683213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78CF-A6CF-F365-56F0-DE669CF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A9CA1-1BE0-24C7-7A6A-E77F9F5F1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1CFC9-FFA2-E536-5480-FE1885BB2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205A57-AE06-95C0-40CB-30CB306574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3074577-B931-4FC5-9181-A73B382D8B7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3996555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7C11B-ACBB-DF3C-A4FF-48A69F41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2A18D-17C1-D8BA-6966-2898FC15C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7143B-0A0B-6715-6B57-74D2EB199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D2A364-D44C-42DA-AF1E-7B4354DAA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3A597-9A7A-2361-32EB-09C48DBA8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3A620-CBC3-900C-335A-AB6B0D560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8B3DD8C-B335-4CD3-ADA5-610634B05C7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745769920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24572-9D74-DFE3-6CED-9CB98A2F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C8E6EB-5342-8AEB-E66A-2C67712A9A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E8E1709-2322-44DB-804E-E3373030CD8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40568957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CA05BD-327C-0DF6-EF3F-8ECD8EB70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BC7EED-8211-4AB8-AE17-3533B439F802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87375217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7B514-B1FD-904B-2E71-6B20E32CD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FF6A8-7915-D2F0-1356-30489825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77189-F5E7-F699-2DD6-E8B661442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87784-FA46-1990-E82A-A252E84BA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D7822F5-22D3-4B27-A96B-58372DBC576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96673282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79453-4A41-940A-97A4-DF4BC961F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2A6162-C2EB-33ED-30CF-79BE8B53D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80A11-E8B8-1752-B635-A58768449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EB888E-0D2F-0E04-75A1-72FB06487C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E6A63B-02C5-4525-B54D-0DA5BE48C3C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819262199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6BA0-DC8A-6854-BEF1-A101E20E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D18E2-41F8-80C3-1F77-E1398C55D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91E60-6520-88D5-A913-31966DFE9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B1FD35-3B72-4C51-AF3C-50240A9EC2D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816603587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38FE2D-7ED3-4AB7-1C6C-C918DE04C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16895-4976-537B-0E04-A5F9696CF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2AF1D-2D93-BFD8-E6F7-3EC2F48347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111548F-8E50-41A3-90AC-C694E995CDD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24203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7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8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5" Type="http://schemas.openxmlformats.org/officeDocument/2006/relationships/image" Target="../media/image9.png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7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5" Type="http://schemas.openxmlformats.org/officeDocument/2006/relationships/image" Target="../media/image10.png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Relationship Id="rId14" Type="http://schemas.openxmlformats.org/officeDocument/2006/relationships/image" Target="../media/image8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image" Target="../media/image12.png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Relationship Id="rId14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DA3832"/>
            </a:gs>
            <a:gs pos="100000">
              <a:srgbClr val="000000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Afbeelding">
            <a:extLst>
              <a:ext uri="{FF2B5EF4-FFF2-40B4-BE49-F238E27FC236}">
                <a16:creationId xmlns:a16="http://schemas.microsoft.com/office/drawing/2014/main" id="{8D4ABF28-1ED8-9DA3-66E9-D05F28ED76A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4313"/>
            <a:ext cx="13519150" cy="136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6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026" name="Group 2">
            <a:extLst>
              <a:ext uri="{FF2B5EF4-FFF2-40B4-BE49-F238E27FC236}">
                <a16:creationId xmlns:a16="http://schemas.microsoft.com/office/drawing/2014/main" id="{E54D2591-42A4-DC9F-9806-FD7CDA54327D}"/>
              </a:ext>
            </a:extLst>
          </p:cNvPr>
          <p:cNvGrpSpPr>
            <a:grpSpLocks/>
          </p:cNvGrpSpPr>
          <p:nvPr/>
        </p:nvGrpSpPr>
        <p:grpSpPr bwMode="auto">
          <a:xfrm>
            <a:off x="15994063" y="2938463"/>
            <a:ext cx="3859212" cy="5818187"/>
            <a:chOff x="0" y="0"/>
            <a:chExt cx="3860155" cy="5817685"/>
          </a:xfrm>
        </p:grpSpPr>
        <p:sp>
          <p:nvSpPr>
            <p:cNvPr id="1027" name="AutoShape 3">
              <a:extLst>
                <a:ext uri="{FF2B5EF4-FFF2-40B4-BE49-F238E27FC236}">
                  <a16:creationId xmlns:a16="http://schemas.microsoft.com/office/drawing/2014/main" id="{B6D70531-0C56-CF9A-6461-C2B4A5EBF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60155" cy="5817685"/>
            </a:xfrm>
            <a:prstGeom prst="roundRect">
              <a:avLst>
                <a:gd name="adj" fmla="val 10301"/>
              </a:avLst>
            </a:prstGeom>
            <a:solidFill>
              <a:srgbClr val="FFFFFE"/>
            </a:solidFill>
            <a:ln w="50800" cap="flat" cmpd="sng">
              <a:solidFill>
                <a:srgbClr val="EE220C"/>
              </a:solidFill>
              <a:prstDash val="solid"/>
              <a:miter lim="400000"/>
              <a:headEnd type="none" w="med" len="med"/>
              <a:tailEnd type="none" w="med" len="med"/>
            </a:ln>
            <a:effectLst>
              <a:outerShdw blurRad="139700" dist="148131" dir="5400000" algn="ctr" rotWithShape="0">
                <a:srgbClr val="000000">
                  <a:alpha val="50000"/>
                </a:srgbClr>
              </a:outerShdw>
            </a:effectLst>
          </p:spPr>
          <p:txBody>
            <a:bodyPr lIns="71437" tIns="71437" rIns="71437" bIns="71437" anchor="ctr"/>
            <a:lstStyle>
              <a:lvl1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36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0A197D2B-3F19-B4A5-8290-15988FC74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-765973" y="1105008"/>
              <a:ext cx="5391945" cy="3630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9311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029" name="Rectangle 5">
            <a:extLst>
              <a:ext uri="{FF2B5EF4-FFF2-40B4-BE49-F238E27FC236}">
                <a16:creationId xmlns:a16="http://schemas.microsoft.com/office/drawing/2014/main" id="{56AB4348-8A53-AF7C-11CE-5BCC2D78DB2E}"/>
              </a:ext>
            </a:extLst>
          </p:cNvPr>
          <p:cNvSpPr>
            <a:spLocks/>
          </p:cNvSpPr>
          <p:nvPr/>
        </p:nvSpPr>
        <p:spPr bwMode="auto">
          <a:xfrm>
            <a:off x="4545013" y="7483475"/>
            <a:ext cx="10890250" cy="1270000"/>
          </a:xfrm>
          <a:prstGeom prst="rect">
            <a:avLst/>
          </a:prstGeom>
          <a:solidFill>
            <a:srgbClr val="FFFFFF">
              <a:alpha val="7306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030" name="Text Box 6" descr="TextBox 28">
            <a:extLst>
              <a:ext uri="{FF2B5EF4-FFF2-40B4-BE49-F238E27FC236}">
                <a16:creationId xmlns:a16="http://schemas.microsoft.com/office/drawing/2014/main" id="{51287A90-553C-A65B-A3EE-87E33EF89AA5}"/>
              </a:ext>
            </a:extLst>
          </p:cNvPr>
          <p:cNvSpPr txBox="1">
            <a:spLocks/>
          </p:cNvSpPr>
          <p:nvPr/>
        </p:nvSpPr>
        <p:spPr bwMode="auto">
          <a:xfrm>
            <a:off x="8532813" y="5949950"/>
            <a:ext cx="6938962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10400" b="1">
                <a:solidFill>
                  <a:srgbClr val="FFFFFF"/>
                </a:solidFill>
                <a:latin typeface="Avenir Next Regular" charset="0"/>
                <a:ea typeface="Avenir Next Regular" charset="0"/>
                <a:cs typeface="Avenir Next Regular" charset="0"/>
                <a:sym typeface="Avenir Next Regular" charset="0"/>
              </a:rPr>
              <a:t>WELCOME</a:t>
            </a:r>
          </a:p>
        </p:txBody>
      </p:sp>
      <p:sp>
        <p:nvSpPr>
          <p:cNvPr id="1031" name="Oval 7">
            <a:extLst>
              <a:ext uri="{FF2B5EF4-FFF2-40B4-BE49-F238E27FC236}">
                <a16:creationId xmlns:a16="http://schemas.microsoft.com/office/drawing/2014/main" id="{D61B532B-E3B4-E639-025E-172559CE2211}"/>
              </a:ext>
            </a:extLst>
          </p:cNvPr>
          <p:cNvSpPr>
            <a:spLocks/>
          </p:cNvSpPr>
          <p:nvPr/>
        </p:nvSpPr>
        <p:spPr bwMode="auto">
          <a:xfrm>
            <a:off x="16536988" y="4032250"/>
            <a:ext cx="527050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11</a:t>
            </a:r>
          </a:p>
        </p:txBody>
      </p:sp>
      <p:sp>
        <p:nvSpPr>
          <p:cNvPr id="1032" name="Oval 8">
            <a:extLst>
              <a:ext uri="{FF2B5EF4-FFF2-40B4-BE49-F238E27FC236}">
                <a16:creationId xmlns:a16="http://schemas.microsoft.com/office/drawing/2014/main" id="{E8D1A652-8058-6811-8D0D-D7BB56FEC230}"/>
              </a:ext>
            </a:extLst>
          </p:cNvPr>
          <p:cNvSpPr>
            <a:spLocks/>
          </p:cNvSpPr>
          <p:nvPr/>
        </p:nvSpPr>
        <p:spPr bwMode="auto">
          <a:xfrm>
            <a:off x="18834100" y="4032250"/>
            <a:ext cx="528638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7</a:t>
            </a:r>
          </a:p>
        </p:txBody>
      </p:sp>
      <p:sp>
        <p:nvSpPr>
          <p:cNvPr id="1033" name="Oval 9">
            <a:extLst>
              <a:ext uri="{FF2B5EF4-FFF2-40B4-BE49-F238E27FC236}">
                <a16:creationId xmlns:a16="http://schemas.microsoft.com/office/drawing/2014/main" id="{50F851F9-EFAE-3CD3-D726-BCA7FB5651D7}"/>
              </a:ext>
            </a:extLst>
          </p:cNvPr>
          <p:cNvSpPr>
            <a:spLocks/>
          </p:cNvSpPr>
          <p:nvPr/>
        </p:nvSpPr>
        <p:spPr bwMode="auto">
          <a:xfrm>
            <a:off x="16460788" y="6494463"/>
            <a:ext cx="527050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5</a:t>
            </a:r>
          </a:p>
        </p:txBody>
      </p:sp>
      <p:sp>
        <p:nvSpPr>
          <p:cNvPr id="1034" name="Oval 10">
            <a:extLst>
              <a:ext uri="{FF2B5EF4-FFF2-40B4-BE49-F238E27FC236}">
                <a16:creationId xmlns:a16="http://schemas.microsoft.com/office/drawing/2014/main" id="{2FDF943E-4295-37CC-81C4-21D03ECEF04B}"/>
              </a:ext>
            </a:extLst>
          </p:cNvPr>
          <p:cNvSpPr>
            <a:spLocks/>
          </p:cNvSpPr>
          <p:nvPr/>
        </p:nvSpPr>
        <p:spPr bwMode="auto">
          <a:xfrm>
            <a:off x="18935700" y="6494463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2</a:t>
            </a:r>
          </a:p>
        </p:txBody>
      </p:sp>
      <p:sp>
        <p:nvSpPr>
          <p:cNvPr id="1035" name="Oval 11">
            <a:extLst>
              <a:ext uri="{FF2B5EF4-FFF2-40B4-BE49-F238E27FC236}">
                <a16:creationId xmlns:a16="http://schemas.microsoft.com/office/drawing/2014/main" id="{93722F87-0C90-8677-7A82-2FD45A283905}"/>
              </a:ext>
            </a:extLst>
          </p:cNvPr>
          <p:cNvSpPr>
            <a:spLocks/>
          </p:cNvSpPr>
          <p:nvPr/>
        </p:nvSpPr>
        <p:spPr bwMode="auto">
          <a:xfrm>
            <a:off x="17125950" y="6942138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4</a:t>
            </a:r>
          </a:p>
        </p:txBody>
      </p:sp>
      <p:sp>
        <p:nvSpPr>
          <p:cNvPr id="1036" name="Oval 12">
            <a:extLst>
              <a:ext uri="{FF2B5EF4-FFF2-40B4-BE49-F238E27FC236}">
                <a16:creationId xmlns:a16="http://schemas.microsoft.com/office/drawing/2014/main" id="{79496774-14D6-9798-5B68-0980E27FA99A}"/>
              </a:ext>
            </a:extLst>
          </p:cNvPr>
          <p:cNvSpPr>
            <a:spLocks/>
          </p:cNvSpPr>
          <p:nvPr/>
        </p:nvSpPr>
        <p:spPr bwMode="auto">
          <a:xfrm>
            <a:off x="18248313" y="6942138"/>
            <a:ext cx="527050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3</a:t>
            </a:r>
          </a:p>
        </p:txBody>
      </p:sp>
      <p:sp>
        <p:nvSpPr>
          <p:cNvPr id="1037" name="Oval 13">
            <a:extLst>
              <a:ext uri="{FF2B5EF4-FFF2-40B4-BE49-F238E27FC236}">
                <a16:creationId xmlns:a16="http://schemas.microsoft.com/office/drawing/2014/main" id="{6FCA8D9C-94BC-F74F-B34F-DFE99C4A5106}"/>
              </a:ext>
            </a:extLst>
          </p:cNvPr>
          <p:cNvSpPr>
            <a:spLocks/>
          </p:cNvSpPr>
          <p:nvPr/>
        </p:nvSpPr>
        <p:spPr bwMode="auto">
          <a:xfrm>
            <a:off x="17684750" y="7634288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</a:t>
            </a:r>
          </a:p>
        </p:txBody>
      </p:sp>
      <p:sp>
        <p:nvSpPr>
          <p:cNvPr id="1038" name="Oval 14">
            <a:extLst>
              <a:ext uri="{FF2B5EF4-FFF2-40B4-BE49-F238E27FC236}">
                <a16:creationId xmlns:a16="http://schemas.microsoft.com/office/drawing/2014/main" id="{2A9041FC-BEE1-783D-8E4B-C715D0FD9E10}"/>
              </a:ext>
            </a:extLst>
          </p:cNvPr>
          <p:cNvSpPr>
            <a:spLocks/>
          </p:cNvSpPr>
          <p:nvPr/>
        </p:nvSpPr>
        <p:spPr bwMode="auto">
          <a:xfrm>
            <a:off x="17684750" y="3563938"/>
            <a:ext cx="528638" cy="547687"/>
          </a:xfrm>
          <a:prstGeom prst="ellipse">
            <a:avLst/>
          </a:prstGeom>
          <a:solidFill>
            <a:srgbClr val="EE220C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9</a:t>
            </a:r>
          </a:p>
        </p:txBody>
      </p:sp>
      <p:sp>
        <p:nvSpPr>
          <p:cNvPr id="1039" name="Oval 15">
            <a:extLst>
              <a:ext uri="{FF2B5EF4-FFF2-40B4-BE49-F238E27FC236}">
                <a16:creationId xmlns:a16="http://schemas.microsoft.com/office/drawing/2014/main" id="{82741294-FD0C-60AD-AE0F-618D7D06BA1E}"/>
              </a:ext>
            </a:extLst>
          </p:cNvPr>
          <p:cNvSpPr>
            <a:spLocks/>
          </p:cNvSpPr>
          <p:nvPr/>
        </p:nvSpPr>
        <p:spPr bwMode="auto">
          <a:xfrm>
            <a:off x="18040350" y="4945063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10</a:t>
            </a:r>
          </a:p>
        </p:txBody>
      </p:sp>
      <p:sp>
        <p:nvSpPr>
          <p:cNvPr id="1040" name="Oval 16">
            <a:extLst>
              <a:ext uri="{FF2B5EF4-FFF2-40B4-BE49-F238E27FC236}">
                <a16:creationId xmlns:a16="http://schemas.microsoft.com/office/drawing/2014/main" id="{46C59BB3-87C7-E4A3-B95C-21EF57698491}"/>
              </a:ext>
            </a:extLst>
          </p:cNvPr>
          <p:cNvSpPr>
            <a:spLocks/>
          </p:cNvSpPr>
          <p:nvPr/>
        </p:nvSpPr>
        <p:spPr bwMode="auto">
          <a:xfrm>
            <a:off x="17227550" y="5337175"/>
            <a:ext cx="528638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8</a:t>
            </a:r>
          </a:p>
        </p:txBody>
      </p:sp>
      <p:sp>
        <p:nvSpPr>
          <p:cNvPr id="1041" name="Oval 17">
            <a:extLst>
              <a:ext uri="{FF2B5EF4-FFF2-40B4-BE49-F238E27FC236}">
                <a16:creationId xmlns:a16="http://schemas.microsoft.com/office/drawing/2014/main" id="{8401C844-0A8C-A43D-F6DD-1661D56B25A6}"/>
              </a:ext>
            </a:extLst>
          </p:cNvPr>
          <p:cNvSpPr>
            <a:spLocks/>
          </p:cNvSpPr>
          <p:nvPr/>
        </p:nvSpPr>
        <p:spPr bwMode="auto">
          <a:xfrm>
            <a:off x="17867313" y="5899150"/>
            <a:ext cx="527050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6</a:t>
            </a:r>
          </a:p>
        </p:txBody>
      </p:sp>
      <p:pic>
        <p:nvPicPr>
          <p:cNvPr id="1042" name="Picture 18" descr="Afbeelding">
            <a:extLst>
              <a:ext uri="{FF2B5EF4-FFF2-40B4-BE49-F238E27FC236}">
                <a16:creationId xmlns:a16="http://schemas.microsoft.com/office/drawing/2014/main" id="{49D65F3D-F867-439F-0E37-D5A7A508088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1788" y="12357100"/>
            <a:ext cx="7185025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43" name="Picture 19">
            <a:extLst>
              <a:ext uri="{FF2B5EF4-FFF2-40B4-BE49-F238E27FC236}">
                <a16:creationId xmlns:a16="http://schemas.microsoft.com/office/drawing/2014/main" id="{B51F2A74-D7D8-5D04-8629-BFA14B5FC79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8" y="11809413"/>
            <a:ext cx="1825625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6E971474-0BEA-E4A7-DC6E-E5F5CA08863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11634788"/>
            <a:ext cx="1265238" cy="174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45" name="Rectangle 21">
            <a:extLst>
              <a:ext uri="{FF2B5EF4-FFF2-40B4-BE49-F238E27FC236}">
                <a16:creationId xmlns:a16="http://schemas.microsoft.com/office/drawing/2014/main" id="{B0058AEF-B74F-A926-BE58-B58DB957CE87}"/>
              </a:ext>
            </a:extLst>
          </p:cNvPr>
          <p:cNvSpPr>
            <a:spLocks/>
          </p:cNvSpPr>
          <p:nvPr>
            <p:ph type="title"/>
          </p:nvPr>
        </p:nvSpPr>
        <p:spPr bwMode="auto">
          <a:xfrm>
            <a:off x="1204913" y="2574925"/>
            <a:ext cx="21972587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LID4096" altLang="LID4096">
                <a:sym typeface="Helvetica Neue" charset="0"/>
              </a:rPr>
              <a:t>Click to edit Template title style</a:t>
            </a:r>
          </a:p>
        </p:txBody>
      </p:sp>
      <p:sp>
        <p:nvSpPr>
          <p:cNvPr id="1046" name="Rectangle 22">
            <a:extLst>
              <a:ext uri="{FF2B5EF4-FFF2-40B4-BE49-F238E27FC236}">
                <a16:creationId xmlns:a16="http://schemas.microsoft.com/office/drawing/2014/main" id="{F00B733B-4DC3-53C3-6F6E-E8678343F8B9}"/>
              </a:ext>
            </a:extLst>
          </p:cNvPr>
          <p:cNvSpPr>
            <a:spLocks/>
          </p:cNvSpPr>
          <p:nvPr>
            <p:ph type="body" idx="1"/>
          </p:nvPr>
        </p:nvSpPr>
        <p:spPr bwMode="auto">
          <a:xfrm>
            <a:off x="1200150" y="7223125"/>
            <a:ext cx="219710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ID4096" altLang="LID4096">
                <a:sym typeface="Helvetica Neue" charset="0"/>
              </a:rPr>
              <a:t>Click to edit Template text styles</a:t>
            </a:r>
          </a:p>
          <a:p>
            <a:pPr lvl="1"/>
            <a:r>
              <a:rPr lang="LID4096" altLang="LID4096">
                <a:sym typeface="Helvetica Neue" charset="0"/>
              </a:rPr>
              <a:t>Second level</a:t>
            </a:r>
          </a:p>
          <a:p>
            <a:pPr lvl="2"/>
            <a:r>
              <a:rPr lang="LID4096" altLang="LID4096">
                <a:sym typeface="Helvetica Neue" charset="0"/>
              </a:rPr>
              <a:t>Third level</a:t>
            </a:r>
          </a:p>
          <a:p>
            <a:pPr lvl="3"/>
            <a:r>
              <a:rPr lang="LID4096" altLang="LID4096">
                <a:sym typeface="Helvetica Neue" charset="0"/>
              </a:rPr>
              <a:t>Fourth level</a:t>
            </a:r>
          </a:p>
          <a:p>
            <a:pPr lvl="4"/>
            <a:r>
              <a:rPr lang="LID4096" altLang="LID4096">
                <a:sym typeface="Helvetica Neue" charset="0"/>
              </a:rPr>
              <a:t>Fifth level</a:t>
            </a:r>
          </a:p>
        </p:txBody>
      </p:sp>
      <p:sp>
        <p:nvSpPr>
          <p:cNvPr id="1047" name="Rectangle 23">
            <a:extLst>
              <a:ext uri="{FF2B5EF4-FFF2-40B4-BE49-F238E27FC236}">
                <a16:creationId xmlns:a16="http://schemas.microsoft.com/office/drawing/2014/main" id="{D2462C0F-2C3B-0911-0E4E-73D054840A1D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A3C09DB6-611E-4E91-88DF-65F42D27C73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463F9B7C-AE5A-190B-6510-1D4981B01BD0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62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7538A4C5-B5BF-B972-0B13-5510AB1F1173}"/>
              </a:ext>
            </a:extLst>
          </p:cNvPr>
          <p:cNvSpPr>
            <a:spLocks/>
          </p:cNvSpPr>
          <p:nvPr/>
        </p:nvSpPr>
        <p:spPr bwMode="auto">
          <a:xfrm>
            <a:off x="361950" y="11042650"/>
            <a:ext cx="23910925" cy="2416175"/>
          </a:xfrm>
          <a:prstGeom prst="rect">
            <a:avLst/>
          </a:prstGeom>
          <a:solidFill>
            <a:srgbClr val="929292">
              <a:alpha val="8989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C53B13C-D4F1-A746-4140-588D4F961830}"/>
              </a:ext>
            </a:extLst>
          </p:cNvPr>
          <p:cNvSpPr>
            <a:spLocks/>
          </p:cNvSpPr>
          <p:nvPr/>
        </p:nvSpPr>
        <p:spPr bwMode="auto">
          <a:xfrm>
            <a:off x="474663" y="11253788"/>
            <a:ext cx="23683912" cy="1992312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DFD25EE-7981-4BF5-1B7E-BF1706FE5658}"/>
              </a:ext>
            </a:extLst>
          </p:cNvPr>
          <p:cNvSpPr>
            <a:spLocks/>
          </p:cNvSpPr>
          <p:nvPr/>
        </p:nvSpPr>
        <p:spPr bwMode="auto">
          <a:xfrm>
            <a:off x="19448463" y="217488"/>
            <a:ext cx="4846637" cy="3246437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3" name="Line 5">
            <a:extLst>
              <a:ext uri="{FF2B5EF4-FFF2-40B4-BE49-F238E27FC236}">
                <a16:creationId xmlns:a16="http://schemas.microsoft.com/office/drawing/2014/main" id="{019FE68C-FF40-B4D5-240D-7DDD2E32EC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80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2054" name="Rectangle 6" descr="Freeform 7">
            <a:extLst>
              <a:ext uri="{FF2B5EF4-FFF2-40B4-BE49-F238E27FC236}">
                <a16:creationId xmlns:a16="http://schemas.microsoft.com/office/drawing/2014/main" id="{418B25CC-65E4-568A-3543-DA59EBDEA978}"/>
              </a:ext>
            </a:extLst>
          </p:cNvPr>
          <p:cNvSpPr>
            <a:spLocks/>
          </p:cNvSpPr>
          <p:nvPr/>
        </p:nvSpPr>
        <p:spPr bwMode="auto">
          <a:xfrm>
            <a:off x="19629438" y="1976438"/>
            <a:ext cx="4484687" cy="13716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55" name="Line 7">
            <a:extLst>
              <a:ext uri="{FF2B5EF4-FFF2-40B4-BE49-F238E27FC236}">
                <a16:creationId xmlns:a16="http://schemas.microsoft.com/office/drawing/2014/main" id="{A0BB397A-4B9E-BDBA-AF97-F3918945D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8000" y="3876675"/>
            <a:ext cx="3084513" cy="0"/>
          </a:xfrm>
          <a:prstGeom prst="line">
            <a:avLst/>
          </a:prstGeom>
          <a:noFill/>
          <a:ln w="25400" cap="flat" cmpd="sng">
            <a:solidFill>
              <a:srgbClr val="18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2056" name="Text Box 8" descr="TextBox 20">
            <a:extLst>
              <a:ext uri="{FF2B5EF4-FFF2-40B4-BE49-F238E27FC236}">
                <a16:creationId xmlns:a16="http://schemas.microsoft.com/office/drawing/2014/main" id="{29D6680A-F5F0-1079-DBFE-83086319CC28}"/>
              </a:ext>
            </a:extLst>
          </p:cNvPr>
          <p:cNvSpPr txBox="1">
            <a:spLocks/>
          </p:cNvSpPr>
          <p:nvPr/>
        </p:nvSpPr>
        <p:spPr bwMode="auto">
          <a:xfrm>
            <a:off x="19537363" y="3560763"/>
            <a:ext cx="6238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2057" name="Text Box 9">
            <a:extLst>
              <a:ext uri="{FF2B5EF4-FFF2-40B4-BE49-F238E27FC236}">
                <a16:creationId xmlns:a16="http://schemas.microsoft.com/office/drawing/2014/main" id="{68F3551C-5849-E2AD-FF4B-421E73FEF7E8}"/>
              </a:ext>
            </a:extLst>
          </p:cNvPr>
          <p:cNvSpPr txBox="1">
            <a:spLocks/>
          </p:cNvSpPr>
          <p:nvPr/>
        </p:nvSpPr>
        <p:spPr bwMode="auto">
          <a:xfrm>
            <a:off x="19521488" y="214313"/>
            <a:ext cx="22098000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COMBINATIE-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SPEL</a:t>
            </a:r>
          </a:p>
        </p:txBody>
      </p:sp>
      <p:sp>
        <p:nvSpPr>
          <p:cNvPr id="2058" name="Text Box 10" descr="TextBox 30">
            <a:extLst>
              <a:ext uri="{FF2B5EF4-FFF2-40B4-BE49-F238E27FC236}">
                <a16:creationId xmlns:a16="http://schemas.microsoft.com/office/drawing/2014/main" id="{0A6C83DA-976E-1A33-F741-050319971635}"/>
              </a:ext>
            </a:extLst>
          </p:cNvPr>
          <p:cNvSpPr txBox="1">
            <a:spLocks/>
          </p:cNvSpPr>
          <p:nvPr/>
        </p:nvSpPr>
        <p:spPr bwMode="auto">
          <a:xfrm>
            <a:off x="19854863" y="2338388"/>
            <a:ext cx="41592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“Balvastheid en / of passing met 1 </a:t>
            </a:r>
          </a:p>
          <a:p>
            <a:pPr algn="ctr"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of 2x raken”</a:t>
            </a:r>
          </a:p>
        </p:txBody>
      </p:sp>
      <p:sp>
        <p:nvSpPr>
          <p:cNvPr id="2059" name="Text Box 11" descr="TextBox 31">
            <a:extLst>
              <a:ext uri="{FF2B5EF4-FFF2-40B4-BE49-F238E27FC236}">
                <a16:creationId xmlns:a16="http://schemas.microsoft.com/office/drawing/2014/main" id="{81645A32-A858-4C50-0388-A5D935AFF65F}"/>
              </a:ext>
            </a:extLst>
          </p:cNvPr>
          <p:cNvSpPr txBox="1">
            <a:spLocks/>
          </p:cNvSpPr>
          <p:nvPr/>
        </p:nvSpPr>
        <p:spPr bwMode="auto">
          <a:xfrm>
            <a:off x="19510375" y="3971925"/>
            <a:ext cx="472122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Timing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Overzicht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 duel / in positie?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Lichaamsdeel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vaak?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5D822F5B-D58E-0B77-7FA3-E401487A7D2F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EF340F43-ED87-40E9-B93E-C7A1B9FBEB4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 descr="Afbeelding">
            <a:extLst>
              <a:ext uri="{FF2B5EF4-FFF2-40B4-BE49-F238E27FC236}">
                <a16:creationId xmlns:a16="http://schemas.microsoft.com/office/drawing/2014/main" id="{5065D9DE-80C7-E53A-7BF9-41DAB36C184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4313"/>
            <a:ext cx="13519150" cy="136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6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074" name="Group 2">
            <a:extLst>
              <a:ext uri="{FF2B5EF4-FFF2-40B4-BE49-F238E27FC236}">
                <a16:creationId xmlns:a16="http://schemas.microsoft.com/office/drawing/2014/main" id="{5DEA3C2F-5555-FDA8-C57E-8E834D3E38ED}"/>
              </a:ext>
            </a:extLst>
          </p:cNvPr>
          <p:cNvGrpSpPr>
            <a:grpSpLocks/>
          </p:cNvGrpSpPr>
          <p:nvPr/>
        </p:nvGrpSpPr>
        <p:grpSpPr bwMode="auto">
          <a:xfrm>
            <a:off x="15994063" y="2938463"/>
            <a:ext cx="3859212" cy="5818187"/>
            <a:chOff x="0" y="0"/>
            <a:chExt cx="3860155" cy="5817685"/>
          </a:xfrm>
        </p:grpSpPr>
        <p:sp>
          <p:nvSpPr>
            <p:cNvPr id="3075" name="AutoShape 3">
              <a:extLst>
                <a:ext uri="{FF2B5EF4-FFF2-40B4-BE49-F238E27FC236}">
                  <a16:creationId xmlns:a16="http://schemas.microsoft.com/office/drawing/2014/main" id="{F209384A-C8EC-B952-536E-55380AFA9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60155" cy="5817685"/>
            </a:xfrm>
            <a:prstGeom prst="roundRect">
              <a:avLst>
                <a:gd name="adj" fmla="val 10301"/>
              </a:avLst>
            </a:prstGeom>
            <a:solidFill>
              <a:srgbClr val="FFFFFE"/>
            </a:solidFill>
            <a:ln w="50800" cap="flat" cmpd="sng">
              <a:solidFill>
                <a:srgbClr val="173883"/>
              </a:solidFill>
              <a:prstDash val="solid"/>
              <a:miter lim="400000"/>
              <a:headEnd type="none" w="med" len="med"/>
              <a:tailEnd type="none" w="med" len="med"/>
            </a:ln>
            <a:effectLst>
              <a:outerShdw blurRad="139700" dist="148131" dir="5400000" algn="ctr" rotWithShape="0">
                <a:srgbClr val="000000">
                  <a:alpha val="50000"/>
                </a:srgbClr>
              </a:outerShdw>
            </a:effectLst>
          </p:spPr>
          <p:txBody>
            <a:bodyPr lIns="71437" tIns="71437" rIns="71437" bIns="71437" anchor="ctr"/>
            <a:lstStyle>
              <a:lvl1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36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F9503029-0B54-6B7A-55BE-C5396AFF2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-765973" y="1105008"/>
              <a:ext cx="5391945" cy="3630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9311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3077" name="Rectangle 5">
            <a:extLst>
              <a:ext uri="{FF2B5EF4-FFF2-40B4-BE49-F238E27FC236}">
                <a16:creationId xmlns:a16="http://schemas.microsoft.com/office/drawing/2014/main" id="{08D02F93-3061-6A0B-24F5-912998532D52}"/>
              </a:ext>
            </a:extLst>
          </p:cNvPr>
          <p:cNvSpPr>
            <a:spLocks/>
          </p:cNvSpPr>
          <p:nvPr/>
        </p:nvSpPr>
        <p:spPr bwMode="auto">
          <a:xfrm>
            <a:off x="4545013" y="7483475"/>
            <a:ext cx="10890250" cy="1270000"/>
          </a:xfrm>
          <a:prstGeom prst="rect">
            <a:avLst/>
          </a:prstGeom>
          <a:solidFill>
            <a:srgbClr val="FFFFFF">
              <a:alpha val="7306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078" name="Text Box 6" descr="TextBox 28">
            <a:extLst>
              <a:ext uri="{FF2B5EF4-FFF2-40B4-BE49-F238E27FC236}">
                <a16:creationId xmlns:a16="http://schemas.microsoft.com/office/drawing/2014/main" id="{485A9ECB-A132-DCF4-B23E-A0D3B2121855}"/>
              </a:ext>
            </a:extLst>
          </p:cNvPr>
          <p:cNvSpPr txBox="1">
            <a:spLocks/>
          </p:cNvSpPr>
          <p:nvPr/>
        </p:nvSpPr>
        <p:spPr bwMode="auto">
          <a:xfrm>
            <a:off x="9228138" y="5949950"/>
            <a:ext cx="61595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54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54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10400" b="1">
                <a:solidFill>
                  <a:srgbClr val="FFFFFF"/>
                </a:solidFill>
                <a:latin typeface="Avenir Next Regular" charset="0"/>
                <a:ea typeface="Avenir Next Regular" charset="0"/>
                <a:cs typeface="Avenir Next Regular" charset="0"/>
                <a:sym typeface="Avenir Next Regular" charset="0"/>
              </a:rPr>
              <a:t>WELKOM</a:t>
            </a:r>
          </a:p>
        </p:txBody>
      </p:sp>
      <p:pic>
        <p:nvPicPr>
          <p:cNvPr id="3079" name="Picture 7">
            <a:extLst>
              <a:ext uri="{FF2B5EF4-FFF2-40B4-BE49-F238E27FC236}">
                <a16:creationId xmlns:a16="http://schemas.microsoft.com/office/drawing/2014/main" id="{E02825D8-CD42-41C8-93AF-809D8927372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1596688"/>
            <a:ext cx="1825625" cy="182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80" name="Picture 8" descr="Afbeelding">
            <a:extLst>
              <a:ext uri="{FF2B5EF4-FFF2-40B4-BE49-F238E27FC236}">
                <a16:creationId xmlns:a16="http://schemas.microsoft.com/office/drawing/2014/main" id="{1EA853A2-135F-50FD-0C21-1F2EEE0822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1788" y="12357100"/>
            <a:ext cx="7185025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81" name="Picture 9">
            <a:extLst>
              <a:ext uri="{FF2B5EF4-FFF2-40B4-BE49-F238E27FC236}">
                <a16:creationId xmlns:a16="http://schemas.microsoft.com/office/drawing/2014/main" id="{2F77167C-EBA3-6186-F2A6-1704DC1F063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8" y="11809413"/>
            <a:ext cx="1825625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82" name="Rectangle 10">
            <a:extLst>
              <a:ext uri="{FF2B5EF4-FFF2-40B4-BE49-F238E27FC236}">
                <a16:creationId xmlns:a16="http://schemas.microsoft.com/office/drawing/2014/main" id="{47AF7B45-6995-2908-2258-151025E3F629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222827FE-2201-4C0B-8079-E9F01D9DC24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>
            <a:extLst>
              <a:ext uri="{FF2B5EF4-FFF2-40B4-BE49-F238E27FC236}">
                <a16:creationId xmlns:a16="http://schemas.microsoft.com/office/drawing/2014/main" id="{1120945D-6520-3BB3-238A-A8AB707A3211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62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931F4C34-E264-B49A-D695-605E9A7267AF}"/>
              </a:ext>
            </a:extLst>
          </p:cNvPr>
          <p:cNvSpPr>
            <a:spLocks/>
          </p:cNvSpPr>
          <p:nvPr/>
        </p:nvSpPr>
        <p:spPr bwMode="auto">
          <a:xfrm>
            <a:off x="361950" y="11042650"/>
            <a:ext cx="23910925" cy="2416175"/>
          </a:xfrm>
          <a:prstGeom prst="rect">
            <a:avLst/>
          </a:prstGeom>
          <a:solidFill>
            <a:srgbClr val="929292">
              <a:alpha val="8989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F22A0BA-ECD8-BB01-79A1-B88B94CD390B}"/>
              </a:ext>
            </a:extLst>
          </p:cNvPr>
          <p:cNvSpPr>
            <a:spLocks/>
          </p:cNvSpPr>
          <p:nvPr/>
        </p:nvSpPr>
        <p:spPr bwMode="auto">
          <a:xfrm>
            <a:off x="474663" y="11253788"/>
            <a:ext cx="23683912" cy="1992312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CD9CA71B-F754-D606-24C8-373D73EE5492}"/>
              </a:ext>
            </a:extLst>
          </p:cNvPr>
          <p:cNvSpPr>
            <a:spLocks/>
          </p:cNvSpPr>
          <p:nvPr/>
        </p:nvSpPr>
        <p:spPr bwMode="auto">
          <a:xfrm>
            <a:off x="19448463" y="217488"/>
            <a:ext cx="4846637" cy="3246437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101" name="Line 5">
            <a:extLst>
              <a:ext uri="{FF2B5EF4-FFF2-40B4-BE49-F238E27FC236}">
                <a16:creationId xmlns:a16="http://schemas.microsoft.com/office/drawing/2014/main" id="{60540EC9-1EFF-E628-1D05-E6C2DC5947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80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4102" name="Rectangle 6" descr="Freeform 7">
            <a:extLst>
              <a:ext uri="{FF2B5EF4-FFF2-40B4-BE49-F238E27FC236}">
                <a16:creationId xmlns:a16="http://schemas.microsoft.com/office/drawing/2014/main" id="{6239E327-0DA9-FD5E-E926-0CA406B50E49}"/>
              </a:ext>
            </a:extLst>
          </p:cNvPr>
          <p:cNvSpPr>
            <a:spLocks/>
          </p:cNvSpPr>
          <p:nvPr/>
        </p:nvSpPr>
        <p:spPr bwMode="auto">
          <a:xfrm>
            <a:off x="19629438" y="1976438"/>
            <a:ext cx="4484687" cy="13716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03" name="Line 7">
            <a:extLst>
              <a:ext uri="{FF2B5EF4-FFF2-40B4-BE49-F238E27FC236}">
                <a16:creationId xmlns:a16="http://schemas.microsoft.com/office/drawing/2014/main" id="{DC73719A-5B98-7FA2-C6B6-4F415BE23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8000" y="3876675"/>
            <a:ext cx="3084513" cy="0"/>
          </a:xfrm>
          <a:prstGeom prst="line">
            <a:avLst/>
          </a:prstGeom>
          <a:noFill/>
          <a:ln w="25400" cap="flat" cmpd="sng">
            <a:solidFill>
              <a:srgbClr val="18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4104" name="Text Box 8" descr="TextBox 20">
            <a:extLst>
              <a:ext uri="{FF2B5EF4-FFF2-40B4-BE49-F238E27FC236}">
                <a16:creationId xmlns:a16="http://schemas.microsoft.com/office/drawing/2014/main" id="{3D876FC9-DADA-123F-100C-8E36DCC8EC7B}"/>
              </a:ext>
            </a:extLst>
          </p:cNvPr>
          <p:cNvSpPr txBox="1">
            <a:spLocks/>
          </p:cNvSpPr>
          <p:nvPr/>
        </p:nvSpPr>
        <p:spPr bwMode="auto">
          <a:xfrm>
            <a:off x="19537363" y="3560763"/>
            <a:ext cx="6238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B981A708-D1D0-47BB-DF62-9D4D8424F524}"/>
              </a:ext>
            </a:extLst>
          </p:cNvPr>
          <p:cNvSpPr txBox="1">
            <a:spLocks/>
          </p:cNvSpPr>
          <p:nvPr/>
        </p:nvSpPr>
        <p:spPr bwMode="auto">
          <a:xfrm>
            <a:off x="19521488" y="989013"/>
            <a:ext cx="220980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FLAIR</a:t>
            </a:r>
          </a:p>
        </p:txBody>
      </p:sp>
      <p:sp>
        <p:nvSpPr>
          <p:cNvPr id="4106" name="Text Box 10" descr="TextBox 30">
            <a:extLst>
              <a:ext uri="{FF2B5EF4-FFF2-40B4-BE49-F238E27FC236}">
                <a16:creationId xmlns:a16="http://schemas.microsoft.com/office/drawing/2014/main" id="{19F86007-4FAA-D445-BC01-DDB82CA8B46A}"/>
              </a:ext>
            </a:extLst>
          </p:cNvPr>
          <p:cNvSpPr txBox="1">
            <a:spLocks/>
          </p:cNvSpPr>
          <p:nvPr/>
        </p:nvSpPr>
        <p:spPr bwMode="auto">
          <a:xfrm>
            <a:off x="19791363" y="2243138"/>
            <a:ext cx="415925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“Straalt zelfvertrouwen en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energie uit om resultaten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te behalen”</a:t>
            </a:r>
          </a:p>
        </p:txBody>
      </p:sp>
      <p:sp>
        <p:nvSpPr>
          <p:cNvPr id="4107" name="Text Box 11" descr="TextBox 31">
            <a:extLst>
              <a:ext uri="{FF2B5EF4-FFF2-40B4-BE49-F238E27FC236}">
                <a16:creationId xmlns:a16="http://schemas.microsoft.com/office/drawing/2014/main" id="{45FB4C28-2116-FC3E-E938-2EFB7F0543EE}"/>
              </a:ext>
            </a:extLst>
          </p:cNvPr>
          <p:cNvSpPr txBox="1">
            <a:spLocks/>
          </p:cNvSpPr>
          <p:nvPr/>
        </p:nvSpPr>
        <p:spPr bwMode="auto">
          <a:xfrm>
            <a:off x="19510375" y="3971925"/>
            <a:ext cx="472122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Uitstraling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Zelfvertrouwen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Aanwezig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 control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Enthousiast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Extra motivatie bij druk van wedstrijd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F9AF3D81-D6DA-D86A-EA33-AA1E25ACAF65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335E3E49-1000-42A3-B5B2-238DF122818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>
            <a:extLst>
              <a:ext uri="{FF2B5EF4-FFF2-40B4-BE49-F238E27FC236}">
                <a16:creationId xmlns:a16="http://schemas.microsoft.com/office/drawing/2014/main" id="{4D6CC6CB-EE8C-2E09-0CCA-43AC08A75461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62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AF6D262F-C387-EC8A-B402-FA0CB184D2F9}"/>
              </a:ext>
            </a:extLst>
          </p:cNvPr>
          <p:cNvSpPr>
            <a:spLocks/>
          </p:cNvSpPr>
          <p:nvPr/>
        </p:nvSpPr>
        <p:spPr bwMode="auto">
          <a:xfrm>
            <a:off x="361950" y="11042650"/>
            <a:ext cx="23910925" cy="2416175"/>
          </a:xfrm>
          <a:prstGeom prst="rect">
            <a:avLst/>
          </a:prstGeom>
          <a:solidFill>
            <a:srgbClr val="929292">
              <a:alpha val="8989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E44DD6A-52D8-F936-DDD7-F457B1DB9E5C}"/>
              </a:ext>
            </a:extLst>
          </p:cNvPr>
          <p:cNvSpPr>
            <a:spLocks/>
          </p:cNvSpPr>
          <p:nvPr/>
        </p:nvSpPr>
        <p:spPr bwMode="auto">
          <a:xfrm>
            <a:off x="474663" y="11253788"/>
            <a:ext cx="23683912" cy="1992312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BCC2BC54-D55A-236C-9267-90EC468FDA53}"/>
              </a:ext>
            </a:extLst>
          </p:cNvPr>
          <p:cNvSpPr>
            <a:spLocks/>
          </p:cNvSpPr>
          <p:nvPr/>
        </p:nvSpPr>
        <p:spPr bwMode="auto">
          <a:xfrm>
            <a:off x="19448463" y="217488"/>
            <a:ext cx="4846637" cy="3246437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125" name="Line 5">
            <a:extLst>
              <a:ext uri="{FF2B5EF4-FFF2-40B4-BE49-F238E27FC236}">
                <a16:creationId xmlns:a16="http://schemas.microsoft.com/office/drawing/2014/main" id="{C3BC8C44-B83E-6A79-C65D-AB146E8CFD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80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5126" name="Rectangle 6" descr="Freeform 7">
            <a:extLst>
              <a:ext uri="{FF2B5EF4-FFF2-40B4-BE49-F238E27FC236}">
                <a16:creationId xmlns:a16="http://schemas.microsoft.com/office/drawing/2014/main" id="{A2562420-B521-42FA-D21A-7DC9B5A2E294}"/>
              </a:ext>
            </a:extLst>
          </p:cNvPr>
          <p:cNvSpPr>
            <a:spLocks/>
          </p:cNvSpPr>
          <p:nvPr/>
        </p:nvSpPr>
        <p:spPr bwMode="auto">
          <a:xfrm>
            <a:off x="19629438" y="1976438"/>
            <a:ext cx="4484687" cy="13716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127" name="Line 7">
            <a:extLst>
              <a:ext uri="{FF2B5EF4-FFF2-40B4-BE49-F238E27FC236}">
                <a16:creationId xmlns:a16="http://schemas.microsoft.com/office/drawing/2014/main" id="{2209825E-B87F-F8D0-6F91-3E9F175F76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8000" y="3876675"/>
            <a:ext cx="3084513" cy="0"/>
          </a:xfrm>
          <a:prstGeom prst="line">
            <a:avLst/>
          </a:prstGeom>
          <a:noFill/>
          <a:ln w="25400" cap="flat" cmpd="sng">
            <a:solidFill>
              <a:srgbClr val="18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5128" name="Text Box 8" descr="TextBox 20">
            <a:extLst>
              <a:ext uri="{FF2B5EF4-FFF2-40B4-BE49-F238E27FC236}">
                <a16:creationId xmlns:a16="http://schemas.microsoft.com/office/drawing/2014/main" id="{6C95D253-9300-544A-3245-7FBB9A1D1437}"/>
              </a:ext>
            </a:extLst>
          </p:cNvPr>
          <p:cNvSpPr txBox="1">
            <a:spLocks/>
          </p:cNvSpPr>
          <p:nvPr/>
        </p:nvSpPr>
        <p:spPr bwMode="auto">
          <a:xfrm>
            <a:off x="19537363" y="3560763"/>
            <a:ext cx="6238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5129" name="Text Box 9">
            <a:extLst>
              <a:ext uri="{FF2B5EF4-FFF2-40B4-BE49-F238E27FC236}">
                <a16:creationId xmlns:a16="http://schemas.microsoft.com/office/drawing/2014/main" id="{88170AEF-F185-03F9-02B1-C3DC2ACCCE7F}"/>
              </a:ext>
            </a:extLst>
          </p:cNvPr>
          <p:cNvSpPr txBox="1">
            <a:spLocks/>
          </p:cNvSpPr>
          <p:nvPr/>
        </p:nvSpPr>
        <p:spPr bwMode="auto">
          <a:xfrm>
            <a:off x="19521488" y="989013"/>
            <a:ext cx="220980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DUELKRACHT</a:t>
            </a:r>
          </a:p>
        </p:txBody>
      </p:sp>
      <p:sp>
        <p:nvSpPr>
          <p:cNvPr id="5130" name="Text Box 10" descr="TextBox 30">
            <a:extLst>
              <a:ext uri="{FF2B5EF4-FFF2-40B4-BE49-F238E27FC236}">
                <a16:creationId xmlns:a16="http://schemas.microsoft.com/office/drawing/2014/main" id="{0F97A5D3-757C-5C57-F240-3C5CF6CE16A8}"/>
              </a:ext>
            </a:extLst>
          </p:cNvPr>
          <p:cNvSpPr txBox="1">
            <a:spLocks/>
          </p:cNvSpPr>
          <p:nvPr/>
        </p:nvSpPr>
        <p:spPr bwMode="auto">
          <a:xfrm>
            <a:off x="19791363" y="2271713"/>
            <a:ext cx="415925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“Geslaagde pogingen om de bal </a:t>
            </a:r>
          </a:p>
          <a:p>
            <a:pPr algn="ctr"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te winnen / behouden </a:t>
            </a:r>
          </a:p>
          <a:p>
            <a:pPr algn="ctr"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 fysieke duels”</a:t>
            </a:r>
          </a:p>
        </p:txBody>
      </p:sp>
      <p:sp>
        <p:nvSpPr>
          <p:cNvPr id="5131" name="Text Box 11" descr="TextBox 31">
            <a:extLst>
              <a:ext uri="{FF2B5EF4-FFF2-40B4-BE49-F238E27FC236}">
                <a16:creationId xmlns:a16="http://schemas.microsoft.com/office/drawing/2014/main" id="{2A4BAD6C-C2EA-8A8C-E1C3-309BA52DC99F}"/>
              </a:ext>
            </a:extLst>
          </p:cNvPr>
          <p:cNvSpPr txBox="1">
            <a:spLocks/>
          </p:cNvSpPr>
          <p:nvPr/>
        </p:nvSpPr>
        <p:spPr bwMode="auto">
          <a:xfrm>
            <a:off x="19510375" y="3971925"/>
            <a:ext cx="472122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Lichaamsdeel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Grondduels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Luchtduels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Timing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Voorbereiding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vaak?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A72EC69E-CD5D-B115-6D65-1EB147C8963B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22C7C58A-A367-4293-B69D-31EB8E6E53A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>
            <a:extLst>
              <a:ext uri="{FF2B5EF4-FFF2-40B4-BE49-F238E27FC236}">
                <a16:creationId xmlns:a16="http://schemas.microsoft.com/office/drawing/2014/main" id="{41FA2B5A-BF25-5E96-D1DD-1B98C8CCD2C1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62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705CFF54-1A4E-5578-0337-89478C7A3D86}"/>
              </a:ext>
            </a:extLst>
          </p:cNvPr>
          <p:cNvSpPr>
            <a:spLocks/>
          </p:cNvSpPr>
          <p:nvPr/>
        </p:nvSpPr>
        <p:spPr bwMode="auto">
          <a:xfrm>
            <a:off x="361950" y="11042650"/>
            <a:ext cx="23910925" cy="2416175"/>
          </a:xfrm>
          <a:prstGeom prst="rect">
            <a:avLst/>
          </a:prstGeom>
          <a:solidFill>
            <a:srgbClr val="929292">
              <a:alpha val="8989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D251F80-AAAA-E7E2-FDBB-0FF6A680F042}"/>
              </a:ext>
            </a:extLst>
          </p:cNvPr>
          <p:cNvSpPr>
            <a:spLocks/>
          </p:cNvSpPr>
          <p:nvPr/>
        </p:nvSpPr>
        <p:spPr bwMode="auto">
          <a:xfrm>
            <a:off x="474663" y="11253788"/>
            <a:ext cx="23683912" cy="1992312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B9D95827-2FAA-3134-B3A4-97C1C33B53C9}"/>
              </a:ext>
            </a:extLst>
          </p:cNvPr>
          <p:cNvSpPr>
            <a:spLocks/>
          </p:cNvSpPr>
          <p:nvPr/>
        </p:nvSpPr>
        <p:spPr bwMode="auto">
          <a:xfrm>
            <a:off x="19448463" y="217488"/>
            <a:ext cx="4846637" cy="3246437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149" name="Line 5">
            <a:extLst>
              <a:ext uri="{FF2B5EF4-FFF2-40B4-BE49-F238E27FC236}">
                <a16:creationId xmlns:a16="http://schemas.microsoft.com/office/drawing/2014/main" id="{618D6612-92BF-C679-F097-00DAF59B36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80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6150" name="Rectangle 6" descr="Freeform 7">
            <a:extLst>
              <a:ext uri="{FF2B5EF4-FFF2-40B4-BE49-F238E27FC236}">
                <a16:creationId xmlns:a16="http://schemas.microsoft.com/office/drawing/2014/main" id="{EE533C1F-C3E4-1D16-6E02-7BA80AC3F7E0}"/>
              </a:ext>
            </a:extLst>
          </p:cNvPr>
          <p:cNvSpPr>
            <a:spLocks/>
          </p:cNvSpPr>
          <p:nvPr/>
        </p:nvSpPr>
        <p:spPr bwMode="auto">
          <a:xfrm>
            <a:off x="19629438" y="1976438"/>
            <a:ext cx="4484687" cy="13716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151" name="Line 7">
            <a:extLst>
              <a:ext uri="{FF2B5EF4-FFF2-40B4-BE49-F238E27FC236}">
                <a16:creationId xmlns:a16="http://schemas.microsoft.com/office/drawing/2014/main" id="{66C2A00A-646B-51D4-6697-776D24CDA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8000" y="3876675"/>
            <a:ext cx="3084513" cy="0"/>
          </a:xfrm>
          <a:prstGeom prst="line">
            <a:avLst/>
          </a:prstGeom>
          <a:noFill/>
          <a:ln w="25400" cap="flat" cmpd="sng">
            <a:solidFill>
              <a:srgbClr val="18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6152" name="Text Box 8" descr="TextBox 20">
            <a:extLst>
              <a:ext uri="{FF2B5EF4-FFF2-40B4-BE49-F238E27FC236}">
                <a16:creationId xmlns:a16="http://schemas.microsoft.com/office/drawing/2014/main" id="{626213B8-A755-6427-D524-0FABA7A555F6}"/>
              </a:ext>
            </a:extLst>
          </p:cNvPr>
          <p:cNvSpPr txBox="1">
            <a:spLocks/>
          </p:cNvSpPr>
          <p:nvPr/>
        </p:nvSpPr>
        <p:spPr bwMode="auto">
          <a:xfrm>
            <a:off x="19537363" y="3560763"/>
            <a:ext cx="6238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6153" name="Text Box 9">
            <a:extLst>
              <a:ext uri="{FF2B5EF4-FFF2-40B4-BE49-F238E27FC236}">
                <a16:creationId xmlns:a16="http://schemas.microsoft.com/office/drawing/2014/main" id="{0436034C-4628-F5CA-34AB-9061955D6A01}"/>
              </a:ext>
            </a:extLst>
          </p:cNvPr>
          <p:cNvSpPr txBox="1">
            <a:spLocks/>
          </p:cNvSpPr>
          <p:nvPr/>
        </p:nvSpPr>
        <p:spPr bwMode="auto">
          <a:xfrm>
            <a:off x="19521488" y="214313"/>
            <a:ext cx="22098000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DOORZETTINGS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VERMOGEN</a:t>
            </a:r>
          </a:p>
        </p:txBody>
      </p:sp>
      <p:sp>
        <p:nvSpPr>
          <p:cNvPr id="6154" name="Text Box 10" descr="TextBox 30">
            <a:extLst>
              <a:ext uri="{FF2B5EF4-FFF2-40B4-BE49-F238E27FC236}">
                <a16:creationId xmlns:a16="http://schemas.microsoft.com/office/drawing/2014/main" id="{4838DECB-AA53-D7FE-7EB7-9E692AA7A432}"/>
              </a:ext>
            </a:extLst>
          </p:cNvPr>
          <p:cNvSpPr txBox="1">
            <a:spLocks/>
          </p:cNvSpPr>
          <p:nvPr/>
        </p:nvSpPr>
        <p:spPr bwMode="auto">
          <a:xfrm>
            <a:off x="19791363" y="2103438"/>
            <a:ext cx="415925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“Heeft een echte winnaarsmentaliteit, geeft nooit op en probeert teamgenoten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te stimuleren”</a:t>
            </a:r>
          </a:p>
        </p:txBody>
      </p:sp>
      <p:sp>
        <p:nvSpPr>
          <p:cNvPr id="6155" name="Text Box 11" descr="TextBox 31">
            <a:extLst>
              <a:ext uri="{FF2B5EF4-FFF2-40B4-BE49-F238E27FC236}">
                <a16:creationId xmlns:a16="http://schemas.microsoft.com/office/drawing/2014/main" id="{F13C4EAB-E396-29C6-C5F7-4F387EB4C0FF}"/>
              </a:ext>
            </a:extLst>
          </p:cNvPr>
          <p:cNvSpPr txBox="1">
            <a:spLocks/>
          </p:cNvSpPr>
          <p:nvPr/>
        </p:nvSpPr>
        <p:spPr bwMode="auto">
          <a:xfrm>
            <a:off x="19510375" y="3971925"/>
            <a:ext cx="472122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Emotie controle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Gedrag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Rouwmomenten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Anderen inspireren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Nooit opgeven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Tot het einde vechten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Altijd 100%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FEBEAE6E-1417-CF06-654D-64E54B23E90E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619AA67B-C706-4967-9963-44F46B6558B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 descr="Afbeelding">
            <a:extLst>
              <a:ext uri="{FF2B5EF4-FFF2-40B4-BE49-F238E27FC236}">
                <a16:creationId xmlns:a16="http://schemas.microsoft.com/office/drawing/2014/main" id="{7D84C199-02C9-5D8D-4C61-7FFBDBACAEA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4313"/>
            <a:ext cx="13519150" cy="136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6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E137803D-D1C1-F835-D537-5B1465E7F3B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1596688"/>
            <a:ext cx="1825625" cy="182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71" name="Picture 3" descr="Afbeelding">
            <a:extLst>
              <a:ext uri="{FF2B5EF4-FFF2-40B4-BE49-F238E27FC236}">
                <a16:creationId xmlns:a16="http://schemas.microsoft.com/office/drawing/2014/main" id="{8E16077D-2E99-1B56-1A35-07B11921A24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1788" y="12357100"/>
            <a:ext cx="7185025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44D588E-1956-29CA-DA82-3743B2AD438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8" y="11809413"/>
            <a:ext cx="1825625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173" name="Rectangle 5">
            <a:extLst>
              <a:ext uri="{FF2B5EF4-FFF2-40B4-BE49-F238E27FC236}">
                <a16:creationId xmlns:a16="http://schemas.microsoft.com/office/drawing/2014/main" id="{11C4B623-2DCE-3C51-37E2-90848C7DB0A3}"/>
              </a:ext>
            </a:extLst>
          </p:cNvPr>
          <p:cNvSpPr>
            <a:spLocks/>
          </p:cNvSpPr>
          <p:nvPr/>
        </p:nvSpPr>
        <p:spPr bwMode="auto">
          <a:xfrm>
            <a:off x="6745288" y="8618538"/>
            <a:ext cx="10891837" cy="1270000"/>
          </a:xfrm>
          <a:prstGeom prst="rect">
            <a:avLst/>
          </a:prstGeom>
          <a:solidFill>
            <a:srgbClr val="FFFFFF">
              <a:alpha val="7306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2FF7DF50-7FE1-8689-56E1-01A8D065D804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FBF83C42-5D36-47CF-B75C-18B9495E7DF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 descr="Freeform 7">
            <a:extLst>
              <a:ext uri="{FF2B5EF4-FFF2-40B4-BE49-F238E27FC236}">
                <a16:creationId xmlns:a16="http://schemas.microsoft.com/office/drawing/2014/main" id="{CC696675-625B-A3D2-7AC4-68974B050F6C}"/>
              </a:ext>
            </a:extLst>
          </p:cNvPr>
          <p:cNvSpPr>
            <a:spLocks/>
          </p:cNvSpPr>
          <p:nvPr/>
        </p:nvSpPr>
        <p:spPr bwMode="auto">
          <a:xfrm>
            <a:off x="271463" y="3916363"/>
            <a:ext cx="5840412" cy="3238500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194" name="Rectangle 2" descr="Freeform 7">
            <a:extLst>
              <a:ext uri="{FF2B5EF4-FFF2-40B4-BE49-F238E27FC236}">
                <a16:creationId xmlns:a16="http://schemas.microsoft.com/office/drawing/2014/main" id="{9E972919-43F5-A5E5-2DF7-C125D1675309}"/>
              </a:ext>
            </a:extLst>
          </p:cNvPr>
          <p:cNvSpPr>
            <a:spLocks/>
          </p:cNvSpPr>
          <p:nvPr/>
        </p:nvSpPr>
        <p:spPr bwMode="auto">
          <a:xfrm>
            <a:off x="271463" y="3916363"/>
            <a:ext cx="5838825" cy="588962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195" name="Rectangle 3" descr="Freeform 7">
            <a:extLst>
              <a:ext uri="{FF2B5EF4-FFF2-40B4-BE49-F238E27FC236}">
                <a16:creationId xmlns:a16="http://schemas.microsoft.com/office/drawing/2014/main" id="{2A0A6B1C-EB0E-2CC6-8191-66278B169BF3}"/>
              </a:ext>
            </a:extLst>
          </p:cNvPr>
          <p:cNvSpPr>
            <a:spLocks/>
          </p:cNvSpPr>
          <p:nvPr/>
        </p:nvSpPr>
        <p:spPr bwMode="auto">
          <a:xfrm>
            <a:off x="271463" y="2092325"/>
            <a:ext cx="5840412" cy="1631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196" name="Rectangle 4" descr="Freeform 7">
            <a:extLst>
              <a:ext uri="{FF2B5EF4-FFF2-40B4-BE49-F238E27FC236}">
                <a16:creationId xmlns:a16="http://schemas.microsoft.com/office/drawing/2014/main" id="{A8B48994-80F6-C497-D566-A8BD7A4FE0B6}"/>
              </a:ext>
            </a:extLst>
          </p:cNvPr>
          <p:cNvSpPr>
            <a:spLocks/>
          </p:cNvSpPr>
          <p:nvPr/>
        </p:nvSpPr>
        <p:spPr bwMode="auto">
          <a:xfrm>
            <a:off x="271463" y="1057275"/>
            <a:ext cx="5840412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197" name="Text Box 5" descr="TextBox 20">
            <a:extLst>
              <a:ext uri="{FF2B5EF4-FFF2-40B4-BE49-F238E27FC236}">
                <a16:creationId xmlns:a16="http://schemas.microsoft.com/office/drawing/2014/main" id="{63448BF6-15FE-A48F-8682-BAAD0DE19BAC}"/>
              </a:ext>
            </a:extLst>
          </p:cNvPr>
          <p:cNvSpPr txBox="1">
            <a:spLocks/>
          </p:cNvSpPr>
          <p:nvPr/>
        </p:nvSpPr>
        <p:spPr bwMode="auto">
          <a:xfrm>
            <a:off x="430213" y="3997325"/>
            <a:ext cx="436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8198" name="Text Box 6">
            <a:extLst>
              <a:ext uri="{FF2B5EF4-FFF2-40B4-BE49-F238E27FC236}">
                <a16:creationId xmlns:a16="http://schemas.microsoft.com/office/drawing/2014/main" id="{B2265B23-D37A-F977-BB86-EEED6AB35852}"/>
              </a:ext>
            </a:extLst>
          </p:cNvPr>
          <p:cNvSpPr txBox="1">
            <a:spLocks/>
          </p:cNvSpPr>
          <p:nvPr/>
        </p:nvSpPr>
        <p:spPr bwMode="auto">
          <a:xfrm>
            <a:off x="290513" y="384175"/>
            <a:ext cx="563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DEFINITIES</a:t>
            </a:r>
          </a:p>
        </p:txBody>
      </p:sp>
      <p:sp>
        <p:nvSpPr>
          <p:cNvPr id="8199" name="Rectangle 7" descr="Freeform 7">
            <a:extLst>
              <a:ext uri="{FF2B5EF4-FFF2-40B4-BE49-F238E27FC236}">
                <a16:creationId xmlns:a16="http://schemas.microsoft.com/office/drawing/2014/main" id="{4169D4A7-1888-1BA4-846A-8AD63F977761}"/>
              </a:ext>
            </a:extLst>
          </p:cNvPr>
          <p:cNvSpPr>
            <a:spLocks/>
          </p:cNvSpPr>
          <p:nvPr/>
        </p:nvSpPr>
        <p:spPr bwMode="auto">
          <a:xfrm>
            <a:off x="6253163" y="3916363"/>
            <a:ext cx="5840412" cy="3243262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00" name="Rectangle 8" descr="Freeform 7">
            <a:extLst>
              <a:ext uri="{FF2B5EF4-FFF2-40B4-BE49-F238E27FC236}">
                <a16:creationId xmlns:a16="http://schemas.microsoft.com/office/drawing/2014/main" id="{E4A8FF5F-C466-6860-01A8-2C35D250079F}"/>
              </a:ext>
            </a:extLst>
          </p:cNvPr>
          <p:cNvSpPr>
            <a:spLocks/>
          </p:cNvSpPr>
          <p:nvPr/>
        </p:nvSpPr>
        <p:spPr bwMode="auto">
          <a:xfrm>
            <a:off x="6253163" y="3916363"/>
            <a:ext cx="5838825" cy="588962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01" name="Rectangle 9" descr="Freeform 7">
            <a:extLst>
              <a:ext uri="{FF2B5EF4-FFF2-40B4-BE49-F238E27FC236}">
                <a16:creationId xmlns:a16="http://schemas.microsoft.com/office/drawing/2014/main" id="{E60644E6-C349-B879-B598-8EEFC8076246}"/>
              </a:ext>
            </a:extLst>
          </p:cNvPr>
          <p:cNvSpPr>
            <a:spLocks/>
          </p:cNvSpPr>
          <p:nvPr/>
        </p:nvSpPr>
        <p:spPr bwMode="auto">
          <a:xfrm>
            <a:off x="6253163" y="2092325"/>
            <a:ext cx="5840412" cy="1631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02" name="Rectangle 10" descr="Freeform 7">
            <a:extLst>
              <a:ext uri="{FF2B5EF4-FFF2-40B4-BE49-F238E27FC236}">
                <a16:creationId xmlns:a16="http://schemas.microsoft.com/office/drawing/2014/main" id="{3657AC48-9F03-5CB3-C680-E37CDCA74A2C}"/>
              </a:ext>
            </a:extLst>
          </p:cNvPr>
          <p:cNvSpPr>
            <a:spLocks/>
          </p:cNvSpPr>
          <p:nvPr/>
        </p:nvSpPr>
        <p:spPr bwMode="auto">
          <a:xfrm>
            <a:off x="6253163" y="1057275"/>
            <a:ext cx="5840412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03" name="Rectangle 11" descr="Freeform 7">
            <a:extLst>
              <a:ext uri="{FF2B5EF4-FFF2-40B4-BE49-F238E27FC236}">
                <a16:creationId xmlns:a16="http://schemas.microsoft.com/office/drawing/2014/main" id="{B7486B1A-EF68-8C2A-C3CC-91D75BC685ED}"/>
              </a:ext>
            </a:extLst>
          </p:cNvPr>
          <p:cNvSpPr>
            <a:spLocks/>
          </p:cNvSpPr>
          <p:nvPr/>
        </p:nvSpPr>
        <p:spPr bwMode="auto">
          <a:xfrm>
            <a:off x="6259513" y="10161588"/>
            <a:ext cx="5838825" cy="3243262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04" name="Rectangle 12" descr="Freeform 7">
            <a:extLst>
              <a:ext uri="{FF2B5EF4-FFF2-40B4-BE49-F238E27FC236}">
                <a16:creationId xmlns:a16="http://schemas.microsoft.com/office/drawing/2014/main" id="{41B79A98-B5ED-66E5-5507-5D09DE08CE70}"/>
              </a:ext>
            </a:extLst>
          </p:cNvPr>
          <p:cNvSpPr>
            <a:spLocks/>
          </p:cNvSpPr>
          <p:nvPr/>
        </p:nvSpPr>
        <p:spPr bwMode="auto">
          <a:xfrm>
            <a:off x="6257925" y="10161588"/>
            <a:ext cx="5840413" cy="588962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05" name="Rectangle 13" descr="Freeform 7">
            <a:extLst>
              <a:ext uri="{FF2B5EF4-FFF2-40B4-BE49-F238E27FC236}">
                <a16:creationId xmlns:a16="http://schemas.microsoft.com/office/drawing/2014/main" id="{FCC6FA42-7F2F-2450-FD11-BF16180F287D}"/>
              </a:ext>
            </a:extLst>
          </p:cNvPr>
          <p:cNvSpPr>
            <a:spLocks/>
          </p:cNvSpPr>
          <p:nvPr/>
        </p:nvSpPr>
        <p:spPr bwMode="auto">
          <a:xfrm>
            <a:off x="6259513" y="8337550"/>
            <a:ext cx="5838825" cy="1631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06" name="Rectangle 14" descr="Freeform 7">
            <a:extLst>
              <a:ext uri="{FF2B5EF4-FFF2-40B4-BE49-F238E27FC236}">
                <a16:creationId xmlns:a16="http://schemas.microsoft.com/office/drawing/2014/main" id="{A2C74224-C56D-887B-7ADE-2B26CB97FC4D}"/>
              </a:ext>
            </a:extLst>
          </p:cNvPr>
          <p:cNvSpPr>
            <a:spLocks/>
          </p:cNvSpPr>
          <p:nvPr/>
        </p:nvSpPr>
        <p:spPr bwMode="auto">
          <a:xfrm>
            <a:off x="6259513" y="7302500"/>
            <a:ext cx="5838825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07" name="Rectangle 15" descr="Freeform 7">
            <a:extLst>
              <a:ext uri="{FF2B5EF4-FFF2-40B4-BE49-F238E27FC236}">
                <a16:creationId xmlns:a16="http://schemas.microsoft.com/office/drawing/2014/main" id="{BDB0E3D8-9BAD-F61A-F218-15016CDE0815}"/>
              </a:ext>
            </a:extLst>
          </p:cNvPr>
          <p:cNvSpPr>
            <a:spLocks/>
          </p:cNvSpPr>
          <p:nvPr/>
        </p:nvSpPr>
        <p:spPr bwMode="auto">
          <a:xfrm>
            <a:off x="271463" y="10161588"/>
            <a:ext cx="5840412" cy="3238500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08" name="Rectangle 16" descr="Freeform 7">
            <a:extLst>
              <a:ext uri="{FF2B5EF4-FFF2-40B4-BE49-F238E27FC236}">
                <a16:creationId xmlns:a16="http://schemas.microsoft.com/office/drawing/2014/main" id="{3CFCC6F2-16EF-64D1-E345-2F305BA483B0}"/>
              </a:ext>
            </a:extLst>
          </p:cNvPr>
          <p:cNvSpPr>
            <a:spLocks/>
          </p:cNvSpPr>
          <p:nvPr/>
        </p:nvSpPr>
        <p:spPr bwMode="auto">
          <a:xfrm>
            <a:off x="271463" y="10161588"/>
            <a:ext cx="5838825" cy="587375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09" name="Rectangle 17" descr="Freeform 7">
            <a:extLst>
              <a:ext uri="{FF2B5EF4-FFF2-40B4-BE49-F238E27FC236}">
                <a16:creationId xmlns:a16="http://schemas.microsoft.com/office/drawing/2014/main" id="{D68CC0CA-5250-847B-AC0A-3B807D07A65D}"/>
              </a:ext>
            </a:extLst>
          </p:cNvPr>
          <p:cNvSpPr>
            <a:spLocks/>
          </p:cNvSpPr>
          <p:nvPr/>
        </p:nvSpPr>
        <p:spPr bwMode="auto">
          <a:xfrm>
            <a:off x="271463" y="8335963"/>
            <a:ext cx="5840412" cy="1631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10" name="Rectangle 18" descr="Freeform 7">
            <a:extLst>
              <a:ext uri="{FF2B5EF4-FFF2-40B4-BE49-F238E27FC236}">
                <a16:creationId xmlns:a16="http://schemas.microsoft.com/office/drawing/2014/main" id="{AA683463-7613-01F9-4530-8F5EB0CB8EF1}"/>
              </a:ext>
            </a:extLst>
          </p:cNvPr>
          <p:cNvSpPr>
            <a:spLocks/>
          </p:cNvSpPr>
          <p:nvPr/>
        </p:nvSpPr>
        <p:spPr bwMode="auto">
          <a:xfrm>
            <a:off x="271463" y="7300913"/>
            <a:ext cx="5840412" cy="881062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11" name="Text Box 19" descr="TextBox 20">
            <a:extLst>
              <a:ext uri="{FF2B5EF4-FFF2-40B4-BE49-F238E27FC236}">
                <a16:creationId xmlns:a16="http://schemas.microsoft.com/office/drawing/2014/main" id="{059CADAF-9A83-6C08-0FE1-F52F2FC0DD97}"/>
              </a:ext>
            </a:extLst>
          </p:cNvPr>
          <p:cNvSpPr txBox="1">
            <a:spLocks/>
          </p:cNvSpPr>
          <p:nvPr/>
        </p:nvSpPr>
        <p:spPr bwMode="auto">
          <a:xfrm>
            <a:off x="430213" y="10240963"/>
            <a:ext cx="436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8212" name="Text Box 20" descr="TextBox 20">
            <a:extLst>
              <a:ext uri="{FF2B5EF4-FFF2-40B4-BE49-F238E27FC236}">
                <a16:creationId xmlns:a16="http://schemas.microsoft.com/office/drawing/2014/main" id="{31A7B253-4BD0-8C0B-739D-2FCC9AF2A501}"/>
              </a:ext>
            </a:extLst>
          </p:cNvPr>
          <p:cNvSpPr txBox="1">
            <a:spLocks/>
          </p:cNvSpPr>
          <p:nvPr/>
        </p:nvSpPr>
        <p:spPr bwMode="auto">
          <a:xfrm>
            <a:off x="6473825" y="10240963"/>
            <a:ext cx="436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8213" name="Text Box 21" descr="TextBox 20">
            <a:extLst>
              <a:ext uri="{FF2B5EF4-FFF2-40B4-BE49-F238E27FC236}">
                <a16:creationId xmlns:a16="http://schemas.microsoft.com/office/drawing/2014/main" id="{B6A31C77-EAEF-BE80-A816-730428DBAC88}"/>
              </a:ext>
            </a:extLst>
          </p:cNvPr>
          <p:cNvSpPr txBox="1">
            <a:spLocks/>
          </p:cNvSpPr>
          <p:nvPr/>
        </p:nvSpPr>
        <p:spPr bwMode="auto">
          <a:xfrm>
            <a:off x="6473825" y="3989388"/>
            <a:ext cx="436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8214" name="Rectangle 22" descr="Freeform 7">
            <a:extLst>
              <a:ext uri="{FF2B5EF4-FFF2-40B4-BE49-F238E27FC236}">
                <a16:creationId xmlns:a16="http://schemas.microsoft.com/office/drawing/2014/main" id="{C97746F1-4574-D853-1638-BAD3000AC000}"/>
              </a:ext>
            </a:extLst>
          </p:cNvPr>
          <p:cNvSpPr>
            <a:spLocks/>
          </p:cNvSpPr>
          <p:nvPr/>
        </p:nvSpPr>
        <p:spPr bwMode="auto">
          <a:xfrm>
            <a:off x="12247563" y="3916363"/>
            <a:ext cx="5838825" cy="3238500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15" name="Rectangle 23" descr="Freeform 7">
            <a:extLst>
              <a:ext uri="{FF2B5EF4-FFF2-40B4-BE49-F238E27FC236}">
                <a16:creationId xmlns:a16="http://schemas.microsoft.com/office/drawing/2014/main" id="{BE8E4CE6-EEE9-188B-9644-9EA88D389255}"/>
              </a:ext>
            </a:extLst>
          </p:cNvPr>
          <p:cNvSpPr>
            <a:spLocks/>
          </p:cNvSpPr>
          <p:nvPr/>
        </p:nvSpPr>
        <p:spPr bwMode="auto">
          <a:xfrm>
            <a:off x="12245975" y="3916363"/>
            <a:ext cx="5840413" cy="588962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16" name="Rectangle 24" descr="Freeform 7">
            <a:extLst>
              <a:ext uri="{FF2B5EF4-FFF2-40B4-BE49-F238E27FC236}">
                <a16:creationId xmlns:a16="http://schemas.microsoft.com/office/drawing/2014/main" id="{163EFF1B-5DA4-E3E1-44F0-7F44EDF27D3D}"/>
              </a:ext>
            </a:extLst>
          </p:cNvPr>
          <p:cNvSpPr>
            <a:spLocks/>
          </p:cNvSpPr>
          <p:nvPr/>
        </p:nvSpPr>
        <p:spPr bwMode="auto">
          <a:xfrm>
            <a:off x="12247563" y="2092325"/>
            <a:ext cx="5838825" cy="1631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17" name="Rectangle 25" descr="Freeform 7">
            <a:extLst>
              <a:ext uri="{FF2B5EF4-FFF2-40B4-BE49-F238E27FC236}">
                <a16:creationId xmlns:a16="http://schemas.microsoft.com/office/drawing/2014/main" id="{448172A4-0247-E904-F3AB-C04463D6489C}"/>
              </a:ext>
            </a:extLst>
          </p:cNvPr>
          <p:cNvSpPr>
            <a:spLocks/>
          </p:cNvSpPr>
          <p:nvPr/>
        </p:nvSpPr>
        <p:spPr bwMode="auto">
          <a:xfrm>
            <a:off x="12247563" y="1057275"/>
            <a:ext cx="5838825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18" name="Text Box 26" descr="TextBox 20">
            <a:extLst>
              <a:ext uri="{FF2B5EF4-FFF2-40B4-BE49-F238E27FC236}">
                <a16:creationId xmlns:a16="http://schemas.microsoft.com/office/drawing/2014/main" id="{1736EBBF-2033-A037-B565-800FA0CE738D}"/>
              </a:ext>
            </a:extLst>
          </p:cNvPr>
          <p:cNvSpPr txBox="1">
            <a:spLocks/>
          </p:cNvSpPr>
          <p:nvPr/>
        </p:nvSpPr>
        <p:spPr bwMode="auto">
          <a:xfrm>
            <a:off x="12404725" y="3997325"/>
            <a:ext cx="436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8219" name="Rectangle 27" descr="Freeform 7">
            <a:extLst>
              <a:ext uri="{FF2B5EF4-FFF2-40B4-BE49-F238E27FC236}">
                <a16:creationId xmlns:a16="http://schemas.microsoft.com/office/drawing/2014/main" id="{B83B7924-38C6-DB5E-5347-77C3CB064C17}"/>
              </a:ext>
            </a:extLst>
          </p:cNvPr>
          <p:cNvSpPr>
            <a:spLocks/>
          </p:cNvSpPr>
          <p:nvPr/>
        </p:nvSpPr>
        <p:spPr bwMode="auto">
          <a:xfrm>
            <a:off x="18229263" y="3916363"/>
            <a:ext cx="5838825" cy="3243262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20" name="Rectangle 28" descr="Freeform 7">
            <a:extLst>
              <a:ext uri="{FF2B5EF4-FFF2-40B4-BE49-F238E27FC236}">
                <a16:creationId xmlns:a16="http://schemas.microsoft.com/office/drawing/2014/main" id="{7D39C463-9B31-78D9-F53B-A75AB2811512}"/>
              </a:ext>
            </a:extLst>
          </p:cNvPr>
          <p:cNvSpPr>
            <a:spLocks/>
          </p:cNvSpPr>
          <p:nvPr/>
        </p:nvSpPr>
        <p:spPr bwMode="auto">
          <a:xfrm>
            <a:off x="18227675" y="3916363"/>
            <a:ext cx="5840413" cy="588962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21" name="Rectangle 29" descr="Freeform 7">
            <a:extLst>
              <a:ext uri="{FF2B5EF4-FFF2-40B4-BE49-F238E27FC236}">
                <a16:creationId xmlns:a16="http://schemas.microsoft.com/office/drawing/2014/main" id="{66979498-7BA3-4932-F08B-3B8ED297FD45}"/>
              </a:ext>
            </a:extLst>
          </p:cNvPr>
          <p:cNvSpPr>
            <a:spLocks/>
          </p:cNvSpPr>
          <p:nvPr/>
        </p:nvSpPr>
        <p:spPr bwMode="auto">
          <a:xfrm>
            <a:off x="18229263" y="2092325"/>
            <a:ext cx="5838825" cy="1631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22" name="Rectangle 30" descr="Freeform 7">
            <a:extLst>
              <a:ext uri="{FF2B5EF4-FFF2-40B4-BE49-F238E27FC236}">
                <a16:creationId xmlns:a16="http://schemas.microsoft.com/office/drawing/2014/main" id="{80AE5D17-35EC-6E7A-7DF3-A76ECC3A07FD}"/>
              </a:ext>
            </a:extLst>
          </p:cNvPr>
          <p:cNvSpPr>
            <a:spLocks/>
          </p:cNvSpPr>
          <p:nvPr/>
        </p:nvSpPr>
        <p:spPr bwMode="auto">
          <a:xfrm>
            <a:off x="18229263" y="1057275"/>
            <a:ext cx="5838825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23" name="Rectangle 31" descr="Freeform 7">
            <a:extLst>
              <a:ext uri="{FF2B5EF4-FFF2-40B4-BE49-F238E27FC236}">
                <a16:creationId xmlns:a16="http://schemas.microsoft.com/office/drawing/2014/main" id="{445E8A58-E670-CCEE-98C8-D794CFF9F33C}"/>
              </a:ext>
            </a:extLst>
          </p:cNvPr>
          <p:cNvSpPr>
            <a:spLocks/>
          </p:cNvSpPr>
          <p:nvPr/>
        </p:nvSpPr>
        <p:spPr bwMode="auto">
          <a:xfrm>
            <a:off x="12247563" y="10161588"/>
            <a:ext cx="5838825" cy="3238500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24" name="Rectangle 32" descr="Freeform 7">
            <a:extLst>
              <a:ext uri="{FF2B5EF4-FFF2-40B4-BE49-F238E27FC236}">
                <a16:creationId xmlns:a16="http://schemas.microsoft.com/office/drawing/2014/main" id="{57CFE88C-D01B-A434-7C1B-E3BB9B920AAE}"/>
              </a:ext>
            </a:extLst>
          </p:cNvPr>
          <p:cNvSpPr>
            <a:spLocks/>
          </p:cNvSpPr>
          <p:nvPr/>
        </p:nvSpPr>
        <p:spPr bwMode="auto">
          <a:xfrm>
            <a:off x="12245975" y="10161588"/>
            <a:ext cx="5840413" cy="587375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25" name="Rectangle 33" descr="Freeform 7">
            <a:extLst>
              <a:ext uri="{FF2B5EF4-FFF2-40B4-BE49-F238E27FC236}">
                <a16:creationId xmlns:a16="http://schemas.microsoft.com/office/drawing/2014/main" id="{38A70906-5153-605B-D7BF-488605B49480}"/>
              </a:ext>
            </a:extLst>
          </p:cNvPr>
          <p:cNvSpPr>
            <a:spLocks/>
          </p:cNvSpPr>
          <p:nvPr/>
        </p:nvSpPr>
        <p:spPr bwMode="auto">
          <a:xfrm>
            <a:off x="12247563" y="8335963"/>
            <a:ext cx="5838825" cy="163195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26" name="Rectangle 34" descr="Freeform 7">
            <a:extLst>
              <a:ext uri="{FF2B5EF4-FFF2-40B4-BE49-F238E27FC236}">
                <a16:creationId xmlns:a16="http://schemas.microsoft.com/office/drawing/2014/main" id="{CCD0B9E7-2F75-BC98-E9B5-8D5FF814434E}"/>
              </a:ext>
            </a:extLst>
          </p:cNvPr>
          <p:cNvSpPr>
            <a:spLocks/>
          </p:cNvSpPr>
          <p:nvPr/>
        </p:nvSpPr>
        <p:spPr bwMode="auto">
          <a:xfrm>
            <a:off x="12247563" y="7300913"/>
            <a:ext cx="5838825" cy="881062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227" name="Text Box 35" descr="TextBox 20">
            <a:extLst>
              <a:ext uri="{FF2B5EF4-FFF2-40B4-BE49-F238E27FC236}">
                <a16:creationId xmlns:a16="http://schemas.microsoft.com/office/drawing/2014/main" id="{6B1EDDC6-B2FD-594E-D6E8-BD1A688AE8AB}"/>
              </a:ext>
            </a:extLst>
          </p:cNvPr>
          <p:cNvSpPr txBox="1">
            <a:spLocks/>
          </p:cNvSpPr>
          <p:nvPr/>
        </p:nvSpPr>
        <p:spPr bwMode="auto">
          <a:xfrm>
            <a:off x="12404725" y="10240963"/>
            <a:ext cx="436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8228" name="Text Box 36" descr="TextBox 20">
            <a:extLst>
              <a:ext uri="{FF2B5EF4-FFF2-40B4-BE49-F238E27FC236}">
                <a16:creationId xmlns:a16="http://schemas.microsoft.com/office/drawing/2014/main" id="{C9087A96-A307-EA31-D6FD-437BB370D830}"/>
              </a:ext>
            </a:extLst>
          </p:cNvPr>
          <p:cNvSpPr txBox="1">
            <a:spLocks/>
          </p:cNvSpPr>
          <p:nvPr/>
        </p:nvSpPr>
        <p:spPr bwMode="auto">
          <a:xfrm>
            <a:off x="18449925" y="3989388"/>
            <a:ext cx="43688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8229" name="Rectangle 37">
            <a:extLst>
              <a:ext uri="{FF2B5EF4-FFF2-40B4-BE49-F238E27FC236}">
                <a16:creationId xmlns:a16="http://schemas.microsoft.com/office/drawing/2014/main" id="{A0426F3A-7149-51C2-6735-7A0463E73427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9F94DA60-0B32-4D50-AEEF-5E0204D7B5D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>
            <a:extLst>
              <a:ext uri="{FF2B5EF4-FFF2-40B4-BE49-F238E27FC236}">
                <a16:creationId xmlns:a16="http://schemas.microsoft.com/office/drawing/2014/main" id="{6C0D4864-810F-FB90-99C4-1ED0AFFB49B2}"/>
              </a:ext>
            </a:extLst>
          </p:cNvPr>
          <p:cNvSpPr txBox="1">
            <a:spLocks/>
          </p:cNvSpPr>
          <p:nvPr/>
        </p:nvSpPr>
        <p:spPr bwMode="auto">
          <a:xfrm>
            <a:off x="311150" y="568325"/>
            <a:ext cx="2854325" cy="1409700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9000" b="1">
                <a:solidFill>
                  <a:srgbClr val="AF8B3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BFG</a:t>
            </a:r>
          </a:p>
        </p:txBody>
      </p:sp>
      <p:sp>
        <p:nvSpPr>
          <p:cNvPr id="9218" name="Text Box 2">
            <a:extLst>
              <a:ext uri="{FF2B5EF4-FFF2-40B4-BE49-F238E27FC236}">
                <a16:creationId xmlns:a16="http://schemas.microsoft.com/office/drawing/2014/main" id="{60F3CC46-0F7B-7043-672D-B929057876BF}"/>
              </a:ext>
            </a:extLst>
          </p:cNvPr>
          <p:cNvSpPr txBox="1">
            <a:spLocks/>
          </p:cNvSpPr>
          <p:nvPr/>
        </p:nvSpPr>
        <p:spPr bwMode="auto">
          <a:xfrm>
            <a:off x="392113" y="358775"/>
            <a:ext cx="28543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4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PLAYING STYLE</a:t>
            </a:r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D7564492-CB88-BF17-0E06-248907588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950" y="1982788"/>
            <a:ext cx="2363788" cy="0"/>
          </a:xfrm>
          <a:prstGeom prst="line">
            <a:avLst/>
          </a:prstGeom>
          <a:noFill/>
          <a:ln w="508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400">
              <a:solidFill>
                <a:srgbClr val="FFFFFF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2B9264BF-781C-FEA1-FA5B-7C3A737658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8" y="2362200"/>
            <a:ext cx="1673225" cy="1673225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9221" name="Picture 5">
            <a:extLst>
              <a:ext uri="{FF2B5EF4-FFF2-40B4-BE49-F238E27FC236}">
                <a16:creationId xmlns:a16="http://schemas.microsoft.com/office/drawing/2014/main" id="{1DEA6675-1B7A-88ED-8E03-BB0E518F9AC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2438" y="12850813"/>
            <a:ext cx="5808662" cy="763587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9222" name="Rectangle 6">
            <a:extLst>
              <a:ext uri="{FF2B5EF4-FFF2-40B4-BE49-F238E27FC236}">
                <a16:creationId xmlns:a16="http://schemas.microsoft.com/office/drawing/2014/main" id="{3E9448CF-4955-C40F-3337-7275398AB601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E6625F78-FED6-4F9D-B6C1-F27B9A4C9F2A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1">
            <a:extLst>
              <a:ext uri="{FF2B5EF4-FFF2-40B4-BE49-F238E27FC236}">
                <a16:creationId xmlns:a16="http://schemas.microsoft.com/office/drawing/2014/main" id="{A090C358-4FFE-7162-C8DC-0346397B52F4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62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42" name="Rectangle 2">
            <a:extLst>
              <a:ext uri="{FF2B5EF4-FFF2-40B4-BE49-F238E27FC236}">
                <a16:creationId xmlns:a16="http://schemas.microsoft.com/office/drawing/2014/main" id="{23619A99-11BC-5B7D-5F5B-68E839C7F1C9}"/>
              </a:ext>
            </a:extLst>
          </p:cNvPr>
          <p:cNvSpPr>
            <a:spLocks/>
          </p:cNvSpPr>
          <p:nvPr/>
        </p:nvSpPr>
        <p:spPr bwMode="auto">
          <a:xfrm>
            <a:off x="361950" y="11042650"/>
            <a:ext cx="23910925" cy="2416175"/>
          </a:xfrm>
          <a:prstGeom prst="rect">
            <a:avLst/>
          </a:prstGeom>
          <a:solidFill>
            <a:srgbClr val="929292">
              <a:alpha val="8989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DEED50C-2FCF-42FA-1856-BA00A84B1418}"/>
              </a:ext>
            </a:extLst>
          </p:cNvPr>
          <p:cNvSpPr>
            <a:spLocks/>
          </p:cNvSpPr>
          <p:nvPr/>
        </p:nvSpPr>
        <p:spPr bwMode="auto">
          <a:xfrm>
            <a:off x="474663" y="11253788"/>
            <a:ext cx="23683912" cy="1992312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85BC4D5E-E078-22B6-B409-C1620542BB9B}"/>
              </a:ext>
            </a:extLst>
          </p:cNvPr>
          <p:cNvSpPr>
            <a:spLocks/>
          </p:cNvSpPr>
          <p:nvPr/>
        </p:nvSpPr>
        <p:spPr bwMode="auto">
          <a:xfrm>
            <a:off x="19448463" y="217488"/>
            <a:ext cx="4846637" cy="3246437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0245" name="Line 5">
            <a:extLst>
              <a:ext uri="{FF2B5EF4-FFF2-40B4-BE49-F238E27FC236}">
                <a16:creationId xmlns:a16="http://schemas.microsoft.com/office/drawing/2014/main" id="{7E87CD56-7D2D-4B3E-E3F3-5D5C30F044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80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10246" name="Rectangle 6" descr="Freeform 7">
            <a:extLst>
              <a:ext uri="{FF2B5EF4-FFF2-40B4-BE49-F238E27FC236}">
                <a16:creationId xmlns:a16="http://schemas.microsoft.com/office/drawing/2014/main" id="{ACB703C5-5CC4-45E9-74E7-53C65FABA5EE}"/>
              </a:ext>
            </a:extLst>
          </p:cNvPr>
          <p:cNvSpPr>
            <a:spLocks/>
          </p:cNvSpPr>
          <p:nvPr/>
        </p:nvSpPr>
        <p:spPr bwMode="auto">
          <a:xfrm>
            <a:off x="19629438" y="1976438"/>
            <a:ext cx="4484687" cy="13716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36CC829B-6E21-2F20-CEA1-3BFE3B6A18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8000" y="3876675"/>
            <a:ext cx="3084513" cy="0"/>
          </a:xfrm>
          <a:prstGeom prst="line">
            <a:avLst/>
          </a:prstGeom>
          <a:noFill/>
          <a:ln w="25400" cap="flat" cmpd="sng">
            <a:solidFill>
              <a:srgbClr val="18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10248" name="Text Box 8" descr="TextBox 20">
            <a:extLst>
              <a:ext uri="{FF2B5EF4-FFF2-40B4-BE49-F238E27FC236}">
                <a16:creationId xmlns:a16="http://schemas.microsoft.com/office/drawing/2014/main" id="{19D4657B-E680-878F-0ADB-F3F1752F7480}"/>
              </a:ext>
            </a:extLst>
          </p:cNvPr>
          <p:cNvSpPr txBox="1">
            <a:spLocks/>
          </p:cNvSpPr>
          <p:nvPr/>
        </p:nvSpPr>
        <p:spPr bwMode="auto">
          <a:xfrm>
            <a:off x="19537363" y="3560763"/>
            <a:ext cx="6238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10249" name="Text Box 9">
            <a:extLst>
              <a:ext uri="{FF2B5EF4-FFF2-40B4-BE49-F238E27FC236}">
                <a16:creationId xmlns:a16="http://schemas.microsoft.com/office/drawing/2014/main" id="{6519F92F-2699-06C0-60F6-ECA19A51F07F}"/>
              </a:ext>
            </a:extLst>
          </p:cNvPr>
          <p:cNvSpPr txBox="1">
            <a:spLocks/>
          </p:cNvSpPr>
          <p:nvPr/>
        </p:nvSpPr>
        <p:spPr bwMode="auto">
          <a:xfrm>
            <a:off x="19521488" y="214313"/>
            <a:ext cx="22098000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DOEL-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GERICHTHEID</a:t>
            </a:r>
          </a:p>
        </p:txBody>
      </p:sp>
      <p:sp>
        <p:nvSpPr>
          <p:cNvPr id="10250" name="Text Box 10" descr="TextBox 30">
            <a:extLst>
              <a:ext uri="{FF2B5EF4-FFF2-40B4-BE49-F238E27FC236}">
                <a16:creationId xmlns:a16="http://schemas.microsoft.com/office/drawing/2014/main" id="{FA9D598D-D4D7-3518-2E91-B08B10897360}"/>
              </a:ext>
            </a:extLst>
          </p:cNvPr>
          <p:cNvSpPr txBox="1">
            <a:spLocks/>
          </p:cNvSpPr>
          <p:nvPr/>
        </p:nvSpPr>
        <p:spPr bwMode="auto">
          <a:xfrm>
            <a:off x="19854863" y="2212975"/>
            <a:ext cx="415925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“Doelpogingen uit kansen (voorzet, steekbal, individuele actie of spelhervatting) met hoofd of voet”</a:t>
            </a:r>
          </a:p>
        </p:txBody>
      </p:sp>
      <p:sp>
        <p:nvSpPr>
          <p:cNvPr id="10251" name="Text Box 11" descr="TextBox 31">
            <a:extLst>
              <a:ext uri="{FF2B5EF4-FFF2-40B4-BE49-F238E27FC236}">
                <a16:creationId xmlns:a16="http://schemas.microsoft.com/office/drawing/2014/main" id="{8D6DB808-A541-434D-C7DD-36E3D560FC20}"/>
              </a:ext>
            </a:extLst>
          </p:cNvPr>
          <p:cNvSpPr txBox="1">
            <a:spLocks/>
          </p:cNvSpPr>
          <p:nvPr/>
        </p:nvSpPr>
        <p:spPr bwMode="auto">
          <a:xfrm>
            <a:off x="19510375" y="3971925"/>
            <a:ext cx="472122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Zone herkenning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Overzicht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Lichaam positie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 voor de goal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Scoringskansen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Tussen de palen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Doel georiënteerd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01ABE988-1923-11FD-00B1-9B9E740D9986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CAEC011C-1A23-461D-B880-43467E15A35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Picture 1">
            <a:extLst>
              <a:ext uri="{FF2B5EF4-FFF2-40B4-BE49-F238E27FC236}">
                <a16:creationId xmlns:a16="http://schemas.microsoft.com/office/drawing/2014/main" id="{18791ED3-6F4E-907D-C476-0506F496C73A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62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66" name="Rectangle 2">
            <a:extLst>
              <a:ext uri="{FF2B5EF4-FFF2-40B4-BE49-F238E27FC236}">
                <a16:creationId xmlns:a16="http://schemas.microsoft.com/office/drawing/2014/main" id="{86E6B22D-4665-8E3C-2BAC-5BAD75609037}"/>
              </a:ext>
            </a:extLst>
          </p:cNvPr>
          <p:cNvSpPr>
            <a:spLocks/>
          </p:cNvSpPr>
          <p:nvPr/>
        </p:nvSpPr>
        <p:spPr bwMode="auto">
          <a:xfrm>
            <a:off x="361950" y="11042650"/>
            <a:ext cx="23910925" cy="2416175"/>
          </a:xfrm>
          <a:prstGeom prst="rect">
            <a:avLst/>
          </a:prstGeom>
          <a:solidFill>
            <a:srgbClr val="929292">
              <a:alpha val="8989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0253AF9-D4E5-5AF5-1B43-FB6A25F0A683}"/>
              </a:ext>
            </a:extLst>
          </p:cNvPr>
          <p:cNvSpPr>
            <a:spLocks/>
          </p:cNvSpPr>
          <p:nvPr/>
        </p:nvSpPr>
        <p:spPr bwMode="auto">
          <a:xfrm>
            <a:off x="474663" y="11253788"/>
            <a:ext cx="23683912" cy="1992312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C73B49D5-5E33-5383-F413-BE000C3B65F3}"/>
              </a:ext>
            </a:extLst>
          </p:cNvPr>
          <p:cNvSpPr>
            <a:spLocks/>
          </p:cNvSpPr>
          <p:nvPr/>
        </p:nvSpPr>
        <p:spPr bwMode="auto">
          <a:xfrm>
            <a:off x="19448463" y="217488"/>
            <a:ext cx="4846637" cy="3246437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1269" name="Line 5">
            <a:extLst>
              <a:ext uri="{FF2B5EF4-FFF2-40B4-BE49-F238E27FC236}">
                <a16:creationId xmlns:a16="http://schemas.microsoft.com/office/drawing/2014/main" id="{1A4401FD-6986-5D4E-FA1F-53B1BAC02B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80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11270" name="Rectangle 6" descr="Freeform 7">
            <a:extLst>
              <a:ext uri="{FF2B5EF4-FFF2-40B4-BE49-F238E27FC236}">
                <a16:creationId xmlns:a16="http://schemas.microsoft.com/office/drawing/2014/main" id="{25964815-38FF-1295-0480-F851C2523F99}"/>
              </a:ext>
            </a:extLst>
          </p:cNvPr>
          <p:cNvSpPr>
            <a:spLocks/>
          </p:cNvSpPr>
          <p:nvPr/>
        </p:nvSpPr>
        <p:spPr bwMode="auto">
          <a:xfrm>
            <a:off x="19629438" y="1976438"/>
            <a:ext cx="4484687" cy="13716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271" name="Line 7">
            <a:extLst>
              <a:ext uri="{FF2B5EF4-FFF2-40B4-BE49-F238E27FC236}">
                <a16:creationId xmlns:a16="http://schemas.microsoft.com/office/drawing/2014/main" id="{981587DC-E110-3613-59A3-46E1EEC43E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8000" y="3876675"/>
            <a:ext cx="3084513" cy="0"/>
          </a:xfrm>
          <a:prstGeom prst="line">
            <a:avLst/>
          </a:prstGeom>
          <a:noFill/>
          <a:ln w="25400" cap="flat" cmpd="sng">
            <a:solidFill>
              <a:srgbClr val="18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11272" name="Text Box 8" descr="TextBox 20">
            <a:extLst>
              <a:ext uri="{FF2B5EF4-FFF2-40B4-BE49-F238E27FC236}">
                <a16:creationId xmlns:a16="http://schemas.microsoft.com/office/drawing/2014/main" id="{A0CFBEEA-727B-B1CB-93A9-3EC814D3A591}"/>
              </a:ext>
            </a:extLst>
          </p:cNvPr>
          <p:cNvSpPr txBox="1">
            <a:spLocks/>
          </p:cNvSpPr>
          <p:nvPr/>
        </p:nvSpPr>
        <p:spPr bwMode="auto">
          <a:xfrm>
            <a:off x="19537363" y="3560763"/>
            <a:ext cx="6238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11273" name="Text Box 9">
            <a:extLst>
              <a:ext uri="{FF2B5EF4-FFF2-40B4-BE49-F238E27FC236}">
                <a16:creationId xmlns:a16="http://schemas.microsoft.com/office/drawing/2014/main" id="{E500B1A6-EC7B-B788-18C4-5EA6B8AA24E2}"/>
              </a:ext>
            </a:extLst>
          </p:cNvPr>
          <p:cNvSpPr txBox="1">
            <a:spLocks/>
          </p:cNvSpPr>
          <p:nvPr/>
        </p:nvSpPr>
        <p:spPr bwMode="auto">
          <a:xfrm>
            <a:off x="19521488" y="214313"/>
            <a:ext cx="22098000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KIEZEN (A)</a:t>
            </a:r>
          </a:p>
        </p:txBody>
      </p:sp>
      <p:sp>
        <p:nvSpPr>
          <p:cNvPr id="11274" name="Text Box 10" descr="TextBox 30">
            <a:extLst>
              <a:ext uri="{FF2B5EF4-FFF2-40B4-BE49-F238E27FC236}">
                <a16:creationId xmlns:a16="http://schemas.microsoft.com/office/drawing/2014/main" id="{C5B467B1-E18F-29A8-505C-065D90FEEF2C}"/>
              </a:ext>
            </a:extLst>
          </p:cNvPr>
          <p:cNvSpPr txBox="1">
            <a:spLocks/>
          </p:cNvSpPr>
          <p:nvPr/>
        </p:nvSpPr>
        <p:spPr bwMode="auto">
          <a:xfrm>
            <a:off x="19854863" y="2184400"/>
            <a:ext cx="415925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“Passes ontvangen of geslaagde vrijloop-acties voor teamgenoten in de half-spaces en/of final third”</a:t>
            </a:r>
          </a:p>
        </p:txBody>
      </p:sp>
      <p:sp>
        <p:nvSpPr>
          <p:cNvPr id="11275" name="Text Box 11" descr="TextBox 31">
            <a:extLst>
              <a:ext uri="{FF2B5EF4-FFF2-40B4-BE49-F238E27FC236}">
                <a16:creationId xmlns:a16="http://schemas.microsoft.com/office/drawing/2014/main" id="{29FAE14E-E198-902B-9908-8A4123E6915C}"/>
              </a:ext>
            </a:extLst>
          </p:cNvPr>
          <p:cNvSpPr txBox="1">
            <a:spLocks/>
          </p:cNvSpPr>
          <p:nvPr/>
        </p:nvSpPr>
        <p:spPr bwMode="auto">
          <a:xfrm>
            <a:off x="19510375" y="3971925"/>
            <a:ext cx="472122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Ruimte herkenning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Scannen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Inzicht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Overload / 3e man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Aanspeelbaar zijn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Roteren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Actieve zones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11276" name="Rectangle 12">
            <a:extLst>
              <a:ext uri="{FF2B5EF4-FFF2-40B4-BE49-F238E27FC236}">
                <a16:creationId xmlns:a16="http://schemas.microsoft.com/office/drawing/2014/main" id="{AA45913B-3D59-2EBA-90A2-4A75EAE259E7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5927D9CB-3713-4198-9847-026D4CFE3AD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>
            <a:extLst>
              <a:ext uri="{FF2B5EF4-FFF2-40B4-BE49-F238E27FC236}">
                <a16:creationId xmlns:a16="http://schemas.microsoft.com/office/drawing/2014/main" id="{61946CA2-E5DA-89F0-00AE-76E48BC9D3E5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62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290" name="Rectangle 2">
            <a:extLst>
              <a:ext uri="{FF2B5EF4-FFF2-40B4-BE49-F238E27FC236}">
                <a16:creationId xmlns:a16="http://schemas.microsoft.com/office/drawing/2014/main" id="{0AB104A2-C786-8B33-4FAC-0D736AC3003F}"/>
              </a:ext>
            </a:extLst>
          </p:cNvPr>
          <p:cNvSpPr>
            <a:spLocks/>
          </p:cNvSpPr>
          <p:nvPr/>
        </p:nvSpPr>
        <p:spPr bwMode="auto">
          <a:xfrm>
            <a:off x="361950" y="11042650"/>
            <a:ext cx="23910925" cy="2416175"/>
          </a:xfrm>
          <a:prstGeom prst="rect">
            <a:avLst/>
          </a:prstGeom>
          <a:solidFill>
            <a:srgbClr val="929292">
              <a:alpha val="8989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94FD254-510C-4ACE-8ECF-BD302D0EB732}"/>
              </a:ext>
            </a:extLst>
          </p:cNvPr>
          <p:cNvSpPr>
            <a:spLocks/>
          </p:cNvSpPr>
          <p:nvPr/>
        </p:nvSpPr>
        <p:spPr bwMode="auto">
          <a:xfrm>
            <a:off x="474663" y="11253788"/>
            <a:ext cx="23683912" cy="1992312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83749A6A-C023-838F-C5FC-5FB9AC5C599B}"/>
              </a:ext>
            </a:extLst>
          </p:cNvPr>
          <p:cNvSpPr>
            <a:spLocks/>
          </p:cNvSpPr>
          <p:nvPr/>
        </p:nvSpPr>
        <p:spPr bwMode="auto">
          <a:xfrm>
            <a:off x="19448463" y="217488"/>
            <a:ext cx="4846637" cy="3246437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2293" name="Line 5">
            <a:extLst>
              <a:ext uri="{FF2B5EF4-FFF2-40B4-BE49-F238E27FC236}">
                <a16:creationId xmlns:a16="http://schemas.microsoft.com/office/drawing/2014/main" id="{56566A8A-8CEC-3A95-A448-19D1B1839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80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12294" name="Rectangle 6" descr="Freeform 7">
            <a:extLst>
              <a:ext uri="{FF2B5EF4-FFF2-40B4-BE49-F238E27FC236}">
                <a16:creationId xmlns:a16="http://schemas.microsoft.com/office/drawing/2014/main" id="{3537C843-8681-9A78-8339-531305BEFB3F}"/>
              </a:ext>
            </a:extLst>
          </p:cNvPr>
          <p:cNvSpPr>
            <a:spLocks/>
          </p:cNvSpPr>
          <p:nvPr/>
        </p:nvSpPr>
        <p:spPr bwMode="auto">
          <a:xfrm>
            <a:off x="19629438" y="1976438"/>
            <a:ext cx="4484687" cy="13716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5" name="Line 7">
            <a:extLst>
              <a:ext uri="{FF2B5EF4-FFF2-40B4-BE49-F238E27FC236}">
                <a16:creationId xmlns:a16="http://schemas.microsoft.com/office/drawing/2014/main" id="{F08A6CCC-9D82-5812-EE8E-5A3DD0C95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8000" y="3876675"/>
            <a:ext cx="3084513" cy="0"/>
          </a:xfrm>
          <a:prstGeom prst="line">
            <a:avLst/>
          </a:prstGeom>
          <a:noFill/>
          <a:ln w="25400" cap="flat" cmpd="sng">
            <a:solidFill>
              <a:srgbClr val="18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12296" name="Text Box 8" descr="TextBox 20">
            <a:extLst>
              <a:ext uri="{FF2B5EF4-FFF2-40B4-BE49-F238E27FC236}">
                <a16:creationId xmlns:a16="http://schemas.microsoft.com/office/drawing/2014/main" id="{B6574411-7A40-1E18-3873-7ACE846997A6}"/>
              </a:ext>
            </a:extLst>
          </p:cNvPr>
          <p:cNvSpPr txBox="1">
            <a:spLocks/>
          </p:cNvSpPr>
          <p:nvPr/>
        </p:nvSpPr>
        <p:spPr bwMode="auto">
          <a:xfrm>
            <a:off x="19537363" y="3560763"/>
            <a:ext cx="6238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BEOORDELEN WE DIT?</a:t>
            </a:r>
          </a:p>
        </p:txBody>
      </p:sp>
      <p:sp>
        <p:nvSpPr>
          <p:cNvPr id="12297" name="Text Box 9">
            <a:extLst>
              <a:ext uri="{FF2B5EF4-FFF2-40B4-BE49-F238E27FC236}">
                <a16:creationId xmlns:a16="http://schemas.microsoft.com/office/drawing/2014/main" id="{D2CE19BC-83F7-316D-4AD6-12CECC863DAD}"/>
              </a:ext>
            </a:extLst>
          </p:cNvPr>
          <p:cNvSpPr txBox="1">
            <a:spLocks/>
          </p:cNvSpPr>
          <p:nvPr/>
        </p:nvSpPr>
        <p:spPr bwMode="auto">
          <a:xfrm>
            <a:off x="19521488" y="214313"/>
            <a:ext cx="22098000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OFFENSIEF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5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KOPPEN</a:t>
            </a:r>
          </a:p>
        </p:txBody>
      </p:sp>
      <p:sp>
        <p:nvSpPr>
          <p:cNvPr id="12298" name="Text Box 10" descr="TextBox 30">
            <a:extLst>
              <a:ext uri="{FF2B5EF4-FFF2-40B4-BE49-F238E27FC236}">
                <a16:creationId xmlns:a16="http://schemas.microsoft.com/office/drawing/2014/main" id="{AAF5E239-EEE7-0EE0-A3BE-171EB54AE65A}"/>
              </a:ext>
            </a:extLst>
          </p:cNvPr>
          <p:cNvSpPr txBox="1">
            <a:spLocks/>
          </p:cNvSpPr>
          <p:nvPr/>
        </p:nvSpPr>
        <p:spPr bwMode="auto">
          <a:xfrm>
            <a:off x="19854863" y="2338388"/>
            <a:ext cx="41592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LID4096" altLang="LID4096" sz="18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“Doel- of assistpogingen met het hoofd”</a:t>
            </a:r>
          </a:p>
        </p:txBody>
      </p:sp>
      <p:sp>
        <p:nvSpPr>
          <p:cNvPr id="12299" name="Text Box 11" descr="TextBox 31">
            <a:extLst>
              <a:ext uri="{FF2B5EF4-FFF2-40B4-BE49-F238E27FC236}">
                <a16:creationId xmlns:a16="http://schemas.microsoft.com/office/drawing/2014/main" id="{CC9A927B-8AA2-1B94-52A7-CE8975205634}"/>
              </a:ext>
            </a:extLst>
          </p:cNvPr>
          <p:cNvSpPr txBox="1">
            <a:spLocks/>
          </p:cNvSpPr>
          <p:nvPr/>
        </p:nvSpPr>
        <p:spPr bwMode="auto">
          <a:xfrm>
            <a:off x="19510375" y="3971925"/>
            <a:ext cx="472122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 duel / in positie?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Timing (sprong)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Kracht &amp; nauwkeurigheid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Richting (koppen)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Voorkeurskant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vaak?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12300" name="Rectangle 12">
            <a:extLst>
              <a:ext uri="{FF2B5EF4-FFF2-40B4-BE49-F238E27FC236}">
                <a16:creationId xmlns:a16="http://schemas.microsoft.com/office/drawing/2014/main" id="{8DF22047-86F4-AF0B-E92A-9B1D53CDB5BF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E6AED6A2-3A31-47D8-BA74-DC18A918198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1">
            <a:extLst>
              <a:ext uri="{FF2B5EF4-FFF2-40B4-BE49-F238E27FC236}">
                <a16:creationId xmlns:a16="http://schemas.microsoft.com/office/drawing/2014/main" id="{8372D537-2856-9E60-1170-3FE9E45C9D7B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6513" y="-6350"/>
            <a:ext cx="24457026" cy="137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17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314" name="Rectangle 2">
            <a:extLst>
              <a:ext uri="{FF2B5EF4-FFF2-40B4-BE49-F238E27FC236}">
                <a16:creationId xmlns:a16="http://schemas.microsoft.com/office/drawing/2014/main" id="{3AB3E320-651B-853F-AA86-45CA0CA46106}"/>
              </a:ext>
            </a:extLst>
          </p:cNvPr>
          <p:cNvSpPr>
            <a:spLocks/>
          </p:cNvSpPr>
          <p:nvPr/>
        </p:nvSpPr>
        <p:spPr bwMode="auto">
          <a:xfrm>
            <a:off x="-76200" y="-133350"/>
            <a:ext cx="24536400" cy="1281113"/>
          </a:xfrm>
          <a:prstGeom prst="rect">
            <a:avLst/>
          </a:prstGeom>
          <a:solidFill>
            <a:srgbClr val="173883">
              <a:alpha val="475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3315" name="Line 3">
            <a:extLst>
              <a:ext uri="{FF2B5EF4-FFF2-40B4-BE49-F238E27FC236}">
                <a16:creationId xmlns:a16="http://schemas.microsoft.com/office/drawing/2014/main" id="{A452240C-7460-2BC9-D343-6541DD339957}"/>
              </a:ext>
            </a:extLst>
          </p:cNvPr>
          <p:cNvSpPr>
            <a:spLocks noChangeShapeType="1"/>
          </p:cNvSpPr>
          <p:nvPr/>
        </p:nvSpPr>
        <p:spPr bwMode="auto">
          <a:xfrm>
            <a:off x="-257175" y="1166813"/>
            <a:ext cx="24898350" cy="0"/>
          </a:xfrm>
          <a:prstGeom prst="line">
            <a:avLst/>
          </a:prstGeom>
          <a:noFill/>
          <a:ln w="1016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13316" name="Line 4">
            <a:extLst>
              <a:ext uri="{FF2B5EF4-FFF2-40B4-BE49-F238E27FC236}">
                <a16:creationId xmlns:a16="http://schemas.microsoft.com/office/drawing/2014/main" id="{CC778076-F7BB-E349-87CE-57271A1E6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9675" y="5087938"/>
            <a:ext cx="15568613" cy="0"/>
          </a:xfrm>
          <a:prstGeom prst="line">
            <a:avLst/>
          </a:prstGeom>
          <a:noFill/>
          <a:ln w="254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pic>
        <p:nvPicPr>
          <p:cNvPr id="13317" name="Picture 5">
            <a:extLst>
              <a:ext uri="{FF2B5EF4-FFF2-40B4-BE49-F238E27FC236}">
                <a16:creationId xmlns:a16="http://schemas.microsoft.com/office/drawing/2014/main" id="{9CF171FC-00E8-C6EE-8545-328D75BB0BB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8" y="330200"/>
            <a:ext cx="1673225" cy="1673225"/>
          </a:xfrm>
          <a:prstGeom prst="rect">
            <a:avLst/>
          </a:prstGeom>
          <a:noFill/>
          <a:ln>
            <a:noFill/>
          </a:ln>
          <a:effectLst>
            <a:outerShdw blurRad="139700" dist="148131" dir="54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3318" name="Rectangle 6">
            <a:extLst>
              <a:ext uri="{FF2B5EF4-FFF2-40B4-BE49-F238E27FC236}">
                <a16:creationId xmlns:a16="http://schemas.microsoft.com/office/drawing/2014/main" id="{7F731860-BB94-669C-295A-B0C3D09BD247}"/>
              </a:ext>
            </a:extLst>
          </p:cNvPr>
          <p:cNvSpPr>
            <a:spLocks/>
          </p:cNvSpPr>
          <p:nvPr/>
        </p:nvSpPr>
        <p:spPr bwMode="auto">
          <a:xfrm>
            <a:off x="2627313" y="3338513"/>
            <a:ext cx="4425950" cy="1058862"/>
          </a:xfrm>
          <a:prstGeom prst="rect">
            <a:avLst/>
          </a:prstGeom>
          <a:solidFill>
            <a:srgbClr val="173883"/>
          </a:solidFill>
          <a:ln w="254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54255" dir="2156318" algn="ctr" rotWithShape="0">
              <a:srgbClr val="000000">
                <a:alpha val="79530"/>
              </a:srgbClr>
            </a:outerShdw>
          </a:effec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3319" name="Text Box 7" descr="TextBox 8">
            <a:extLst>
              <a:ext uri="{FF2B5EF4-FFF2-40B4-BE49-F238E27FC236}">
                <a16:creationId xmlns:a16="http://schemas.microsoft.com/office/drawing/2014/main" id="{5264902E-7EC9-2557-E9E3-CE64B08DC96C}"/>
              </a:ext>
            </a:extLst>
          </p:cNvPr>
          <p:cNvSpPr txBox="1">
            <a:spLocks/>
          </p:cNvSpPr>
          <p:nvPr/>
        </p:nvSpPr>
        <p:spPr bwMode="auto">
          <a:xfrm>
            <a:off x="2581275" y="3611563"/>
            <a:ext cx="4481513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VOETBAL</a:t>
            </a:r>
          </a:p>
        </p:txBody>
      </p:sp>
      <p:sp>
        <p:nvSpPr>
          <p:cNvPr id="13320" name="Rectangle 8">
            <a:extLst>
              <a:ext uri="{FF2B5EF4-FFF2-40B4-BE49-F238E27FC236}">
                <a16:creationId xmlns:a16="http://schemas.microsoft.com/office/drawing/2014/main" id="{C34D2672-B9F4-3CB0-CCD6-5A8E7DD8434D}"/>
              </a:ext>
            </a:extLst>
          </p:cNvPr>
          <p:cNvSpPr>
            <a:spLocks/>
          </p:cNvSpPr>
          <p:nvPr/>
        </p:nvSpPr>
        <p:spPr bwMode="auto">
          <a:xfrm>
            <a:off x="7480300" y="3338513"/>
            <a:ext cx="4425950" cy="1058862"/>
          </a:xfrm>
          <a:prstGeom prst="rect">
            <a:avLst/>
          </a:prstGeom>
          <a:solidFill>
            <a:srgbClr val="173883"/>
          </a:solidFill>
          <a:ln w="254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54255" dir="2156318" algn="ctr" rotWithShape="0">
              <a:srgbClr val="000000">
                <a:alpha val="79530"/>
              </a:srgbClr>
            </a:outerShdw>
          </a:effec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3E3FB56E-E522-464D-880B-33A7B6D4DAAF}"/>
              </a:ext>
            </a:extLst>
          </p:cNvPr>
          <p:cNvSpPr>
            <a:spLocks/>
          </p:cNvSpPr>
          <p:nvPr/>
        </p:nvSpPr>
        <p:spPr bwMode="auto">
          <a:xfrm>
            <a:off x="12393613" y="3338513"/>
            <a:ext cx="4424362" cy="1058862"/>
          </a:xfrm>
          <a:prstGeom prst="rect">
            <a:avLst/>
          </a:prstGeom>
          <a:solidFill>
            <a:srgbClr val="173883"/>
          </a:solidFill>
          <a:ln w="254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54255" dir="2156318" algn="ctr" rotWithShape="0">
              <a:srgbClr val="000000">
                <a:alpha val="79530"/>
              </a:srgbClr>
            </a:outerShdw>
          </a:effec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grpSp>
        <p:nvGrpSpPr>
          <p:cNvPr id="13322" name="Group 10">
            <a:extLst>
              <a:ext uri="{FF2B5EF4-FFF2-40B4-BE49-F238E27FC236}">
                <a16:creationId xmlns:a16="http://schemas.microsoft.com/office/drawing/2014/main" id="{63B90E77-E3C9-88D3-89EC-CECEA92021EB}"/>
              </a:ext>
            </a:extLst>
          </p:cNvPr>
          <p:cNvGrpSpPr>
            <a:grpSpLocks/>
          </p:cNvGrpSpPr>
          <p:nvPr/>
        </p:nvGrpSpPr>
        <p:grpSpPr bwMode="auto">
          <a:xfrm>
            <a:off x="18381663" y="3832225"/>
            <a:ext cx="4746625" cy="7153275"/>
            <a:chOff x="0" y="0"/>
            <a:chExt cx="4746647" cy="7153727"/>
          </a:xfrm>
        </p:grpSpPr>
        <p:sp>
          <p:nvSpPr>
            <p:cNvPr id="13323" name="AutoShape 11">
              <a:extLst>
                <a:ext uri="{FF2B5EF4-FFF2-40B4-BE49-F238E27FC236}">
                  <a16:creationId xmlns:a16="http://schemas.microsoft.com/office/drawing/2014/main" id="{D45B0773-BAA8-16A7-9224-BAC9D8C3A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4746647" cy="7153727"/>
            </a:xfrm>
            <a:prstGeom prst="roundRect">
              <a:avLst>
                <a:gd name="adj" fmla="val 10301"/>
              </a:avLst>
            </a:prstGeom>
            <a:solidFill>
              <a:srgbClr val="FFFFFE"/>
            </a:solidFill>
            <a:ln w="50800" cap="flat" cmpd="sng">
              <a:solidFill>
                <a:srgbClr val="173883"/>
              </a:solidFill>
              <a:prstDash val="solid"/>
              <a:miter lim="400000"/>
              <a:headEnd type="none" w="med" len="med"/>
              <a:tailEnd type="none" w="med" len="med"/>
            </a:ln>
            <a:effectLst>
              <a:outerShdw blurRad="139700" dist="148131" dir="5400000" algn="ctr" rotWithShape="0">
                <a:srgbClr val="000000">
                  <a:alpha val="50000"/>
                </a:srgbClr>
              </a:outerShdw>
            </a:effectLst>
          </p:spPr>
          <p:txBody>
            <a:bodyPr lIns="71437" tIns="71437" rIns="71437" bIns="71437" anchor="ctr"/>
            <a:lstStyle>
              <a:lvl1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820738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820738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3600">
                <a:solidFill>
                  <a:srgbClr val="FFFFFF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pic>
          <p:nvPicPr>
            <p:cNvPr id="13324" name="Picture 12">
              <a:extLst>
                <a:ext uri="{FF2B5EF4-FFF2-40B4-BE49-F238E27FC236}">
                  <a16:creationId xmlns:a16="http://schemas.microsoft.com/office/drawing/2014/main" id="{0FCD859C-7C38-B201-A228-0F923470F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-942040" y="1358955"/>
              <a:ext cx="6630195" cy="44640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9311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3325" name="Rectangle 13" descr="Freeform 7">
            <a:extLst>
              <a:ext uri="{FF2B5EF4-FFF2-40B4-BE49-F238E27FC236}">
                <a16:creationId xmlns:a16="http://schemas.microsoft.com/office/drawing/2014/main" id="{03750F5E-2D64-E28E-C293-E14C9F55B95C}"/>
              </a:ext>
            </a:extLst>
          </p:cNvPr>
          <p:cNvSpPr>
            <a:spLocks/>
          </p:cNvSpPr>
          <p:nvPr/>
        </p:nvSpPr>
        <p:spPr bwMode="auto">
          <a:xfrm>
            <a:off x="2663825" y="5924550"/>
            <a:ext cx="4443413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26" name="Rectangle 14" descr="Freeform 7">
            <a:extLst>
              <a:ext uri="{FF2B5EF4-FFF2-40B4-BE49-F238E27FC236}">
                <a16:creationId xmlns:a16="http://schemas.microsoft.com/office/drawing/2014/main" id="{89ABD505-EDC8-DCE4-BF71-A3D8BE0DDA64}"/>
              </a:ext>
            </a:extLst>
          </p:cNvPr>
          <p:cNvSpPr>
            <a:spLocks/>
          </p:cNvSpPr>
          <p:nvPr/>
        </p:nvSpPr>
        <p:spPr bwMode="auto">
          <a:xfrm>
            <a:off x="2663825" y="6988175"/>
            <a:ext cx="4443413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27" name="Rectangle 15" descr="Freeform 7">
            <a:extLst>
              <a:ext uri="{FF2B5EF4-FFF2-40B4-BE49-F238E27FC236}">
                <a16:creationId xmlns:a16="http://schemas.microsoft.com/office/drawing/2014/main" id="{D191E76C-0802-2601-D4A6-64EE89F26666}"/>
              </a:ext>
            </a:extLst>
          </p:cNvPr>
          <p:cNvSpPr>
            <a:spLocks/>
          </p:cNvSpPr>
          <p:nvPr/>
        </p:nvSpPr>
        <p:spPr bwMode="auto">
          <a:xfrm>
            <a:off x="2663825" y="9723438"/>
            <a:ext cx="4443413" cy="881062"/>
          </a:xfrm>
          <a:prstGeom prst="rect">
            <a:avLst/>
          </a:prstGeom>
          <a:solidFill>
            <a:srgbClr val="1A72BA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28" name="Rectangle 16" descr="Freeform 7">
            <a:extLst>
              <a:ext uri="{FF2B5EF4-FFF2-40B4-BE49-F238E27FC236}">
                <a16:creationId xmlns:a16="http://schemas.microsoft.com/office/drawing/2014/main" id="{D95C8769-8B7B-CB97-56B9-E65263AACB59}"/>
              </a:ext>
            </a:extLst>
          </p:cNvPr>
          <p:cNvSpPr>
            <a:spLocks/>
          </p:cNvSpPr>
          <p:nvPr/>
        </p:nvSpPr>
        <p:spPr bwMode="auto">
          <a:xfrm>
            <a:off x="2663825" y="10787063"/>
            <a:ext cx="4443413" cy="881062"/>
          </a:xfrm>
          <a:prstGeom prst="rect">
            <a:avLst/>
          </a:prstGeom>
          <a:solidFill>
            <a:srgbClr val="1A72BA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29" name="Line 17">
            <a:extLst>
              <a:ext uri="{FF2B5EF4-FFF2-40B4-BE49-F238E27FC236}">
                <a16:creationId xmlns:a16="http://schemas.microsoft.com/office/drawing/2014/main" id="{CCD72E28-BA16-EE1B-1762-B597B26046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8809038"/>
            <a:ext cx="15568613" cy="0"/>
          </a:xfrm>
          <a:prstGeom prst="line">
            <a:avLst/>
          </a:prstGeom>
          <a:noFill/>
          <a:ln w="254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13330" name="Rectangle 18" descr="Freeform 7">
            <a:extLst>
              <a:ext uri="{FF2B5EF4-FFF2-40B4-BE49-F238E27FC236}">
                <a16:creationId xmlns:a16="http://schemas.microsoft.com/office/drawing/2014/main" id="{CDB5DE80-9457-A618-68EF-887FD6AB88CD}"/>
              </a:ext>
            </a:extLst>
          </p:cNvPr>
          <p:cNvSpPr>
            <a:spLocks/>
          </p:cNvSpPr>
          <p:nvPr/>
        </p:nvSpPr>
        <p:spPr bwMode="auto">
          <a:xfrm>
            <a:off x="7551738" y="5924550"/>
            <a:ext cx="4443412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31" name="Rectangle 19" descr="Freeform 7">
            <a:extLst>
              <a:ext uri="{FF2B5EF4-FFF2-40B4-BE49-F238E27FC236}">
                <a16:creationId xmlns:a16="http://schemas.microsoft.com/office/drawing/2014/main" id="{5E1862CE-F9FF-A08E-DAE1-9FEAEE114ADC}"/>
              </a:ext>
            </a:extLst>
          </p:cNvPr>
          <p:cNvSpPr>
            <a:spLocks/>
          </p:cNvSpPr>
          <p:nvPr/>
        </p:nvSpPr>
        <p:spPr bwMode="auto">
          <a:xfrm>
            <a:off x="7551738" y="6988175"/>
            <a:ext cx="4443412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32" name="Rectangle 20" descr="Freeform 7">
            <a:extLst>
              <a:ext uri="{FF2B5EF4-FFF2-40B4-BE49-F238E27FC236}">
                <a16:creationId xmlns:a16="http://schemas.microsoft.com/office/drawing/2014/main" id="{9E207C22-3C84-DA57-7882-E4A8062206AA}"/>
              </a:ext>
            </a:extLst>
          </p:cNvPr>
          <p:cNvSpPr>
            <a:spLocks/>
          </p:cNvSpPr>
          <p:nvPr/>
        </p:nvSpPr>
        <p:spPr bwMode="auto">
          <a:xfrm>
            <a:off x="7551738" y="9723438"/>
            <a:ext cx="4443412" cy="881062"/>
          </a:xfrm>
          <a:prstGeom prst="rect">
            <a:avLst/>
          </a:prstGeom>
          <a:solidFill>
            <a:srgbClr val="1A72BA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33" name="Rectangle 21" descr="Freeform 7">
            <a:extLst>
              <a:ext uri="{FF2B5EF4-FFF2-40B4-BE49-F238E27FC236}">
                <a16:creationId xmlns:a16="http://schemas.microsoft.com/office/drawing/2014/main" id="{380F67F5-20DE-C7EC-6B30-E4D780912E33}"/>
              </a:ext>
            </a:extLst>
          </p:cNvPr>
          <p:cNvSpPr>
            <a:spLocks/>
          </p:cNvSpPr>
          <p:nvPr/>
        </p:nvSpPr>
        <p:spPr bwMode="auto">
          <a:xfrm>
            <a:off x="7551738" y="10787063"/>
            <a:ext cx="4443412" cy="881062"/>
          </a:xfrm>
          <a:prstGeom prst="rect">
            <a:avLst/>
          </a:prstGeom>
          <a:solidFill>
            <a:srgbClr val="1A72BA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34" name="Rectangle 22" descr="Freeform 7">
            <a:extLst>
              <a:ext uri="{FF2B5EF4-FFF2-40B4-BE49-F238E27FC236}">
                <a16:creationId xmlns:a16="http://schemas.microsoft.com/office/drawing/2014/main" id="{231CF84E-30B6-84E4-832B-090FC9313E88}"/>
              </a:ext>
            </a:extLst>
          </p:cNvPr>
          <p:cNvSpPr>
            <a:spLocks/>
          </p:cNvSpPr>
          <p:nvPr/>
        </p:nvSpPr>
        <p:spPr bwMode="auto">
          <a:xfrm>
            <a:off x="12384088" y="5924550"/>
            <a:ext cx="4443412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35" name="Rectangle 23" descr="Freeform 7">
            <a:extLst>
              <a:ext uri="{FF2B5EF4-FFF2-40B4-BE49-F238E27FC236}">
                <a16:creationId xmlns:a16="http://schemas.microsoft.com/office/drawing/2014/main" id="{170717A2-E501-B555-56B8-2891D4A565EB}"/>
              </a:ext>
            </a:extLst>
          </p:cNvPr>
          <p:cNvSpPr>
            <a:spLocks/>
          </p:cNvSpPr>
          <p:nvPr/>
        </p:nvSpPr>
        <p:spPr bwMode="auto">
          <a:xfrm>
            <a:off x="12384088" y="6988175"/>
            <a:ext cx="4443412" cy="879475"/>
          </a:xfrm>
          <a:prstGeom prst="rect">
            <a:avLst/>
          </a:prstGeom>
          <a:solidFill>
            <a:srgbClr val="173883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36" name="Rectangle 24" descr="Freeform 7">
            <a:extLst>
              <a:ext uri="{FF2B5EF4-FFF2-40B4-BE49-F238E27FC236}">
                <a16:creationId xmlns:a16="http://schemas.microsoft.com/office/drawing/2014/main" id="{9679A20B-ED65-E6A6-AA2D-EF60986A0EE9}"/>
              </a:ext>
            </a:extLst>
          </p:cNvPr>
          <p:cNvSpPr>
            <a:spLocks/>
          </p:cNvSpPr>
          <p:nvPr/>
        </p:nvSpPr>
        <p:spPr bwMode="auto">
          <a:xfrm>
            <a:off x="12384088" y="9723438"/>
            <a:ext cx="4443412" cy="881062"/>
          </a:xfrm>
          <a:prstGeom prst="rect">
            <a:avLst/>
          </a:prstGeom>
          <a:solidFill>
            <a:srgbClr val="1A72BA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37" name="Rectangle 25" descr="Freeform 7">
            <a:extLst>
              <a:ext uri="{FF2B5EF4-FFF2-40B4-BE49-F238E27FC236}">
                <a16:creationId xmlns:a16="http://schemas.microsoft.com/office/drawing/2014/main" id="{F910590B-E208-6DB1-00F1-E0E224BA2057}"/>
              </a:ext>
            </a:extLst>
          </p:cNvPr>
          <p:cNvSpPr>
            <a:spLocks/>
          </p:cNvSpPr>
          <p:nvPr/>
        </p:nvSpPr>
        <p:spPr bwMode="auto">
          <a:xfrm>
            <a:off x="12384088" y="10787063"/>
            <a:ext cx="4443412" cy="881062"/>
          </a:xfrm>
          <a:prstGeom prst="rect">
            <a:avLst/>
          </a:prstGeom>
          <a:solidFill>
            <a:srgbClr val="1A72BA"/>
          </a:solidFill>
          <a:ln w="381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45720" rIns="45720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338" name="Text Box 26" descr="TextBox 8">
            <a:extLst>
              <a:ext uri="{FF2B5EF4-FFF2-40B4-BE49-F238E27FC236}">
                <a16:creationId xmlns:a16="http://schemas.microsoft.com/office/drawing/2014/main" id="{56ED3138-9532-1E55-27CE-F6F30E059648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34949" y="6556375"/>
            <a:ext cx="377190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4600" b="1">
                <a:solidFill>
                  <a:srgbClr val="173883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BEHOEFTEN</a:t>
            </a:r>
          </a:p>
        </p:txBody>
      </p:sp>
      <p:sp>
        <p:nvSpPr>
          <p:cNvPr id="13339" name="Text Box 27" descr="TextBox 8">
            <a:extLst>
              <a:ext uri="{FF2B5EF4-FFF2-40B4-BE49-F238E27FC236}">
                <a16:creationId xmlns:a16="http://schemas.microsoft.com/office/drawing/2014/main" id="{F363AE49-F2C3-9B17-5E05-83ED247CD743}"/>
              </a:ext>
            </a:extLst>
          </p:cNvPr>
          <p:cNvSpPr txBox="1">
            <a:spLocks/>
          </p:cNvSpPr>
          <p:nvPr/>
        </p:nvSpPr>
        <p:spPr bwMode="auto">
          <a:xfrm rot="16200000">
            <a:off x="-238124" y="10309225"/>
            <a:ext cx="377825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4600" b="1">
                <a:solidFill>
                  <a:srgbClr val="173883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VOORKEUR</a:t>
            </a:r>
          </a:p>
        </p:txBody>
      </p:sp>
      <p:sp>
        <p:nvSpPr>
          <p:cNvPr id="13340" name="Text Box 28" descr="TextBox 8">
            <a:extLst>
              <a:ext uri="{FF2B5EF4-FFF2-40B4-BE49-F238E27FC236}">
                <a16:creationId xmlns:a16="http://schemas.microsoft.com/office/drawing/2014/main" id="{4E4EF4D1-CC23-6048-A6D6-F12DE81B5F46}"/>
              </a:ext>
            </a:extLst>
          </p:cNvPr>
          <p:cNvSpPr txBox="1">
            <a:spLocks/>
          </p:cNvSpPr>
          <p:nvPr/>
        </p:nvSpPr>
        <p:spPr bwMode="auto">
          <a:xfrm>
            <a:off x="7488238" y="3611563"/>
            <a:ext cx="4481512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FYSIEK</a:t>
            </a:r>
          </a:p>
        </p:txBody>
      </p:sp>
      <p:sp>
        <p:nvSpPr>
          <p:cNvPr id="13341" name="Text Box 29" descr="TextBox 8">
            <a:extLst>
              <a:ext uri="{FF2B5EF4-FFF2-40B4-BE49-F238E27FC236}">
                <a16:creationId xmlns:a16="http://schemas.microsoft.com/office/drawing/2014/main" id="{2C2D204C-314E-47FB-89ED-FE0A3650BA25}"/>
              </a:ext>
            </a:extLst>
          </p:cNvPr>
          <p:cNvSpPr txBox="1">
            <a:spLocks/>
          </p:cNvSpPr>
          <p:nvPr/>
        </p:nvSpPr>
        <p:spPr bwMode="auto">
          <a:xfrm>
            <a:off x="12390438" y="3611563"/>
            <a:ext cx="4481512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PERSOONLIJKHEID</a:t>
            </a:r>
          </a:p>
        </p:txBody>
      </p:sp>
      <p:sp>
        <p:nvSpPr>
          <p:cNvPr id="13342" name="Line 30">
            <a:extLst>
              <a:ext uri="{FF2B5EF4-FFF2-40B4-BE49-F238E27FC236}">
                <a16:creationId xmlns:a16="http://schemas.microsoft.com/office/drawing/2014/main" id="{7A13C6BB-C7BF-F9E7-E9DF-E1B002D131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12561888"/>
            <a:ext cx="15568613" cy="0"/>
          </a:xfrm>
          <a:prstGeom prst="line">
            <a:avLst/>
          </a:prstGeom>
          <a:noFill/>
          <a:ln w="25400" cap="flat" cmpd="sng">
            <a:solidFill>
              <a:srgbClr val="17388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LID4096" altLang="LID4096"/>
          </a:p>
        </p:txBody>
      </p:sp>
      <p:sp>
        <p:nvSpPr>
          <p:cNvPr id="13343" name="Rectangle 31">
            <a:extLst>
              <a:ext uri="{FF2B5EF4-FFF2-40B4-BE49-F238E27FC236}">
                <a16:creationId xmlns:a16="http://schemas.microsoft.com/office/drawing/2014/main" id="{91277740-1D9E-6697-BD16-E8A2162FE81C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F6417F8F-F160-444E-B801-107E8256AB1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1" descr="Afbeelding">
            <a:extLst>
              <a:ext uri="{FF2B5EF4-FFF2-40B4-BE49-F238E27FC236}">
                <a16:creationId xmlns:a16="http://schemas.microsoft.com/office/drawing/2014/main" id="{374F83EC-FAB1-F885-AD0F-8999E070721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4313"/>
            <a:ext cx="13519150" cy="136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677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338" name="Rectangle 2">
            <a:extLst>
              <a:ext uri="{FF2B5EF4-FFF2-40B4-BE49-F238E27FC236}">
                <a16:creationId xmlns:a16="http://schemas.microsoft.com/office/drawing/2014/main" id="{E1F299B2-BE06-38BD-1E2A-9D04E8D0F25B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421BD130-752F-4308-88FF-938CF33112B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1">
            <a:extLst>
              <a:ext uri="{FF2B5EF4-FFF2-40B4-BE49-F238E27FC236}">
                <a16:creationId xmlns:a16="http://schemas.microsoft.com/office/drawing/2014/main" id="{4768342D-9C71-BDF9-39C9-55222CCD15F6}"/>
              </a:ext>
            </a:extLst>
          </p:cNvPr>
          <p:cNvSpPr txBox="1">
            <a:spLocks/>
          </p:cNvSpPr>
          <p:nvPr/>
        </p:nvSpPr>
        <p:spPr bwMode="auto">
          <a:xfrm>
            <a:off x="311150" y="568325"/>
            <a:ext cx="2854325" cy="1409700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 Light" charset="0"/>
              <a:buNone/>
            </a:pPr>
            <a:r>
              <a:rPr lang="LID4096" altLang="LID4096" sz="9000" b="1">
                <a:solidFill>
                  <a:srgbClr val="AF8B3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BFG</a:t>
            </a:r>
          </a:p>
        </p:txBody>
      </p:sp>
      <p:sp>
        <p:nvSpPr>
          <p:cNvPr id="15362" name="Text Box 2">
            <a:extLst>
              <a:ext uri="{FF2B5EF4-FFF2-40B4-BE49-F238E27FC236}">
                <a16:creationId xmlns:a16="http://schemas.microsoft.com/office/drawing/2014/main" id="{AD0C1D46-1377-6D24-69E2-A76355B25B6A}"/>
              </a:ext>
            </a:extLst>
          </p:cNvPr>
          <p:cNvSpPr txBox="1">
            <a:spLocks/>
          </p:cNvSpPr>
          <p:nvPr/>
        </p:nvSpPr>
        <p:spPr bwMode="auto">
          <a:xfrm>
            <a:off x="392113" y="358775"/>
            <a:ext cx="28543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4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CLUB</a:t>
            </a:r>
          </a:p>
        </p:txBody>
      </p:sp>
      <p:sp>
        <p:nvSpPr>
          <p:cNvPr id="15363" name="Line 3">
            <a:extLst>
              <a:ext uri="{FF2B5EF4-FFF2-40B4-BE49-F238E27FC236}">
                <a16:creationId xmlns:a16="http://schemas.microsoft.com/office/drawing/2014/main" id="{CF420076-43CA-3815-D650-26FC72621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950" y="1982788"/>
            <a:ext cx="2363788" cy="0"/>
          </a:xfrm>
          <a:prstGeom prst="line">
            <a:avLst/>
          </a:prstGeom>
          <a:noFill/>
          <a:ln w="508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400">
              <a:solidFill>
                <a:srgbClr val="FFFFFF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15364" name="Text Box 4" descr="TextBox 21">
            <a:extLst>
              <a:ext uri="{FF2B5EF4-FFF2-40B4-BE49-F238E27FC236}">
                <a16:creationId xmlns:a16="http://schemas.microsoft.com/office/drawing/2014/main" id="{602B6900-F405-FCB0-25B8-3E68D5C2DD72}"/>
              </a:ext>
            </a:extLst>
          </p:cNvPr>
          <p:cNvSpPr txBox="1">
            <a:spLocks/>
          </p:cNvSpPr>
          <p:nvPr/>
        </p:nvSpPr>
        <p:spPr bwMode="auto">
          <a:xfrm>
            <a:off x="5170488" y="1739900"/>
            <a:ext cx="15079662" cy="5207000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203200" indent="-2032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b="1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32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We zijn een Bossche club, een Bosschenaar is trots op onze stad en club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32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We zijn strijdbaar, we buigen wel, maar barsten niet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32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Met heel ons hart staan we achter FC Den Bosch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32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Hier leren we van tegenslagen om vervolgens samen te groeien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32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We zijn een hartverwarmende Bossche club, voor iedereen</a:t>
            </a:r>
            <a:endParaRPr lang="LID4096" altLang="LID4096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pic>
        <p:nvPicPr>
          <p:cNvPr id="15365" name="Picture 5">
            <a:extLst>
              <a:ext uri="{FF2B5EF4-FFF2-40B4-BE49-F238E27FC236}">
                <a16:creationId xmlns:a16="http://schemas.microsoft.com/office/drawing/2014/main" id="{05509E03-DA80-ABF2-509C-793959073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8" y="2362200"/>
            <a:ext cx="1673225" cy="1673225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7439F8A4-82CB-A2D8-1B2E-20ABD71A368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2438" y="12850813"/>
            <a:ext cx="5808662" cy="763587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5367" name="AutoShape 7">
            <a:extLst>
              <a:ext uri="{FF2B5EF4-FFF2-40B4-BE49-F238E27FC236}">
                <a16:creationId xmlns:a16="http://schemas.microsoft.com/office/drawing/2014/main" id="{C6ED0D08-6F29-5B89-353D-655F1CCAC7F4}"/>
              </a:ext>
            </a:extLst>
          </p:cNvPr>
          <p:cNvSpPr>
            <a:spLocks/>
          </p:cNvSpPr>
          <p:nvPr/>
        </p:nvSpPr>
        <p:spPr bwMode="auto">
          <a:xfrm>
            <a:off x="12036425" y="9582150"/>
            <a:ext cx="1790700" cy="1582738"/>
          </a:xfrm>
          <a:custGeom>
            <a:avLst/>
            <a:gdLst>
              <a:gd name="T0" fmla="+- 0 10807 54"/>
              <a:gd name="T1" fmla="*/ T0 w 21506"/>
              <a:gd name="T2" fmla="+- 0 10883 167"/>
              <a:gd name="T3" fmla="*/ 10883 h 21433"/>
              <a:gd name="T4" fmla="+- 0 10807 54"/>
              <a:gd name="T5" fmla="*/ T4 w 21506"/>
              <a:gd name="T6" fmla="+- 0 10883 167"/>
              <a:gd name="T7" fmla="*/ 10883 h 21433"/>
              <a:gd name="T8" fmla="+- 0 10807 54"/>
              <a:gd name="T9" fmla="*/ T8 w 21506"/>
              <a:gd name="T10" fmla="+- 0 10883 167"/>
              <a:gd name="T11" fmla="*/ 10883 h 21433"/>
              <a:gd name="T12" fmla="+- 0 10807 54"/>
              <a:gd name="T13" fmla="*/ T12 w 21506"/>
              <a:gd name="T14" fmla="+- 0 10883 167"/>
              <a:gd name="T15" fmla="*/ 10883 h 21433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506" h="21433">
                <a:moveTo>
                  <a:pt x="5838" y="8"/>
                </a:moveTo>
                <a:cubicBezTo>
                  <a:pt x="3712" y="114"/>
                  <a:pt x="158" y="1891"/>
                  <a:pt x="2" y="7232"/>
                </a:cubicBezTo>
                <a:cubicBezTo>
                  <a:pt x="-54" y="9134"/>
                  <a:pt x="1253" y="14877"/>
                  <a:pt x="10702" y="21433"/>
                </a:cubicBezTo>
                <a:cubicBezTo>
                  <a:pt x="20130" y="14892"/>
                  <a:pt x="21546" y="9139"/>
                  <a:pt x="21505" y="7232"/>
                </a:cubicBezTo>
                <a:cubicBezTo>
                  <a:pt x="21391" y="1889"/>
                  <a:pt x="17806" y="115"/>
                  <a:pt x="15669" y="8"/>
                </a:cubicBezTo>
                <a:cubicBezTo>
                  <a:pt x="12170" y="-167"/>
                  <a:pt x="10753" y="2729"/>
                  <a:pt x="10753" y="2729"/>
                </a:cubicBezTo>
                <a:cubicBezTo>
                  <a:pt x="10753" y="2729"/>
                  <a:pt x="9337" y="-167"/>
                  <a:pt x="5838" y="8"/>
                </a:cubicBezTo>
                <a:close/>
              </a:path>
            </a:pathLst>
          </a:custGeom>
          <a:solidFill>
            <a:srgbClr val="FFFFFF"/>
          </a:solidFill>
          <a:ln w="25400" cap="flat" cmpd="sng">
            <a:solidFill>
              <a:srgbClr val="4F81BD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368" name="Text Box 8">
            <a:extLst>
              <a:ext uri="{FF2B5EF4-FFF2-40B4-BE49-F238E27FC236}">
                <a16:creationId xmlns:a16="http://schemas.microsoft.com/office/drawing/2014/main" id="{78D09005-CD11-81AB-E873-F0D2E500DEBC}"/>
              </a:ext>
            </a:extLst>
          </p:cNvPr>
          <p:cNvSpPr txBox="1">
            <a:spLocks/>
          </p:cNvSpPr>
          <p:nvPr/>
        </p:nvSpPr>
        <p:spPr bwMode="auto">
          <a:xfrm>
            <a:off x="11010900" y="8174038"/>
            <a:ext cx="3841750" cy="16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HARTSTOCHT</a:t>
            </a:r>
          </a:p>
        </p:txBody>
      </p:sp>
      <p:sp>
        <p:nvSpPr>
          <p:cNvPr id="15369" name="AutoShape 9">
            <a:extLst>
              <a:ext uri="{FF2B5EF4-FFF2-40B4-BE49-F238E27FC236}">
                <a16:creationId xmlns:a16="http://schemas.microsoft.com/office/drawing/2014/main" id="{65B95D24-1B56-D07B-8CD5-26B2863295C3}"/>
              </a:ext>
            </a:extLst>
          </p:cNvPr>
          <p:cNvSpPr>
            <a:spLocks/>
          </p:cNvSpPr>
          <p:nvPr/>
        </p:nvSpPr>
        <p:spPr bwMode="auto">
          <a:xfrm>
            <a:off x="16600488" y="9574213"/>
            <a:ext cx="1879600" cy="1454150"/>
          </a:xfrm>
          <a:custGeom>
            <a:avLst/>
            <a:gdLst>
              <a:gd name="T0" fmla="+- 0 10800 17"/>
              <a:gd name="T1" fmla="*/ T0 w 21566"/>
              <a:gd name="T2" fmla="+- 0 10801 2"/>
              <a:gd name="T3" fmla="*/ 10801 h 21598"/>
              <a:gd name="T4" fmla="+- 0 10800 17"/>
              <a:gd name="T5" fmla="*/ T4 w 21566"/>
              <a:gd name="T6" fmla="+- 0 10801 2"/>
              <a:gd name="T7" fmla="*/ 10801 h 21598"/>
              <a:gd name="T8" fmla="+- 0 10800 17"/>
              <a:gd name="T9" fmla="*/ T8 w 21566"/>
              <a:gd name="T10" fmla="+- 0 10801 2"/>
              <a:gd name="T11" fmla="*/ 10801 h 21598"/>
              <a:gd name="T12" fmla="+- 0 10800 17"/>
              <a:gd name="T13" fmla="*/ T12 w 21566"/>
              <a:gd name="T14" fmla="+- 0 10801 2"/>
              <a:gd name="T15" fmla="*/ 10801 h 21598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566" h="21598">
                <a:moveTo>
                  <a:pt x="21464" y="6"/>
                </a:moveTo>
                <a:cubicBezTo>
                  <a:pt x="21442" y="-2"/>
                  <a:pt x="21417" y="-2"/>
                  <a:pt x="21392" y="8"/>
                </a:cubicBezTo>
                <a:lnTo>
                  <a:pt x="18267" y="1242"/>
                </a:lnTo>
                <a:cubicBezTo>
                  <a:pt x="18161" y="1283"/>
                  <a:pt x="18132" y="1450"/>
                  <a:pt x="18212" y="1547"/>
                </a:cubicBezTo>
                <a:lnTo>
                  <a:pt x="18753" y="2202"/>
                </a:lnTo>
                <a:cubicBezTo>
                  <a:pt x="18809" y="2274"/>
                  <a:pt x="18815" y="2386"/>
                  <a:pt x="18759" y="2459"/>
                </a:cubicBezTo>
                <a:lnTo>
                  <a:pt x="13208" y="10155"/>
                </a:lnTo>
                <a:cubicBezTo>
                  <a:pt x="13152" y="10227"/>
                  <a:pt x="13058" y="10235"/>
                  <a:pt x="13002" y="10155"/>
                </a:cubicBezTo>
                <a:lnTo>
                  <a:pt x="9056" y="4932"/>
                </a:lnTo>
                <a:cubicBezTo>
                  <a:pt x="9000" y="4859"/>
                  <a:pt x="8907" y="4859"/>
                  <a:pt x="8851" y="4932"/>
                </a:cubicBezTo>
                <a:lnTo>
                  <a:pt x="39" y="17166"/>
                </a:lnTo>
                <a:cubicBezTo>
                  <a:pt x="-17" y="17238"/>
                  <a:pt x="-11" y="17350"/>
                  <a:pt x="45" y="17423"/>
                </a:cubicBezTo>
                <a:lnTo>
                  <a:pt x="941" y="18503"/>
                </a:lnTo>
                <a:cubicBezTo>
                  <a:pt x="997" y="18576"/>
                  <a:pt x="1084" y="18568"/>
                  <a:pt x="1140" y="18495"/>
                </a:cubicBezTo>
                <a:lnTo>
                  <a:pt x="8877" y="7770"/>
                </a:lnTo>
                <a:cubicBezTo>
                  <a:pt x="8933" y="7697"/>
                  <a:pt x="9025" y="7689"/>
                  <a:pt x="9081" y="7770"/>
                </a:cubicBezTo>
                <a:lnTo>
                  <a:pt x="13047" y="13016"/>
                </a:lnTo>
                <a:cubicBezTo>
                  <a:pt x="13103" y="13096"/>
                  <a:pt x="13201" y="13089"/>
                  <a:pt x="13251" y="13008"/>
                </a:cubicBezTo>
                <a:lnTo>
                  <a:pt x="13706" y="12315"/>
                </a:lnTo>
                <a:lnTo>
                  <a:pt x="19848" y="3796"/>
                </a:lnTo>
                <a:cubicBezTo>
                  <a:pt x="19904" y="3723"/>
                  <a:pt x="19992" y="3716"/>
                  <a:pt x="20048" y="3788"/>
                </a:cubicBezTo>
                <a:lnTo>
                  <a:pt x="20589" y="4441"/>
                </a:lnTo>
                <a:cubicBezTo>
                  <a:pt x="20670" y="4537"/>
                  <a:pt x="20802" y="4490"/>
                  <a:pt x="20826" y="4353"/>
                </a:cubicBezTo>
                <a:lnTo>
                  <a:pt x="21560" y="235"/>
                </a:lnTo>
                <a:cubicBezTo>
                  <a:pt x="21583" y="126"/>
                  <a:pt x="21533" y="30"/>
                  <a:pt x="21464" y="6"/>
                </a:cubicBezTo>
                <a:close/>
                <a:moveTo>
                  <a:pt x="20260" y="5385"/>
                </a:moveTo>
                <a:cubicBezTo>
                  <a:pt x="20232" y="5392"/>
                  <a:pt x="20204" y="5410"/>
                  <a:pt x="20179" y="5440"/>
                </a:cubicBezTo>
                <a:lnTo>
                  <a:pt x="17857" y="8656"/>
                </a:lnTo>
                <a:lnTo>
                  <a:pt x="17347" y="9429"/>
                </a:lnTo>
                <a:cubicBezTo>
                  <a:pt x="17328" y="9462"/>
                  <a:pt x="17316" y="9510"/>
                  <a:pt x="17316" y="9550"/>
                </a:cubicBezTo>
                <a:lnTo>
                  <a:pt x="17316" y="21412"/>
                </a:lnTo>
                <a:cubicBezTo>
                  <a:pt x="17316" y="21516"/>
                  <a:pt x="17377" y="21598"/>
                  <a:pt x="17458" y="21598"/>
                </a:cubicBezTo>
                <a:lnTo>
                  <a:pt x="20290" y="21598"/>
                </a:lnTo>
                <a:cubicBezTo>
                  <a:pt x="20371" y="21598"/>
                  <a:pt x="20434" y="21516"/>
                  <a:pt x="20434" y="21412"/>
                </a:cubicBezTo>
                <a:lnTo>
                  <a:pt x="20434" y="5561"/>
                </a:lnTo>
                <a:cubicBezTo>
                  <a:pt x="20434" y="5440"/>
                  <a:pt x="20346" y="5364"/>
                  <a:pt x="20260" y="5385"/>
                </a:cubicBezTo>
                <a:close/>
                <a:moveTo>
                  <a:pt x="9174" y="9548"/>
                </a:moveTo>
                <a:cubicBezTo>
                  <a:pt x="9094" y="9530"/>
                  <a:pt x="9007" y="9606"/>
                  <a:pt x="9007" y="9727"/>
                </a:cubicBezTo>
                <a:lnTo>
                  <a:pt x="9007" y="21412"/>
                </a:lnTo>
                <a:cubicBezTo>
                  <a:pt x="9007" y="21516"/>
                  <a:pt x="9068" y="21598"/>
                  <a:pt x="9149" y="21598"/>
                </a:cubicBezTo>
                <a:lnTo>
                  <a:pt x="11981" y="21598"/>
                </a:lnTo>
                <a:cubicBezTo>
                  <a:pt x="12062" y="21598"/>
                  <a:pt x="12125" y="21516"/>
                  <a:pt x="12125" y="21412"/>
                </a:cubicBezTo>
                <a:lnTo>
                  <a:pt x="12125" y="13474"/>
                </a:lnTo>
                <a:cubicBezTo>
                  <a:pt x="12125" y="13426"/>
                  <a:pt x="12113" y="13386"/>
                  <a:pt x="12082" y="13345"/>
                </a:cubicBezTo>
                <a:lnTo>
                  <a:pt x="9250" y="9598"/>
                </a:lnTo>
                <a:cubicBezTo>
                  <a:pt x="9228" y="9570"/>
                  <a:pt x="9201" y="9554"/>
                  <a:pt x="9174" y="9548"/>
                </a:cubicBezTo>
                <a:close/>
                <a:moveTo>
                  <a:pt x="16102" y="10653"/>
                </a:moveTo>
                <a:cubicBezTo>
                  <a:pt x="16074" y="10659"/>
                  <a:pt x="16045" y="10676"/>
                  <a:pt x="16021" y="10704"/>
                </a:cubicBezTo>
                <a:lnTo>
                  <a:pt x="13700" y="13917"/>
                </a:lnTo>
                <a:lnTo>
                  <a:pt x="13189" y="14693"/>
                </a:lnTo>
                <a:cubicBezTo>
                  <a:pt x="13170" y="14725"/>
                  <a:pt x="13158" y="14773"/>
                  <a:pt x="13158" y="14814"/>
                </a:cubicBezTo>
                <a:lnTo>
                  <a:pt x="13158" y="21412"/>
                </a:lnTo>
                <a:cubicBezTo>
                  <a:pt x="13158" y="21516"/>
                  <a:pt x="13221" y="21598"/>
                  <a:pt x="13301" y="21598"/>
                </a:cubicBezTo>
                <a:lnTo>
                  <a:pt x="16133" y="21598"/>
                </a:lnTo>
                <a:cubicBezTo>
                  <a:pt x="16214" y="21598"/>
                  <a:pt x="16275" y="21516"/>
                  <a:pt x="16275" y="21412"/>
                </a:cubicBezTo>
                <a:lnTo>
                  <a:pt x="16275" y="10832"/>
                </a:lnTo>
                <a:cubicBezTo>
                  <a:pt x="16275" y="10711"/>
                  <a:pt x="16188" y="10636"/>
                  <a:pt x="16102" y="10653"/>
                </a:cubicBezTo>
                <a:close/>
                <a:moveTo>
                  <a:pt x="7801" y="10923"/>
                </a:moveTo>
                <a:cubicBezTo>
                  <a:pt x="7774" y="10930"/>
                  <a:pt x="7747" y="10946"/>
                  <a:pt x="7725" y="10976"/>
                </a:cubicBezTo>
                <a:lnTo>
                  <a:pt x="4894" y="14902"/>
                </a:lnTo>
                <a:cubicBezTo>
                  <a:pt x="4869" y="14934"/>
                  <a:pt x="4855" y="14974"/>
                  <a:pt x="4855" y="15023"/>
                </a:cubicBezTo>
                <a:lnTo>
                  <a:pt x="4855" y="21412"/>
                </a:lnTo>
                <a:cubicBezTo>
                  <a:pt x="4855" y="21516"/>
                  <a:pt x="4918" y="21598"/>
                  <a:pt x="4999" y="21598"/>
                </a:cubicBezTo>
                <a:lnTo>
                  <a:pt x="7830" y="21598"/>
                </a:lnTo>
                <a:cubicBezTo>
                  <a:pt x="7911" y="21598"/>
                  <a:pt x="7974" y="21516"/>
                  <a:pt x="7974" y="21412"/>
                </a:cubicBezTo>
                <a:lnTo>
                  <a:pt x="7974" y="11097"/>
                </a:lnTo>
                <a:cubicBezTo>
                  <a:pt x="7974" y="10976"/>
                  <a:pt x="7884" y="10902"/>
                  <a:pt x="7801" y="10923"/>
                </a:cubicBezTo>
                <a:close/>
                <a:moveTo>
                  <a:pt x="3680" y="16498"/>
                </a:moveTo>
                <a:cubicBezTo>
                  <a:pt x="3652" y="16505"/>
                  <a:pt x="3626" y="16524"/>
                  <a:pt x="3604" y="16554"/>
                </a:cubicBezTo>
                <a:lnTo>
                  <a:pt x="772" y="20477"/>
                </a:lnTo>
                <a:cubicBezTo>
                  <a:pt x="747" y="20510"/>
                  <a:pt x="735" y="20550"/>
                  <a:pt x="735" y="20598"/>
                </a:cubicBezTo>
                <a:lnTo>
                  <a:pt x="735" y="21412"/>
                </a:lnTo>
                <a:cubicBezTo>
                  <a:pt x="735" y="21516"/>
                  <a:pt x="798" y="21598"/>
                  <a:pt x="879" y="21598"/>
                </a:cubicBezTo>
                <a:lnTo>
                  <a:pt x="3711" y="21598"/>
                </a:lnTo>
                <a:cubicBezTo>
                  <a:pt x="3792" y="21598"/>
                  <a:pt x="3853" y="21516"/>
                  <a:pt x="3853" y="21412"/>
                </a:cubicBezTo>
                <a:lnTo>
                  <a:pt x="3853" y="16682"/>
                </a:lnTo>
                <a:cubicBezTo>
                  <a:pt x="3853" y="16555"/>
                  <a:pt x="3762" y="16478"/>
                  <a:pt x="3680" y="16498"/>
                </a:cubicBezTo>
                <a:close/>
              </a:path>
            </a:pathLst>
          </a:custGeom>
          <a:solidFill>
            <a:srgbClr val="FFFFFF"/>
          </a:solidFill>
          <a:ln w="25400" cap="flat" cmpd="sng">
            <a:solidFill>
              <a:srgbClr val="4F81BD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370" name="Text Box 10">
            <a:extLst>
              <a:ext uri="{FF2B5EF4-FFF2-40B4-BE49-F238E27FC236}">
                <a16:creationId xmlns:a16="http://schemas.microsoft.com/office/drawing/2014/main" id="{0A0530F0-76EF-D528-91BC-A97D4F29DC3B}"/>
              </a:ext>
            </a:extLst>
          </p:cNvPr>
          <p:cNvSpPr txBox="1">
            <a:spLocks/>
          </p:cNvSpPr>
          <p:nvPr/>
        </p:nvSpPr>
        <p:spPr bwMode="auto">
          <a:xfrm>
            <a:off x="16443325" y="8174038"/>
            <a:ext cx="2000250" cy="16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GROEI</a:t>
            </a:r>
          </a:p>
        </p:txBody>
      </p:sp>
      <p:sp>
        <p:nvSpPr>
          <p:cNvPr id="15371" name="Text Box 11">
            <a:extLst>
              <a:ext uri="{FF2B5EF4-FFF2-40B4-BE49-F238E27FC236}">
                <a16:creationId xmlns:a16="http://schemas.microsoft.com/office/drawing/2014/main" id="{03827589-0DA0-580D-5ACD-2F7FD83201C2}"/>
              </a:ext>
            </a:extLst>
          </p:cNvPr>
          <p:cNvSpPr txBox="1">
            <a:spLocks/>
          </p:cNvSpPr>
          <p:nvPr/>
        </p:nvSpPr>
        <p:spPr bwMode="auto">
          <a:xfrm>
            <a:off x="1511300" y="8174038"/>
            <a:ext cx="2206625" cy="16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BOSCH</a:t>
            </a:r>
          </a:p>
        </p:txBody>
      </p:sp>
      <p:sp>
        <p:nvSpPr>
          <p:cNvPr id="15372" name="Text Box 12">
            <a:extLst>
              <a:ext uri="{FF2B5EF4-FFF2-40B4-BE49-F238E27FC236}">
                <a16:creationId xmlns:a16="http://schemas.microsoft.com/office/drawing/2014/main" id="{877CF7E9-A819-88BF-ED06-411F335306D5}"/>
              </a:ext>
            </a:extLst>
          </p:cNvPr>
          <p:cNvSpPr txBox="1">
            <a:spLocks/>
          </p:cNvSpPr>
          <p:nvPr/>
        </p:nvSpPr>
        <p:spPr bwMode="auto">
          <a:xfrm>
            <a:off x="5859463" y="8174038"/>
            <a:ext cx="3560762" cy="16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STRIJDBAAR</a:t>
            </a:r>
          </a:p>
        </p:txBody>
      </p:sp>
      <p:sp>
        <p:nvSpPr>
          <p:cNvPr id="15373" name="Text Box 13">
            <a:extLst>
              <a:ext uri="{FF2B5EF4-FFF2-40B4-BE49-F238E27FC236}">
                <a16:creationId xmlns:a16="http://schemas.microsoft.com/office/drawing/2014/main" id="{E220F084-0D83-D741-20B1-66A469952902}"/>
              </a:ext>
            </a:extLst>
          </p:cNvPr>
          <p:cNvSpPr txBox="1">
            <a:spLocks/>
          </p:cNvSpPr>
          <p:nvPr/>
        </p:nvSpPr>
        <p:spPr bwMode="auto">
          <a:xfrm>
            <a:off x="20227925" y="8174038"/>
            <a:ext cx="2914650" cy="162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GASTVRIJ</a:t>
            </a:r>
          </a:p>
        </p:txBody>
      </p:sp>
      <p:pic>
        <p:nvPicPr>
          <p:cNvPr id="15374" name="Picture 14">
            <a:extLst>
              <a:ext uri="{FF2B5EF4-FFF2-40B4-BE49-F238E27FC236}">
                <a16:creationId xmlns:a16="http://schemas.microsoft.com/office/drawing/2014/main" id="{360BE77B-4BE3-D4DD-BA2C-2EC1E548FA5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6363" y="9537700"/>
            <a:ext cx="2519362" cy="152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75" name="Rectangle 15">
            <a:extLst>
              <a:ext uri="{FF2B5EF4-FFF2-40B4-BE49-F238E27FC236}">
                <a16:creationId xmlns:a16="http://schemas.microsoft.com/office/drawing/2014/main" id="{94279AFF-1CAE-BB97-00BE-FAD4EE7AC8D5}"/>
              </a:ext>
            </a:extLst>
          </p:cNvPr>
          <p:cNvSpPr>
            <a:spLocks/>
          </p:cNvSpPr>
          <p:nvPr/>
        </p:nvSpPr>
        <p:spPr bwMode="auto">
          <a:xfrm>
            <a:off x="6191250" y="10188575"/>
            <a:ext cx="995363" cy="931863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4F81BD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376" name="Rectangle 16">
            <a:extLst>
              <a:ext uri="{FF2B5EF4-FFF2-40B4-BE49-F238E27FC236}">
                <a16:creationId xmlns:a16="http://schemas.microsoft.com/office/drawing/2014/main" id="{3025F38C-237E-C8C9-08F3-B382B2D1DD0A}"/>
              </a:ext>
            </a:extLst>
          </p:cNvPr>
          <p:cNvSpPr>
            <a:spLocks/>
          </p:cNvSpPr>
          <p:nvPr/>
        </p:nvSpPr>
        <p:spPr bwMode="auto">
          <a:xfrm>
            <a:off x="8110538" y="10188575"/>
            <a:ext cx="993775" cy="931863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4F81BD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377" name="Rectangle 17">
            <a:extLst>
              <a:ext uri="{FF2B5EF4-FFF2-40B4-BE49-F238E27FC236}">
                <a16:creationId xmlns:a16="http://schemas.microsoft.com/office/drawing/2014/main" id="{CB114D13-40A0-E9CC-C44C-8A09DF4A34C6}"/>
              </a:ext>
            </a:extLst>
          </p:cNvPr>
          <p:cNvSpPr>
            <a:spLocks/>
          </p:cNvSpPr>
          <p:nvPr/>
        </p:nvSpPr>
        <p:spPr bwMode="auto">
          <a:xfrm>
            <a:off x="7177088" y="9626600"/>
            <a:ext cx="993775" cy="1493838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4F81BD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378" name="Text Box 18">
            <a:extLst>
              <a:ext uri="{FF2B5EF4-FFF2-40B4-BE49-F238E27FC236}">
                <a16:creationId xmlns:a16="http://schemas.microsoft.com/office/drawing/2014/main" id="{8470253C-7BFE-8206-CA4A-AD0DAA722B01}"/>
              </a:ext>
            </a:extLst>
          </p:cNvPr>
          <p:cNvSpPr txBox="1">
            <a:spLocks/>
          </p:cNvSpPr>
          <p:nvPr/>
        </p:nvSpPr>
        <p:spPr bwMode="auto">
          <a:xfrm>
            <a:off x="7410450" y="9858375"/>
            <a:ext cx="522288" cy="881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6000">
                <a:solidFill>
                  <a:srgbClr val="115AA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</a:t>
            </a:r>
          </a:p>
        </p:txBody>
      </p:sp>
      <p:sp>
        <p:nvSpPr>
          <p:cNvPr id="15379" name="Text Box 19">
            <a:extLst>
              <a:ext uri="{FF2B5EF4-FFF2-40B4-BE49-F238E27FC236}">
                <a16:creationId xmlns:a16="http://schemas.microsoft.com/office/drawing/2014/main" id="{49B9707E-3BFE-E6E9-0E90-E8E70C621259}"/>
              </a:ext>
            </a:extLst>
          </p:cNvPr>
          <p:cNvSpPr txBox="1">
            <a:spLocks/>
          </p:cNvSpPr>
          <p:nvPr/>
        </p:nvSpPr>
        <p:spPr bwMode="auto">
          <a:xfrm>
            <a:off x="8455025" y="10212388"/>
            <a:ext cx="520700" cy="88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6000">
                <a:solidFill>
                  <a:srgbClr val="115AA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3</a:t>
            </a:r>
          </a:p>
        </p:txBody>
      </p:sp>
      <p:sp>
        <p:nvSpPr>
          <p:cNvPr id="15380" name="Text Box 20">
            <a:extLst>
              <a:ext uri="{FF2B5EF4-FFF2-40B4-BE49-F238E27FC236}">
                <a16:creationId xmlns:a16="http://schemas.microsoft.com/office/drawing/2014/main" id="{E6246B9B-64B0-5FF0-7031-CE1DE29F4D64}"/>
              </a:ext>
            </a:extLst>
          </p:cNvPr>
          <p:cNvSpPr txBox="1">
            <a:spLocks/>
          </p:cNvSpPr>
          <p:nvPr/>
        </p:nvSpPr>
        <p:spPr bwMode="auto">
          <a:xfrm>
            <a:off x="6426200" y="10212388"/>
            <a:ext cx="520700" cy="88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6000">
                <a:solidFill>
                  <a:srgbClr val="115AA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2</a:t>
            </a:r>
          </a:p>
        </p:txBody>
      </p:sp>
      <p:pic>
        <p:nvPicPr>
          <p:cNvPr id="15381" name="Picture 21">
            <a:extLst>
              <a:ext uri="{FF2B5EF4-FFF2-40B4-BE49-F238E27FC236}">
                <a16:creationId xmlns:a16="http://schemas.microsoft.com/office/drawing/2014/main" id="{C9DB0FBA-8722-AC25-70F8-B706413649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8945563"/>
            <a:ext cx="2854325" cy="285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5382" name="Line 22">
            <a:extLst>
              <a:ext uri="{FF2B5EF4-FFF2-40B4-BE49-F238E27FC236}">
                <a16:creationId xmlns:a16="http://schemas.microsoft.com/office/drawing/2014/main" id="{C24AEFE6-6514-AA82-1FB6-A7749F4F6B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4125" y="8345488"/>
            <a:ext cx="0" cy="3173412"/>
          </a:xfrm>
          <a:prstGeom prst="line">
            <a:avLst/>
          </a:prstGeom>
          <a:noFill/>
          <a:ln w="254000" cap="flat" cmpd="sng">
            <a:solidFill>
              <a:srgbClr val="FFFFFF">
                <a:alpha val="4858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383" name="Line 23">
            <a:extLst>
              <a:ext uri="{FF2B5EF4-FFF2-40B4-BE49-F238E27FC236}">
                <a16:creationId xmlns:a16="http://schemas.microsoft.com/office/drawing/2014/main" id="{84BEE4AD-A339-2332-8777-56423C265D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15563" y="8345488"/>
            <a:ext cx="0" cy="3173412"/>
          </a:xfrm>
          <a:prstGeom prst="line">
            <a:avLst/>
          </a:prstGeom>
          <a:noFill/>
          <a:ln w="254000" cap="flat" cmpd="sng">
            <a:solidFill>
              <a:srgbClr val="FFFFFF">
                <a:alpha val="4858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384" name="Line 24">
            <a:extLst>
              <a:ext uri="{FF2B5EF4-FFF2-40B4-BE49-F238E27FC236}">
                <a16:creationId xmlns:a16="http://schemas.microsoft.com/office/drawing/2014/main" id="{BC9BEFD1-E20D-23E2-4AE9-D69CD8ACD7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25738" y="8345488"/>
            <a:ext cx="0" cy="3173412"/>
          </a:xfrm>
          <a:prstGeom prst="line">
            <a:avLst/>
          </a:prstGeom>
          <a:noFill/>
          <a:ln w="254000" cap="flat" cmpd="sng">
            <a:solidFill>
              <a:srgbClr val="FFFFFF">
                <a:alpha val="4858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385" name="Line 25">
            <a:extLst>
              <a:ext uri="{FF2B5EF4-FFF2-40B4-BE49-F238E27FC236}">
                <a16:creationId xmlns:a16="http://schemas.microsoft.com/office/drawing/2014/main" id="{1E31B26B-C5F2-76AE-8FE4-A74A6CC7F0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61163" y="8345488"/>
            <a:ext cx="0" cy="3173412"/>
          </a:xfrm>
          <a:prstGeom prst="line">
            <a:avLst/>
          </a:prstGeom>
          <a:noFill/>
          <a:ln w="254000" cap="flat" cmpd="sng">
            <a:solidFill>
              <a:srgbClr val="FFFFFF">
                <a:alpha val="4858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386" name="Text Box 26">
            <a:extLst>
              <a:ext uri="{FF2B5EF4-FFF2-40B4-BE49-F238E27FC236}">
                <a16:creationId xmlns:a16="http://schemas.microsoft.com/office/drawing/2014/main" id="{1EFC334D-310C-94DD-F488-9E4709327456}"/>
              </a:ext>
            </a:extLst>
          </p:cNvPr>
          <p:cNvSpPr txBox="1">
            <a:spLocks/>
          </p:cNvSpPr>
          <p:nvPr/>
        </p:nvSpPr>
        <p:spPr bwMode="auto">
          <a:xfrm>
            <a:off x="5735638" y="15875"/>
            <a:ext cx="14379575" cy="248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152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KERNWAARDEN</a:t>
            </a:r>
          </a:p>
        </p:txBody>
      </p:sp>
      <p:sp>
        <p:nvSpPr>
          <p:cNvPr id="15387" name="Rectangle 27">
            <a:extLst>
              <a:ext uri="{FF2B5EF4-FFF2-40B4-BE49-F238E27FC236}">
                <a16:creationId xmlns:a16="http://schemas.microsoft.com/office/drawing/2014/main" id="{41F4E8F7-F4B4-6274-2767-B41796F82E83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B2B6E56D-C14D-44E8-8C5D-5F711DFAED4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0076BA"/>
            </a:gs>
            <a:gs pos="100000">
              <a:srgbClr val="173883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B6431CD7-C42D-E638-5D2D-A664FE9F60C6}"/>
              </a:ext>
            </a:extLst>
          </p:cNvPr>
          <p:cNvSpPr>
            <a:spLocks/>
          </p:cNvSpPr>
          <p:nvPr/>
        </p:nvSpPr>
        <p:spPr bwMode="auto">
          <a:xfrm>
            <a:off x="227013" y="9285288"/>
            <a:ext cx="7297737" cy="4157662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51BE3681-E45B-44AF-6FDF-BB98CF932D7C}"/>
              </a:ext>
            </a:extLst>
          </p:cNvPr>
          <p:cNvSpPr>
            <a:spLocks/>
          </p:cNvSpPr>
          <p:nvPr/>
        </p:nvSpPr>
        <p:spPr bwMode="auto">
          <a:xfrm>
            <a:off x="16451263" y="4481513"/>
            <a:ext cx="7807325" cy="3843337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E2A7CEF-B249-7C84-63D5-5C40C7BAC82E}"/>
              </a:ext>
            </a:extLst>
          </p:cNvPr>
          <p:cNvSpPr>
            <a:spLocks/>
          </p:cNvSpPr>
          <p:nvPr/>
        </p:nvSpPr>
        <p:spPr bwMode="auto">
          <a:xfrm>
            <a:off x="7856538" y="8532813"/>
            <a:ext cx="8289925" cy="4921250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94AFA816-1987-DC06-BAFE-2960D4C72373}"/>
              </a:ext>
            </a:extLst>
          </p:cNvPr>
          <p:cNvSpPr>
            <a:spLocks/>
          </p:cNvSpPr>
          <p:nvPr/>
        </p:nvSpPr>
        <p:spPr bwMode="auto">
          <a:xfrm>
            <a:off x="16451263" y="8532813"/>
            <a:ext cx="7807325" cy="4919662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8193BE4B-6728-F821-20DA-94A9F6514EA0}"/>
              </a:ext>
            </a:extLst>
          </p:cNvPr>
          <p:cNvSpPr>
            <a:spLocks/>
          </p:cNvSpPr>
          <p:nvPr/>
        </p:nvSpPr>
        <p:spPr bwMode="auto">
          <a:xfrm>
            <a:off x="16451263" y="238125"/>
            <a:ext cx="7807325" cy="4035425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A2BF9543-8B01-07B9-FADA-970FAB5DA2B9}"/>
              </a:ext>
            </a:extLst>
          </p:cNvPr>
          <p:cNvSpPr>
            <a:spLocks/>
          </p:cNvSpPr>
          <p:nvPr/>
        </p:nvSpPr>
        <p:spPr bwMode="auto">
          <a:xfrm>
            <a:off x="7813675" y="4484688"/>
            <a:ext cx="3971925" cy="3836987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19F1FB1F-0634-E0C4-9F37-E735FAAE1A07}"/>
              </a:ext>
            </a:extLst>
          </p:cNvPr>
          <p:cNvSpPr>
            <a:spLocks/>
          </p:cNvSpPr>
          <p:nvPr/>
        </p:nvSpPr>
        <p:spPr bwMode="auto">
          <a:xfrm>
            <a:off x="7813675" y="238125"/>
            <a:ext cx="8291513" cy="4035425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59B30720-0C20-8927-DFAE-EB7853959E75}"/>
              </a:ext>
            </a:extLst>
          </p:cNvPr>
          <p:cNvSpPr>
            <a:spLocks/>
          </p:cNvSpPr>
          <p:nvPr/>
        </p:nvSpPr>
        <p:spPr bwMode="auto">
          <a:xfrm>
            <a:off x="236538" y="238125"/>
            <a:ext cx="7296150" cy="8629650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393" name="Text Box 9" descr="TextBox 38">
            <a:extLst>
              <a:ext uri="{FF2B5EF4-FFF2-40B4-BE49-F238E27FC236}">
                <a16:creationId xmlns:a16="http://schemas.microsoft.com/office/drawing/2014/main" id="{FB8D525F-FAF6-DA1A-4D50-9B31B4EAF772}"/>
              </a:ext>
            </a:extLst>
          </p:cNvPr>
          <p:cNvSpPr txBox="1">
            <a:spLocks/>
          </p:cNvSpPr>
          <p:nvPr/>
        </p:nvSpPr>
        <p:spPr bwMode="auto">
          <a:xfrm>
            <a:off x="890588" y="1795463"/>
            <a:ext cx="2232025" cy="80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Date of birth</a:t>
            </a:r>
          </a:p>
        </p:txBody>
      </p:sp>
      <p:sp>
        <p:nvSpPr>
          <p:cNvPr id="16394" name="Text Box 10" descr="TextBox 38">
            <a:extLst>
              <a:ext uri="{FF2B5EF4-FFF2-40B4-BE49-F238E27FC236}">
                <a16:creationId xmlns:a16="http://schemas.microsoft.com/office/drawing/2014/main" id="{FC30C2D0-C7BE-44EE-6903-57E5859E4CC8}"/>
              </a:ext>
            </a:extLst>
          </p:cNvPr>
          <p:cNvSpPr txBox="1">
            <a:spLocks/>
          </p:cNvSpPr>
          <p:nvPr/>
        </p:nvSpPr>
        <p:spPr bwMode="auto">
          <a:xfrm>
            <a:off x="890588" y="2555875"/>
            <a:ext cx="2232025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City of Birth </a:t>
            </a:r>
          </a:p>
        </p:txBody>
      </p:sp>
      <p:sp>
        <p:nvSpPr>
          <p:cNvPr id="16395" name="Text Box 11" descr="TextBox 38">
            <a:extLst>
              <a:ext uri="{FF2B5EF4-FFF2-40B4-BE49-F238E27FC236}">
                <a16:creationId xmlns:a16="http://schemas.microsoft.com/office/drawing/2014/main" id="{C0C03E30-30CF-3F20-B2D5-6B571F473277}"/>
              </a:ext>
            </a:extLst>
          </p:cNvPr>
          <p:cNvSpPr txBox="1">
            <a:spLocks/>
          </p:cNvSpPr>
          <p:nvPr/>
        </p:nvSpPr>
        <p:spPr bwMode="auto">
          <a:xfrm>
            <a:off x="122238" y="3287713"/>
            <a:ext cx="300037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Nationality</a:t>
            </a:r>
          </a:p>
        </p:txBody>
      </p:sp>
      <p:sp>
        <p:nvSpPr>
          <p:cNvPr id="16396" name="Text Box 12" descr="TextBox 38">
            <a:extLst>
              <a:ext uri="{FF2B5EF4-FFF2-40B4-BE49-F238E27FC236}">
                <a16:creationId xmlns:a16="http://schemas.microsoft.com/office/drawing/2014/main" id="{B71962D0-D4D8-7B80-F8AF-BD5A1D9BF398}"/>
              </a:ext>
            </a:extLst>
          </p:cNvPr>
          <p:cNvSpPr txBox="1">
            <a:spLocks/>
          </p:cNvSpPr>
          <p:nvPr/>
        </p:nvSpPr>
        <p:spPr bwMode="auto">
          <a:xfrm>
            <a:off x="890588" y="4079875"/>
            <a:ext cx="223202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Height</a:t>
            </a:r>
          </a:p>
        </p:txBody>
      </p:sp>
      <p:sp>
        <p:nvSpPr>
          <p:cNvPr id="16397" name="Text Box 13" descr="TextBox 38">
            <a:extLst>
              <a:ext uri="{FF2B5EF4-FFF2-40B4-BE49-F238E27FC236}">
                <a16:creationId xmlns:a16="http://schemas.microsoft.com/office/drawing/2014/main" id="{504C59DD-D19B-B900-C698-6A2EE8AFA51D}"/>
              </a:ext>
            </a:extLst>
          </p:cNvPr>
          <p:cNvSpPr txBox="1">
            <a:spLocks/>
          </p:cNvSpPr>
          <p:nvPr/>
        </p:nvSpPr>
        <p:spPr bwMode="auto">
          <a:xfrm>
            <a:off x="890588" y="4805363"/>
            <a:ext cx="223202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Preferred foot</a:t>
            </a:r>
          </a:p>
        </p:txBody>
      </p:sp>
      <p:sp>
        <p:nvSpPr>
          <p:cNvPr id="16398" name="Text Box 14" descr="TextBox 38">
            <a:extLst>
              <a:ext uri="{FF2B5EF4-FFF2-40B4-BE49-F238E27FC236}">
                <a16:creationId xmlns:a16="http://schemas.microsoft.com/office/drawing/2014/main" id="{DC80F196-E71A-9044-645A-5912F1F85904}"/>
              </a:ext>
            </a:extLst>
          </p:cNvPr>
          <p:cNvSpPr txBox="1">
            <a:spLocks/>
          </p:cNvSpPr>
          <p:nvPr/>
        </p:nvSpPr>
        <p:spPr bwMode="auto">
          <a:xfrm>
            <a:off x="890588" y="5570538"/>
            <a:ext cx="2232025" cy="166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Club</a:t>
            </a:r>
          </a:p>
        </p:txBody>
      </p:sp>
      <p:sp>
        <p:nvSpPr>
          <p:cNvPr id="16399" name="Text Box 15" descr="TextBox 38">
            <a:extLst>
              <a:ext uri="{FF2B5EF4-FFF2-40B4-BE49-F238E27FC236}">
                <a16:creationId xmlns:a16="http://schemas.microsoft.com/office/drawing/2014/main" id="{203EC0C4-6E74-1E31-1FDC-D0F95FAE36A7}"/>
              </a:ext>
            </a:extLst>
          </p:cNvPr>
          <p:cNvSpPr txBox="1">
            <a:spLocks/>
          </p:cNvSpPr>
          <p:nvPr/>
        </p:nvSpPr>
        <p:spPr bwMode="auto">
          <a:xfrm>
            <a:off x="890588" y="6262688"/>
            <a:ext cx="223202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League</a:t>
            </a:r>
          </a:p>
        </p:txBody>
      </p:sp>
      <p:sp>
        <p:nvSpPr>
          <p:cNvPr id="16400" name="Rectangle 16" descr="Freeform 5">
            <a:extLst>
              <a:ext uri="{FF2B5EF4-FFF2-40B4-BE49-F238E27FC236}">
                <a16:creationId xmlns:a16="http://schemas.microsoft.com/office/drawing/2014/main" id="{509D03E3-D48F-6BB8-B19D-EE1EDFB63B6B}"/>
              </a:ext>
            </a:extLst>
          </p:cNvPr>
          <p:cNvSpPr>
            <a:spLocks/>
          </p:cNvSpPr>
          <p:nvPr/>
        </p:nvSpPr>
        <p:spPr bwMode="auto">
          <a:xfrm>
            <a:off x="1390650" y="1782763"/>
            <a:ext cx="5346700" cy="25400"/>
          </a:xfrm>
          <a:prstGeom prst="rect">
            <a:avLst/>
          </a:prstGeom>
          <a:blipFill dpi="0" rotWithShape="0">
            <a:blip r:embed="rId13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01" name="Rectangle 17">
            <a:extLst>
              <a:ext uri="{FF2B5EF4-FFF2-40B4-BE49-F238E27FC236}">
                <a16:creationId xmlns:a16="http://schemas.microsoft.com/office/drawing/2014/main" id="{5B2A4CB2-07E4-D9AE-B5B7-8053381496F1}"/>
              </a:ext>
            </a:extLst>
          </p:cNvPr>
          <p:cNvSpPr>
            <a:spLocks/>
          </p:cNvSpPr>
          <p:nvPr/>
        </p:nvSpPr>
        <p:spPr bwMode="auto">
          <a:xfrm>
            <a:off x="11215688" y="979488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02" name="Rectangle 18">
            <a:extLst>
              <a:ext uri="{FF2B5EF4-FFF2-40B4-BE49-F238E27FC236}">
                <a16:creationId xmlns:a16="http://schemas.microsoft.com/office/drawing/2014/main" id="{5B3B10FE-BD18-91F9-077D-35E40EAC9BAC}"/>
              </a:ext>
            </a:extLst>
          </p:cNvPr>
          <p:cNvSpPr>
            <a:spLocks/>
          </p:cNvSpPr>
          <p:nvPr/>
        </p:nvSpPr>
        <p:spPr bwMode="auto">
          <a:xfrm>
            <a:off x="13606463" y="979488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03" name="Rectangle 19">
            <a:extLst>
              <a:ext uri="{FF2B5EF4-FFF2-40B4-BE49-F238E27FC236}">
                <a16:creationId xmlns:a16="http://schemas.microsoft.com/office/drawing/2014/main" id="{03AEA280-7357-6BAD-CC66-D484B51951F7}"/>
              </a:ext>
            </a:extLst>
          </p:cNvPr>
          <p:cNvSpPr>
            <a:spLocks/>
          </p:cNvSpPr>
          <p:nvPr/>
        </p:nvSpPr>
        <p:spPr bwMode="auto">
          <a:xfrm>
            <a:off x="11215688" y="1711325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04" name="Rectangle 20">
            <a:extLst>
              <a:ext uri="{FF2B5EF4-FFF2-40B4-BE49-F238E27FC236}">
                <a16:creationId xmlns:a16="http://schemas.microsoft.com/office/drawing/2014/main" id="{E961B188-18A4-3A3A-21CC-14E9B605B307}"/>
              </a:ext>
            </a:extLst>
          </p:cNvPr>
          <p:cNvSpPr>
            <a:spLocks/>
          </p:cNvSpPr>
          <p:nvPr/>
        </p:nvSpPr>
        <p:spPr bwMode="auto">
          <a:xfrm>
            <a:off x="13606463" y="1711325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05" name="Rectangle 21">
            <a:extLst>
              <a:ext uri="{FF2B5EF4-FFF2-40B4-BE49-F238E27FC236}">
                <a16:creationId xmlns:a16="http://schemas.microsoft.com/office/drawing/2014/main" id="{70A22D0A-C983-D58A-9293-B8797228CA1A}"/>
              </a:ext>
            </a:extLst>
          </p:cNvPr>
          <p:cNvSpPr>
            <a:spLocks/>
          </p:cNvSpPr>
          <p:nvPr/>
        </p:nvSpPr>
        <p:spPr bwMode="auto">
          <a:xfrm>
            <a:off x="11215688" y="2498725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06" name="Rectangle 22">
            <a:extLst>
              <a:ext uri="{FF2B5EF4-FFF2-40B4-BE49-F238E27FC236}">
                <a16:creationId xmlns:a16="http://schemas.microsoft.com/office/drawing/2014/main" id="{DBD30745-DD97-AB1C-5483-9623FEC8F005}"/>
              </a:ext>
            </a:extLst>
          </p:cNvPr>
          <p:cNvSpPr>
            <a:spLocks/>
          </p:cNvSpPr>
          <p:nvPr/>
        </p:nvSpPr>
        <p:spPr bwMode="auto">
          <a:xfrm>
            <a:off x="13606463" y="2498725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07" name="Rectangle 23">
            <a:extLst>
              <a:ext uri="{FF2B5EF4-FFF2-40B4-BE49-F238E27FC236}">
                <a16:creationId xmlns:a16="http://schemas.microsoft.com/office/drawing/2014/main" id="{38E837FD-370A-2CA7-9DDA-1CA0F58940A4}"/>
              </a:ext>
            </a:extLst>
          </p:cNvPr>
          <p:cNvSpPr>
            <a:spLocks/>
          </p:cNvSpPr>
          <p:nvPr/>
        </p:nvSpPr>
        <p:spPr bwMode="auto">
          <a:xfrm>
            <a:off x="11215688" y="3275013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08" name="Rectangle 24">
            <a:extLst>
              <a:ext uri="{FF2B5EF4-FFF2-40B4-BE49-F238E27FC236}">
                <a16:creationId xmlns:a16="http://schemas.microsoft.com/office/drawing/2014/main" id="{3008594A-1172-B37A-5EFE-9FF040A7F93F}"/>
              </a:ext>
            </a:extLst>
          </p:cNvPr>
          <p:cNvSpPr>
            <a:spLocks/>
          </p:cNvSpPr>
          <p:nvPr/>
        </p:nvSpPr>
        <p:spPr bwMode="auto">
          <a:xfrm>
            <a:off x="13606463" y="3275013"/>
            <a:ext cx="21129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09" name="Text Box 25" descr="TextBox 40">
            <a:extLst>
              <a:ext uri="{FF2B5EF4-FFF2-40B4-BE49-F238E27FC236}">
                <a16:creationId xmlns:a16="http://schemas.microsoft.com/office/drawing/2014/main" id="{7136DAA8-1005-D4DD-5BC2-718173B09F31}"/>
              </a:ext>
            </a:extLst>
          </p:cNvPr>
          <p:cNvSpPr txBox="1">
            <a:spLocks/>
          </p:cNvSpPr>
          <p:nvPr/>
        </p:nvSpPr>
        <p:spPr bwMode="auto">
          <a:xfrm>
            <a:off x="7996238" y="130175"/>
            <a:ext cx="1806575" cy="3579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ts val="56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STATS</a:t>
            </a:r>
            <a:endParaRPr lang="LID4096" altLang="LID4096" sz="2400">
              <a:solidFill>
                <a:srgbClr val="FFFFFF"/>
              </a:solidFill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  <a:p>
            <a:pPr>
              <a:lnSpc>
                <a:spcPts val="56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Matches</a:t>
            </a:r>
          </a:p>
          <a:p>
            <a:pPr>
              <a:lnSpc>
                <a:spcPts val="61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Minutes</a:t>
            </a:r>
          </a:p>
          <a:p>
            <a:pPr>
              <a:lnSpc>
                <a:spcPts val="5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Goals</a:t>
            </a:r>
          </a:p>
          <a:p>
            <a:pPr>
              <a:lnSpc>
                <a:spcPts val="61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Assists</a:t>
            </a:r>
          </a:p>
        </p:txBody>
      </p:sp>
      <p:sp>
        <p:nvSpPr>
          <p:cNvPr id="16410" name="Text Box 26" descr="TextBox 41">
            <a:extLst>
              <a:ext uri="{FF2B5EF4-FFF2-40B4-BE49-F238E27FC236}">
                <a16:creationId xmlns:a16="http://schemas.microsoft.com/office/drawing/2014/main" id="{DA307C6E-9D46-651F-78D0-E3E0E05DFBD1}"/>
              </a:ext>
            </a:extLst>
          </p:cNvPr>
          <p:cNvSpPr txBox="1">
            <a:spLocks/>
          </p:cNvSpPr>
          <p:nvPr/>
        </p:nvSpPr>
        <p:spPr bwMode="auto">
          <a:xfrm>
            <a:off x="7996238" y="4521200"/>
            <a:ext cx="2755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 RATING</a:t>
            </a:r>
          </a:p>
        </p:txBody>
      </p:sp>
      <p:sp>
        <p:nvSpPr>
          <p:cNvPr id="16411" name="Text Box 27" descr="TextBox 46">
            <a:extLst>
              <a:ext uri="{FF2B5EF4-FFF2-40B4-BE49-F238E27FC236}">
                <a16:creationId xmlns:a16="http://schemas.microsoft.com/office/drawing/2014/main" id="{9E9ECD80-861A-D1EB-E6EB-ACA2D7FD7349}"/>
              </a:ext>
            </a:extLst>
          </p:cNvPr>
          <p:cNvSpPr txBox="1">
            <a:spLocks/>
          </p:cNvSpPr>
          <p:nvPr/>
        </p:nvSpPr>
        <p:spPr bwMode="auto">
          <a:xfrm>
            <a:off x="16849725" y="10360025"/>
            <a:ext cx="2914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Transfer value</a:t>
            </a:r>
            <a:endParaRPr lang="LID4096" altLang="LID4096" sz="2400">
              <a:solidFill>
                <a:srgbClr val="FFFFFF"/>
              </a:solidFill>
              <a:latin typeface="Cabin" charset="0"/>
              <a:ea typeface="Cabin" charset="0"/>
              <a:cs typeface="Cabin" charset="0"/>
              <a:sym typeface="Cabin" charset="0"/>
            </a:endParaRPr>
          </a:p>
        </p:txBody>
      </p:sp>
      <p:sp>
        <p:nvSpPr>
          <p:cNvPr id="16412" name="Rectangle 28">
            <a:extLst>
              <a:ext uri="{FF2B5EF4-FFF2-40B4-BE49-F238E27FC236}">
                <a16:creationId xmlns:a16="http://schemas.microsoft.com/office/drawing/2014/main" id="{9B92AA3A-62FF-BB1A-846B-54BA27ACD30A}"/>
              </a:ext>
            </a:extLst>
          </p:cNvPr>
          <p:cNvSpPr>
            <a:spLocks/>
          </p:cNvSpPr>
          <p:nvPr/>
        </p:nvSpPr>
        <p:spPr bwMode="auto">
          <a:xfrm>
            <a:off x="19704050" y="11071225"/>
            <a:ext cx="3649663" cy="60483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13" name="Rectangle 29">
            <a:extLst>
              <a:ext uri="{FF2B5EF4-FFF2-40B4-BE49-F238E27FC236}">
                <a16:creationId xmlns:a16="http://schemas.microsoft.com/office/drawing/2014/main" id="{C426EA4D-11C0-DC09-308F-88CCBBE02891}"/>
              </a:ext>
            </a:extLst>
          </p:cNvPr>
          <p:cNvSpPr>
            <a:spLocks/>
          </p:cNvSpPr>
          <p:nvPr/>
        </p:nvSpPr>
        <p:spPr bwMode="auto">
          <a:xfrm>
            <a:off x="19704050" y="11817350"/>
            <a:ext cx="3649663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14" name="Rectangle 30">
            <a:extLst>
              <a:ext uri="{FF2B5EF4-FFF2-40B4-BE49-F238E27FC236}">
                <a16:creationId xmlns:a16="http://schemas.microsoft.com/office/drawing/2014/main" id="{9102148C-2994-5257-C8B0-8DD8BD6BB936}"/>
              </a:ext>
            </a:extLst>
          </p:cNvPr>
          <p:cNvSpPr>
            <a:spLocks/>
          </p:cNvSpPr>
          <p:nvPr/>
        </p:nvSpPr>
        <p:spPr bwMode="auto">
          <a:xfrm>
            <a:off x="19704050" y="12547600"/>
            <a:ext cx="3649663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15" name="Rectangle 31">
            <a:extLst>
              <a:ext uri="{FF2B5EF4-FFF2-40B4-BE49-F238E27FC236}">
                <a16:creationId xmlns:a16="http://schemas.microsoft.com/office/drawing/2014/main" id="{F5831565-91EA-FE4B-46F0-BCBA78C032EF}"/>
              </a:ext>
            </a:extLst>
          </p:cNvPr>
          <p:cNvSpPr>
            <a:spLocks/>
          </p:cNvSpPr>
          <p:nvPr/>
        </p:nvSpPr>
        <p:spPr bwMode="auto">
          <a:xfrm>
            <a:off x="18195925" y="396875"/>
            <a:ext cx="5800725" cy="37179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16" name="Text Box 32" descr="TextBox 43">
            <a:extLst>
              <a:ext uri="{FF2B5EF4-FFF2-40B4-BE49-F238E27FC236}">
                <a16:creationId xmlns:a16="http://schemas.microsoft.com/office/drawing/2014/main" id="{EE14EDF9-50B4-E966-7828-AE0E5D8A90EC}"/>
              </a:ext>
            </a:extLst>
          </p:cNvPr>
          <p:cNvSpPr txBox="1">
            <a:spLocks/>
          </p:cNvSpPr>
          <p:nvPr/>
        </p:nvSpPr>
        <p:spPr bwMode="auto">
          <a:xfrm>
            <a:off x="11202988" y="333375"/>
            <a:ext cx="2138362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CURRENT SEASON</a:t>
            </a:r>
          </a:p>
        </p:txBody>
      </p:sp>
      <p:sp>
        <p:nvSpPr>
          <p:cNvPr id="16417" name="Text Box 33" descr="TextBox 44">
            <a:extLst>
              <a:ext uri="{FF2B5EF4-FFF2-40B4-BE49-F238E27FC236}">
                <a16:creationId xmlns:a16="http://schemas.microsoft.com/office/drawing/2014/main" id="{75882D63-D74C-DE70-2285-5C82D6BA892C}"/>
              </a:ext>
            </a:extLst>
          </p:cNvPr>
          <p:cNvSpPr txBox="1">
            <a:spLocks/>
          </p:cNvSpPr>
          <p:nvPr/>
        </p:nvSpPr>
        <p:spPr bwMode="auto">
          <a:xfrm>
            <a:off x="14087475" y="333375"/>
            <a:ext cx="1150938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CAREER</a:t>
            </a:r>
          </a:p>
        </p:txBody>
      </p:sp>
      <p:sp>
        <p:nvSpPr>
          <p:cNvPr id="16418" name="Text Box 34" descr="TextBox 46">
            <a:extLst>
              <a:ext uri="{FF2B5EF4-FFF2-40B4-BE49-F238E27FC236}">
                <a16:creationId xmlns:a16="http://schemas.microsoft.com/office/drawing/2014/main" id="{F1D54FF0-C518-9D51-B036-70536970C769}"/>
              </a:ext>
            </a:extLst>
          </p:cNvPr>
          <p:cNvSpPr txBox="1">
            <a:spLocks/>
          </p:cNvSpPr>
          <p:nvPr/>
        </p:nvSpPr>
        <p:spPr bwMode="auto">
          <a:xfrm>
            <a:off x="16765588" y="8726488"/>
            <a:ext cx="2913062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2500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TRANSFER DETAILS</a:t>
            </a:r>
            <a:endParaRPr lang="LID4096" altLang="LID4096" sz="2400" b="1">
              <a:latin typeface="Cabin" charset="0"/>
              <a:ea typeface="Cabin" charset="0"/>
              <a:cs typeface="Cabin" charset="0"/>
              <a:sym typeface="Cabin" charset="0"/>
            </a:endParaRPr>
          </a:p>
        </p:txBody>
      </p:sp>
      <p:sp>
        <p:nvSpPr>
          <p:cNvPr id="16419" name="Text Box 35" descr="TextBox 45">
            <a:extLst>
              <a:ext uri="{FF2B5EF4-FFF2-40B4-BE49-F238E27FC236}">
                <a16:creationId xmlns:a16="http://schemas.microsoft.com/office/drawing/2014/main" id="{7E96C27E-6418-5D73-95B7-42B036CF54F7}"/>
              </a:ext>
            </a:extLst>
          </p:cNvPr>
          <p:cNvSpPr txBox="1">
            <a:spLocks/>
          </p:cNvSpPr>
          <p:nvPr/>
        </p:nvSpPr>
        <p:spPr bwMode="auto">
          <a:xfrm>
            <a:off x="16681450" y="387350"/>
            <a:ext cx="174307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SCOUTING</a:t>
            </a:r>
            <a:endParaRPr lang="LID4096" altLang="LID4096" sz="2400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16420" name="Text Box 36" descr="TextBox 47">
            <a:extLst>
              <a:ext uri="{FF2B5EF4-FFF2-40B4-BE49-F238E27FC236}">
                <a16:creationId xmlns:a16="http://schemas.microsoft.com/office/drawing/2014/main" id="{FB9EFC39-417C-4E0A-AD85-C3F4AFB89EB7}"/>
              </a:ext>
            </a:extLst>
          </p:cNvPr>
          <p:cNvSpPr txBox="1">
            <a:spLocks/>
          </p:cNvSpPr>
          <p:nvPr/>
        </p:nvSpPr>
        <p:spPr bwMode="auto">
          <a:xfrm>
            <a:off x="8043863" y="8651875"/>
            <a:ext cx="30003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SUMMARY SCOUTING:</a:t>
            </a:r>
            <a:endParaRPr lang="LID4096" altLang="LID4096" sz="2400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16421" name="Rectangle 37">
            <a:extLst>
              <a:ext uri="{FF2B5EF4-FFF2-40B4-BE49-F238E27FC236}">
                <a16:creationId xmlns:a16="http://schemas.microsoft.com/office/drawing/2014/main" id="{CC9F48C8-3689-70B6-973A-B49F6E1B7C51}"/>
              </a:ext>
            </a:extLst>
          </p:cNvPr>
          <p:cNvSpPr>
            <a:spLocks/>
          </p:cNvSpPr>
          <p:nvPr/>
        </p:nvSpPr>
        <p:spPr bwMode="auto">
          <a:xfrm>
            <a:off x="3602038" y="20955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22" name="Rectangle 38">
            <a:extLst>
              <a:ext uri="{FF2B5EF4-FFF2-40B4-BE49-F238E27FC236}">
                <a16:creationId xmlns:a16="http://schemas.microsoft.com/office/drawing/2014/main" id="{406B518B-84DE-639F-DFC5-04550972571E}"/>
              </a:ext>
            </a:extLst>
          </p:cNvPr>
          <p:cNvSpPr>
            <a:spLocks/>
          </p:cNvSpPr>
          <p:nvPr/>
        </p:nvSpPr>
        <p:spPr bwMode="auto">
          <a:xfrm>
            <a:off x="3602038" y="2849563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23" name="Rectangle 39">
            <a:extLst>
              <a:ext uri="{FF2B5EF4-FFF2-40B4-BE49-F238E27FC236}">
                <a16:creationId xmlns:a16="http://schemas.microsoft.com/office/drawing/2014/main" id="{49539C0E-714E-D818-2DF4-FBBB112A3FD4}"/>
              </a:ext>
            </a:extLst>
          </p:cNvPr>
          <p:cNvSpPr>
            <a:spLocks/>
          </p:cNvSpPr>
          <p:nvPr/>
        </p:nvSpPr>
        <p:spPr bwMode="auto">
          <a:xfrm>
            <a:off x="3602038" y="36068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24" name="Rectangle 40">
            <a:extLst>
              <a:ext uri="{FF2B5EF4-FFF2-40B4-BE49-F238E27FC236}">
                <a16:creationId xmlns:a16="http://schemas.microsoft.com/office/drawing/2014/main" id="{9FC32FC3-C153-E3C2-6190-DDFE4A105DA4}"/>
              </a:ext>
            </a:extLst>
          </p:cNvPr>
          <p:cNvSpPr>
            <a:spLocks/>
          </p:cNvSpPr>
          <p:nvPr/>
        </p:nvSpPr>
        <p:spPr bwMode="auto">
          <a:xfrm>
            <a:off x="3602038" y="4364038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25" name="Rectangle 41">
            <a:extLst>
              <a:ext uri="{FF2B5EF4-FFF2-40B4-BE49-F238E27FC236}">
                <a16:creationId xmlns:a16="http://schemas.microsoft.com/office/drawing/2014/main" id="{53EF00E8-5E35-3472-D2B5-36F84E91ED45}"/>
              </a:ext>
            </a:extLst>
          </p:cNvPr>
          <p:cNvSpPr>
            <a:spLocks/>
          </p:cNvSpPr>
          <p:nvPr/>
        </p:nvSpPr>
        <p:spPr bwMode="auto">
          <a:xfrm>
            <a:off x="3602038" y="51181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26" name="Rectangle 42">
            <a:extLst>
              <a:ext uri="{FF2B5EF4-FFF2-40B4-BE49-F238E27FC236}">
                <a16:creationId xmlns:a16="http://schemas.microsoft.com/office/drawing/2014/main" id="{14DCC678-E1AE-BFB8-4BBA-6A1C041B1974}"/>
              </a:ext>
            </a:extLst>
          </p:cNvPr>
          <p:cNvSpPr>
            <a:spLocks/>
          </p:cNvSpPr>
          <p:nvPr/>
        </p:nvSpPr>
        <p:spPr bwMode="auto">
          <a:xfrm>
            <a:off x="3602038" y="586105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27" name="Rectangle 43">
            <a:extLst>
              <a:ext uri="{FF2B5EF4-FFF2-40B4-BE49-F238E27FC236}">
                <a16:creationId xmlns:a16="http://schemas.microsoft.com/office/drawing/2014/main" id="{1CE9E5CD-3BBD-549D-0A22-CAB207E9D6BB}"/>
              </a:ext>
            </a:extLst>
          </p:cNvPr>
          <p:cNvSpPr>
            <a:spLocks/>
          </p:cNvSpPr>
          <p:nvPr/>
        </p:nvSpPr>
        <p:spPr bwMode="auto">
          <a:xfrm>
            <a:off x="3602038" y="6608763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28" name="Text Box 44" descr="TextBox 38">
            <a:extLst>
              <a:ext uri="{FF2B5EF4-FFF2-40B4-BE49-F238E27FC236}">
                <a16:creationId xmlns:a16="http://schemas.microsoft.com/office/drawing/2014/main" id="{10599D16-17FF-21F6-B35D-08C843C8D83E}"/>
              </a:ext>
            </a:extLst>
          </p:cNvPr>
          <p:cNvSpPr txBox="1">
            <a:spLocks/>
          </p:cNvSpPr>
          <p:nvPr/>
        </p:nvSpPr>
        <p:spPr bwMode="auto">
          <a:xfrm>
            <a:off x="890588" y="6999288"/>
            <a:ext cx="2232025" cy="166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Agency</a:t>
            </a:r>
          </a:p>
        </p:txBody>
      </p:sp>
      <p:sp>
        <p:nvSpPr>
          <p:cNvPr id="16429" name="Rectangle 45">
            <a:extLst>
              <a:ext uri="{FF2B5EF4-FFF2-40B4-BE49-F238E27FC236}">
                <a16:creationId xmlns:a16="http://schemas.microsoft.com/office/drawing/2014/main" id="{0E2CFDAE-BFF4-3C8B-1E31-D96C9366287D}"/>
              </a:ext>
            </a:extLst>
          </p:cNvPr>
          <p:cNvSpPr>
            <a:spLocks/>
          </p:cNvSpPr>
          <p:nvPr/>
        </p:nvSpPr>
        <p:spPr bwMode="auto">
          <a:xfrm>
            <a:off x="3600450" y="7343775"/>
            <a:ext cx="36242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30" name="Text Box 46" descr="TextBox 38">
            <a:extLst>
              <a:ext uri="{FF2B5EF4-FFF2-40B4-BE49-F238E27FC236}">
                <a16:creationId xmlns:a16="http://schemas.microsoft.com/office/drawing/2014/main" id="{C0DA0591-8ABE-01DC-3DD8-35D13A7EFFB5}"/>
              </a:ext>
            </a:extLst>
          </p:cNvPr>
          <p:cNvSpPr txBox="1">
            <a:spLocks/>
          </p:cNvSpPr>
          <p:nvPr/>
        </p:nvSpPr>
        <p:spPr bwMode="auto">
          <a:xfrm>
            <a:off x="890588" y="7732713"/>
            <a:ext cx="223202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Agent</a:t>
            </a:r>
          </a:p>
        </p:txBody>
      </p:sp>
      <p:sp>
        <p:nvSpPr>
          <p:cNvPr id="16431" name="Rectangle 47">
            <a:extLst>
              <a:ext uri="{FF2B5EF4-FFF2-40B4-BE49-F238E27FC236}">
                <a16:creationId xmlns:a16="http://schemas.microsoft.com/office/drawing/2014/main" id="{2C9B5AD3-516A-A0D1-07BE-14BB94D54B6F}"/>
              </a:ext>
            </a:extLst>
          </p:cNvPr>
          <p:cNvSpPr>
            <a:spLocks/>
          </p:cNvSpPr>
          <p:nvPr/>
        </p:nvSpPr>
        <p:spPr bwMode="auto">
          <a:xfrm>
            <a:off x="3600450" y="8078788"/>
            <a:ext cx="36242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32" name="Rectangle 48">
            <a:extLst>
              <a:ext uri="{FF2B5EF4-FFF2-40B4-BE49-F238E27FC236}">
                <a16:creationId xmlns:a16="http://schemas.microsoft.com/office/drawing/2014/main" id="{EAB3BCE5-E093-CE5C-B653-6317187442B2}"/>
              </a:ext>
            </a:extLst>
          </p:cNvPr>
          <p:cNvSpPr>
            <a:spLocks/>
          </p:cNvSpPr>
          <p:nvPr/>
        </p:nvSpPr>
        <p:spPr bwMode="auto">
          <a:xfrm>
            <a:off x="19704050" y="10315575"/>
            <a:ext cx="3649663" cy="60483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33" name="Rectangle 49">
            <a:extLst>
              <a:ext uri="{FF2B5EF4-FFF2-40B4-BE49-F238E27FC236}">
                <a16:creationId xmlns:a16="http://schemas.microsoft.com/office/drawing/2014/main" id="{E5A422FC-F205-B3AD-CA2E-5B9F7DA9B53A}"/>
              </a:ext>
            </a:extLst>
          </p:cNvPr>
          <p:cNvSpPr>
            <a:spLocks/>
          </p:cNvSpPr>
          <p:nvPr/>
        </p:nvSpPr>
        <p:spPr bwMode="auto">
          <a:xfrm>
            <a:off x="19716750" y="9559925"/>
            <a:ext cx="3649663" cy="60483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34" name="Text Box 50" descr="TextBox 46">
            <a:extLst>
              <a:ext uri="{FF2B5EF4-FFF2-40B4-BE49-F238E27FC236}">
                <a16:creationId xmlns:a16="http://schemas.microsoft.com/office/drawing/2014/main" id="{2490FFD2-0A62-DD81-9FC3-A24543868FD6}"/>
              </a:ext>
            </a:extLst>
          </p:cNvPr>
          <p:cNvSpPr txBox="1">
            <a:spLocks/>
          </p:cNvSpPr>
          <p:nvPr/>
        </p:nvSpPr>
        <p:spPr bwMode="auto">
          <a:xfrm>
            <a:off x="16849725" y="12641263"/>
            <a:ext cx="2914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Next step</a:t>
            </a:r>
            <a:endParaRPr lang="LID4096" altLang="LID4096" sz="2400">
              <a:solidFill>
                <a:srgbClr val="FFFFFF"/>
              </a:solidFill>
              <a:latin typeface="Cabin" charset="0"/>
              <a:ea typeface="Cabin" charset="0"/>
              <a:cs typeface="Cabin" charset="0"/>
              <a:sym typeface="Cabin" charset="0"/>
            </a:endParaRPr>
          </a:p>
        </p:txBody>
      </p:sp>
      <p:sp>
        <p:nvSpPr>
          <p:cNvPr id="16435" name="Text Box 51" descr="TextBox 46">
            <a:extLst>
              <a:ext uri="{FF2B5EF4-FFF2-40B4-BE49-F238E27FC236}">
                <a16:creationId xmlns:a16="http://schemas.microsoft.com/office/drawing/2014/main" id="{CD5D64F6-9AB1-B397-F313-F44B1DB479BD}"/>
              </a:ext>
            </a:extLst>
          </p:cNvPr>
          <p:cNvSpPr txBox="1">
            <a:spLocks/>
          </p:cNvSpPr>
          <p:nvPr/>
        </p:nvSpPr>
        <p:spPr bwMode="auto">
          <a:xfrm>
            <a:off x="16849725" y="11884025"/>
            <a:ext cx="2914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Prediction year 2</a:t>
            </a:r>
            <a:endParaRPr lang="LID4096" altLang="LID4096" sz="2400">
              <a:solidFill>
                <a:srgbClr val="FFFFFF"/>
              </a:solidFill>
              <a:latin typeface="Cabin" charset="0"/>
              <a:ea typeface="Cabin" charset="0"/>
              <a:cs typeface="Cabin" charset="0"/>
              <a:sym typeface="Cabin" charset="0"/>
            </a:endParaRPr>
          </a:p>
        </p:txBody>
      </p:sp>
      <p:sp>
        <p:nvSpPr>
          <p:cNvPr id="16436" name="Text Box 52" descr="TextBox 46">
            <a:extLst>
              <a:ext uri="{FF2B5EF4-FFF2-40B4-BE49-F238E27FC236}">
                <a16:creationId xmlns:a16="http://schemas.microsoft.com/office/drawing/2014/main" id="{B93884ED-1917-B9C9-3EE4-56F9DBCF1237}"/>
              </a:ext>
            </a:extLst>
          </p:cNvPr>
          <p:cNvSpPr txBox="1">
            <a:spLocks/>
          </p:cNvSpPr>
          <p:nvPr/>
        </p:nvSpPr>
        <p:spPr bwMode="auto">
          <a:xfrm>
            <a:off x="16849725" y="11101388"/>
            <a:ext cx="2914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Prediction year 1</a:t>
            </a:r>
            <a:endParaRPr lang="LID4096" altLang="LID4096" sz="2400">
              <a:solidFill>
                <a:srgbClr val="FFFFFF"/>
              </a:solidFill>
              <a:latin typeface="Cabin" charset="0"/>
              <a:ea typeface="Cabin" charset="0"/>
              <a:cs typeface="Cabin" charset="0"/>
              <a:sym typeface="Cabin" charset="0"/>
            </a:endParaRPr>
          </a:p>
        </p:txBody>
      </p:sp>
      <p:sp>
        <p:nvSpPr>
          <p:cNvPr id="16437" name="Text Box 53" descr="TextBox 46">
            <a:extLst>
              <a:ext uri="{FF2B5EF4-FFF2-40B4-BE49-F238E27FC236}">
                <a16:creationId xmlns:a16="http://schemas.microsoft.com/office/drawing/2014/main" id="{03EB53A0-A4CF-E57D-08CD-78BD70869AB0}"/>
              </a:ext>
            </a:extLst>
          </p:cNvPr>
          <p:cNvSpPr txBox="1">
            <a:spLocks/>
          </p:cNvSpPr>
          <p:nvPr/>
        </p:nvSpPr>
        <p:spPr bwMode="auto">
          <a:xfrm>
            <a:off x="16849725" y="9613900"/>
            <a:ext cx="29146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End of contract</a:t>
            </a:r>
            <a:endParaRPr lang="LID4096" altLang="LID4096" sz="2400">
              <a:solidFill>
                <a:srgbClr val="FFFFFF"/>
              </a:solidFill>
              <a:latin typeface="Cabin" charset="0"/>
              <a:ea typeface="Cabin" charset="0"/>
              <a:cs typeface="Cabin" charset="0"/>
              <a:sym typeface="Cabin" charset="0"/>
            </a:endParaRPr>
          </a:p>
        </p:txBody>
      </p:sp>
      <p:sp>
        <p:nvSpPr>
          <p:cNvPr id="16438" name="Rectangle 54">
            <a:extLst>
              <a:ext uri="{FF2B5EF4-FFF2-40B4-BE49-F238E27FC236}">
                <a16:creationId xmlns:a16="http://schemas.microsoft.com/office/drawing/2014/main" id="{2134284E-0CFD-5CEE-D1D3-7E73291D1725}"/>
              </a:ext>
            </a:extLst>
          </p:cNvPr>
          <p:cNvSpPr>
            <a:spLocks/>
          </p:cNvSpPr>
          <p:nvPr/>
        </p:nvSpPr>
        <p:spPr bwMode="auto">
          <a:xfrm>
            <a:off x="12133263" y="4484688"/>
            <a:ext cx="3979862" cy="3836987"/>
          </a:xfrm>
          <a:prstGeom prst="rect">
            <a:avLst/>
          </a:prstGeom>
          <a:solidFill>
            <a:srgbClr val="1A72BA"/>
          </a:solidFill>
          <a:ln w="25400" cap="flat" cmpd="sng">
            <a:solidFill>
              <a:srgbClr val="AF8B3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439" name="Text Box 55" descr="TextBox 41">
            <a:extLst>
              <a:ext uri="{FF2B5EF4-FFF2-40B4-BE49-F238E27FC236}">
                <a16:creationId xmlns:a16="http://schemas.microsoft.com/office/drawing/2014/main" id="{819F988D-B093-D4F6-F4BA-9B124F932F2A}"/>
              </a:ext>
            </a:extLst>
          </p:cNvPr>
          <p:cNvSpPr txBox="1">
            <a:spLocks/>
          </p:cNvSpPr>
          <p:nvPr/>
        </p:nvSpPr>
        <p:spPr bwMode="auto">
          <a:xfrm>
            <a:off x="12315825" y="4521200"/>
            <a:ext cx="275431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 AVAILABILITY</a:t>
            </a:r>
          </a:p>
        </p:txBody>
      </p:sp>
      <p:pic>
        <p:nvPicPr>
          <p:cNvPr id="16440" name="Picture 56">
            <a:extLst>
              <a:ext uri="{FF2B5EF4-FFF2-40B4-BE49-F238E27FC236}">
                <a16:creationId xmlns:a16="http://schemas.microsoft.com/office/drawing/2014/main" id="{EF222C01-BBFA-89C9-CE88-C8C2E5542F4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911600" y="10134600"/>
            <a:ext cx="3792538" cy="2509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84999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441" name="Rectangle 57">
            <a:extLst>
              <a:ext uri="{FF2B5EF4-FFF2-40B4-BE49-F238E27FC236}">
                <a16:creationId xmlns:a16="http://schemas.microsoft.com/office/drawing/2014/main" id="{5E7A0F90-79AF-F8FE-604A-5C30BB11D56B}"/>
              </a:ext>
            </a:extLst>
          </p:cNvPr>
          <p:cNvSpPr>
            <a:spLocks/>
          </p:cNvSpPr>
          <p:nvPr/>
        </p:nvSpPr>
        <p:spPr bwMode="auto">
          <a:xfrm>
            <a:off x="4406900" y="9340850"/>
            <a:ext cx="2808288" cy="4046538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>
            <a:lvl1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16442" name="Text Box 58" descr="TextBox 41">
            <a:extLst>
              <a:ext uri="{FF2B5EF4-FFF2-40B4-BE49-F238E27FC236}">
                <a16:creationId xmlns:a16="http://schemas.microsoft.com/office/drawing/2014/main" id="{2F54E4B7-58DF-3D08-ACE9-1EB3A87E36C2}"/>
              </a:ext>
            </a:extLst>
          </p:cNvPr>
          <p:cNvSpPr txBox="1">
            <a:spLocks/>
          </p:cNvSpPr>
          <p:nvPr/>
        </p:nvSpPr>
        <p:spPr bwMode="auto">
          <a:xfrm>
            <a:off x="406400" y="9494838"/>
            <a:ext cx="275431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PLAYERS PROFILE</a:t>
            </a:r>
          </a:p>
        </p:txBody>
      </p:sp>
      <p:sp>
        <p:nvSpPr>
          <p:cNvPr id="16443" name="Text Box 59" descr="TextBox 31">
            <a:extLst>
              <a:ext uri="{FF2B5EF4-FFF2-40B4-BE49-F238E27FC236}">
                <a16:creationId xmlns:a16="http://schemas.microsoft.com/office/drawing/2014/main" id="{ABD75C76-0CB8-726A-DCA3-E7236DCF402D}"/>
              </a:ext>
            </a:extLst>
          </p:cNvPr>
          <p:cNvSpPr txBox="1">
            <a:spLocks/>
          </p:cNvSpPr>
          <p:nvPr/>
        </p:nvSpPr>
        <p:spPr bwMode="auto">
          <a:xfrm>
            <a:off x="388938" y="11553825"/>
            <a:ext cx="215265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54000" indent="-2540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Pct val="123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Total Distance: </a:t>
            </a:r>
          </a:p>
          <a:p>
            <a:pPr>
              <a:lnSpc>
                <a:spcPct val="100000"/>
              </a:lnSpc>
              <a:spcBef>
                <a:spcPct val="0"/>
              </a:spcBef>
              <a:buSzPct val="123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HI-runs:</a:t>
            </a:r>
          </a:p>
          <a:p>
            <a:pPr>
              <a:lnSpc>
                <a:spcPct val="100000"/>
              </a:lnSpc>
              <a:spcBef>
                <a:spcPct val="0"/>
              </a:spcBef>
              <a:buSzPct val="123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Sprints:</a:t>
            </a:r>
          </a:p>
          <a:p>
            <a:pPr>
              <a:lnSpc>
                <a:spcPct val="100000"/>
              </a:lnSpc>
              <a:spcBef>
                <a:spcPct val="0"/>
              </a:spcBef>
              <a:buSzPct val="123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Top speed:</a:t>
            </a:r>
          </a:p>
        </p:txBody>
      </p:sp>
      <p:sp>
        <p:nvSpPr>
          <p:cNvPr id="16444" name="Rectangle 60">
            <a:extLst>
              <a:ext uri="{FF2B5EF4-FFF2-40B4-BE49-F238E27FC236}">
                <a16:creationId xmlns:a16="http://schemas.microsoft.com/office/drawing/2014/main" id="{E8D58069-32C3-B86E-7356-1E5B776829F9}"/>
              </a:ext>
            </a:extLst>
          </p:cNvPr>
          <p:cNvSpPr>
            <a:spLocks/>
          </p:cNvSpPr>
          <p:nvPr>
            <p:ph type="sldNum" sz="quarter" idx="2"/>
          </p:nvPr>
        </p:nvSpPr>
        <p:spPr bwMode="auto">
          <a:xfrm>
            <a:off x="11999913" y="13079413"/>
            <a:ext cx="369887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</a:bodyPr>
          <a:lstStyle>
            <a:lvl1pPr algn="ctr" defTabSz="584200">
              <a:lnSpc>
                <a:spcPct val="100000"/>
              </a:lnSpc>
              <a:spcBef>
                <a:spcPct val="0"/>
              </a:spcBef>
              <a:defRPr sz="1800"/>
            </a:lvl1pPr>
          </a:lstStyle>
          <a:p>
            <a:fld id="{A5001EF1-7E3A-4EBF-8220-7077C0C7199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kern="1200">
          <a:solidFill>
            <a:srgbClr val="000000"/>
          </a:solidFill>
          <a:latin typeface="+mj-lt"/>
          <a:ea typeface="+mj-ea"/>
          <a:cs typeface="+mj-cs"/>
          <a:sym typeface="Helvetica Neue" charset="0"/>
        </a:defRPr>
      </a:lvl1pPr>
      <a:lvl2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2pPr>
      <a:lvl3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3pPr>
      <a:lvl4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4pPr>
      <a:lvl5pPr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5pPr>
      <a:lvl6pPr marL="4572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6pPr>
      <a:lvl7pPr marL="9144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7pPr>
      <a:lvl8pPr marL="13716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8pPr>
      <a:lvl9pPr marL="1828800" algn="l" defTabSz="2436813" rtl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>
          <a:solidFill>
            <a:srgbClr val="000000"/>
          </a:solidFill>
          <a:latin typeface="Helvetica Neue" charset="0"/>
          <a:ea typeface="Helvetica Neue" charset="0"/>
          <a:cs typeface="Helvetica Neue" charset="0"/>
          <a:sym typeface="Helvetica Neue" charset="0"/>
        </a:defRPr>
      </a:lvl9pPr>
    </p:titleStyle>
    <p:bodyStyle>
      <a:lvl1pPr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fontAlgn="base" hangingPunct="0">
        <a:spcBef>
          <a:spcPct val="0"/>
        </a:spcBef>
        <a:spcAft>
          <a:spcPct val="0"/>
        </a:spcAft>
        <a:defRPr sz="5500" b="1" kern="1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recruitment.scisports.app/" TargetMode="External"/><Relationship Id="rId1" Type="http://schemas.openxmlformats.org/officeDocument/2006/relationships/slideLayout" Target="../slideLayouts/slideLayout167.xml"/><Relationship Id="rId4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10.xml"/><Relationship Id="rId7" Type="http://schemas.openxmlformats.org/officeDocument/2006/relationships/slide" Target="slide11.xml"/><Relationship Id="rId2" Type="http://schemas.openxmlformats.org/officeDocument/2006/relationships/slide" Target="slide8.xml"/><Relationship Id="rId1" Type="http://schemas.openxmlformats.org/officeDocument/2006/relationships/slideLayout" Target="../slideLayouts/slideLayout134.xml"/><Relationship Id="rId6" Type="http://schemas.openxmlformats.org/officeDocument/2006/relationships/slide" Target="slide13.xml"/><Relationship Id="rId5" Type="http://schemas.openxmlformats.org/officeDocument/2006/relationships/slide" Target="slide9.xml"/><Relationship Id="rId4" Type="http://schemas.openxmlformats.org/officeDocument/2006/relationships/slide" Target="slide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6.xml"/><Relationship Id="rId1" Type="http://schemas.openxmlformats.org/officeDocument/2006/relationships/slideLayout" Target="../slideLayouts/slideLayout10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1">
            <a:extLst>
              <a:ext uri="{FF2B5EF4-FFF2-40B4-BE49-F238E27FC236}">
                <a16:creationId xmlns:a16="http://schemas.microsoft.com/office/drawing/2014/main" id="{314C0CF0-D9C4-C5D8-2B2A-0A6EBCA4A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5" r="3345"/>
          <a:stretch>
            <a:fillRect/>
          </a:stretch>
        </p:blipFill>
        <p:spPr bwMode="auto">
          <a:xfrm>
            <a:off x="18599150" y="7097713"/>
            <a:ext cx="2459038" cy="2633662"/>
          </a:xfrm>
          <a:prstGeom prst="rect">
            <a:avLst/>
          </a:prstGeom>
          <a:noFill/>
          <a:ln>
            <a:noFill/>
          </a:ln>
          <a:effectLst>
            <a:outerShdw blurRad="63500" dist="25400" dir="54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8434" name="Oval 2">
            <a:extLst>
              <a:ext uri="{FF2B5EF4-FFF2-40B4-BE49-F238E27FC236}">
                <a16:creationId xmlns:a16="http://schemas.microsoft.com/office/drawing/2014/main" id="{29A223DE-2443-257D-13F3-7421CE40620E}"/>
              </a:ext>
            </a:extLst>
          </p:cNvPr>
          <p:cNvSpPr>
            <a:spLocks/>
          </p:cNvSpPr>
          <p:nvPr/>
        </p:nvSpPr>
        <p:spPr bwMode="auto">
          <a:xfrm>
            <a:off x="16536988" y="4032250"/>
            <a:ext cx="527050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11</a:t>
            </a:r>
          </a:p>
        </p:txBody>
      </p:sp>
      <p:sp>
        <p:nvSpPr>
          <p:cNvPr id="18435" name="Oval 3">
            <a:extLst>
              <a:ext uri="{FF2B5EF4-FFF2-40B4-BE49-F238E27FC236}">
                <a16:creationId xmlns:a16="http://schemas.microsoft.com/office/drawing/2014/main" id="{4BA2155D-D729-4901-69AC-3104B065BA39}"/>
              </a:ext>
            </a:extLst>
          </p:cNvPr>
          <p:cNvSpPr>
            <a:spLocks/>
          </p:cNvSpPr>
          <p:nvPr/>
        </p:nvSpPr>
        <p:spPr bwMode="auto">
          <a:xfrm>
            <a:off x="18834100" y="4032250"/>
            <a:ext cx="528638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7</a:t>
            </a:r>
          </a:p>
        </p:txBody>
      </p:sp>
      <p:sp>
        <p:nvSpPr>
          <p:cNvPr id="18436" name="Oval 4">
            <a:extLst>
              <a:ext uri="{FF2B5EF4-FFF2-40B4-BE49-F238E27FC236}">
                <a16:creationId xmlns:a16="http://schemas.microsoft.com/office/drawing/2014/main" id="{1C07E074-68B3-3089-05BC-9640E16B6A14}"/>
              </a:ext>
            </a:extLst>
          </p:cNvPr>
          <p:cNvSpPr>
            <a:spLocks/>
          </p:cNvSpPr>
          <p:nvPr/>
        </p:nvSpPr>
        <p:spPr bwMode="auto">
          <a:xfrm>
            <a:off x="16460788" y="6494463"/>
            <a:ext cx="527050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solidFill>
                  <a:srgbClr val="004D80"/>
                </a:solidFill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5</a:t>
            </a:r>
          </a:p>
        </p:txBody>
      </p:sp>
      <p:sp>
        <p:nvSpPr>
          <p:cNvPr id="18437" name="Oval 5">
            <a:extLst>
              <a:ext uri="{FF2B5EF4-FFF2-40B4-BE49-F238E27FC236}">
                <a16:creationId xmlns:a16="http://schemas.microsoft.com/office/drawing/2014/main" id="{E57F25D6-C755-BAD5-5AE9-E7C4B1959077}"/>
              </a:ext>
            </a:extLst>
          </p:cNvPr>
          <p:cNvSpPr>
            <a:spLocks/>
          </p:cNvSpPr>
          <p:nvPr/>
        </p:nvSpPr>
        <p:spPr bwMode="auto">
          <a:xfrm>
            <a:off x="18935700" y="6494463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solidFill>
                  <a:srgbClr val="004D80"/>
                </a:solidFill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2</a:t>
            </a:r>
          </a:p>
        </p:txBody>
      </p:sp>
      <p:sp>
        <p:nvSpPr>
          <p:cNvPr id="18438" name="Oval 6">
            <a:extLst>
              <a:ext uri="{FF2B5EF4-FFF2-40B4-BE49-F238E27FC236}">
                <a16:creationId xmlns:a16="http://schemas.microsoft.com/office/drawing/2014/main" id="{0940BADB-3CDA-5C2A-C042-C3378A5359CD}"/>
              </a:ext>
            </a:extLst>
          </p:cNvPr>
          <p:cNvSpPr>
            <a:spLocks/>
          </p:cNvSpPr>
          <p:nvPr/>
        </p:nvSpPr>
        <p:spPr bwMode="auto">
          <a:xfrm>
            <a:off x="17125950" y="6942138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4</a:t>
            </a:r>
          </a:p>
        </p:txBody>
      </p:sp>
      <p:sp>
        <p:nvSpPr>
          <p:cNvPr id="18439" name="Oval 7">
            <a:extLst>
              <a:ext uri="{FF2B5EF4-FFF2-40B4-BE49-F238E27FC236}">
                <a16:creationId xmlns:a16="http://schemas.microsoft.com/office/drawing/2014/main" id="{B53036C0-D728-B6B7-1E77-946301DE3392}"/>
              </a:ext>
            </a:extLst>
          </p:cNvPr>
          <p:cNvSpPr>
            <a:spLocks/>
          </p:cNvSpPr>
          <p:nvPr/>
        </p:nvSpPr>
        <p:spPr bwMode="auto">
          <a:xfrm>
            <a:off x="18248313" y="6942138"/>
            <a:ext cx="527050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3</a:t>
            </a:r>
          </a:p>
        </p:txBody>
      </p:sp>
      <p:sp>
        <p:nvSpPr>
          <p:cNvPr id="18440" name="Oval 8">
            <a:extLst>
              <a:ext uri="{FF2B5EF4-FFF2-40B4-BE49-F238E27FC236}">
                <a16:creationId xmlns:a16="http://schemas.microsoft.com/office/drawing/2014/main" id="{56CB0E1F-AE00-188F-4C16-6DCC83703E70}"/>
              </a:ext>
            </a:extLst>
          </p:cNvPr>
          <p:cNvSpPr>
            <a:spLocks/>
          </p:cNvSpPr>
          <p:nvPr/>
        </p:nvSpPr>
        <p:spPr bwMode="auto">
          <a:xfrm>
            <a:off x="17684750" y="7634288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</a:t>
            </a:r>
          </a:p>
        </p:txBody>
      </p:sp>
      <p:sp>
        <p:nvSpPr>
          <p:cNvPr id="18441" name="Oval 9">
            <a:extLst>
              <a:ext uri="{FF2B5EF4-FFF2-40B4-BE49-F238E27FC236}">
                <a16:creationId xmlns:a16="http://schemas.microsoft.com/office/drawing/2014/main" id="{43229A80-864E-4322-BBE2-3FDF4C212199}"/>
              </a:ext>
            </a:extLst>
          </p:cNvPr>
          <p:cNvSpPr>
            <a:spLocks/>
          </p:cNvSpPr>
          <p:nvPr/>
        </p:nvSpPr>
        <p:spPr bwMode="auto">
          <a:xfrm>
            <a:off x="17684750" y="3563938"/>
            <a:ext cx="528638" cy="547687"/>
          </a:xfrm>
          <a:prstGeom prst="ellipse">
            <a:avLst/>
          </a:prstGeom>
          <a:solidFill>
            <a:srgbClr val="61D836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9</a:t>
            </a:r>
          </a:p>
        </p:txBody>
      </p:sp>
      <p:sp>
        <p:nvSpPr>
          <p:cNvPr id="18442" name="Oval 10">
            <a:extLst>
              <a:ext uri="{FF2B5EF4-FFF2-40B4-BE49-F238E27FC236}">
                <a16:creationId xmlns:a16="http://schemas.microsoft.com/office/drawing/2014/main" id="{A4DB2E8C-CD4B-6EC2-033C-F1664C32E9F2}"/>
              </a:ext>
            </a:extLst>
          </p:cNvPr>
          <p:cNvSpPr>
            <a:spLocks/>
          </p:cNvSpPr>
          <p:nvPr/>
        </p:nvSpPr>
        <p:spPr bwMode="auto">
          <a:xfrm>
            <a:off x="18040350" y="4945063"/>
            <a:ext cx="528638" cy="54768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10</a:t>
            </a:r>
          </a:p>
        </p:txBody>
      </p:sp>
      <p:sp>
        <p:nvSpPr>
          <p:cNvPr id="18443" name="Oval 11">
            <a:extLst>
              <a:ext uri="{FF2B5EF4-FFF2-40B4-BE49-F238E27FC236}">
                <a16:creationId xmlns:a16="http://schemas.microsoft.com/office/drawing/2014/main" id="{7BD37D1E-081A-1715-6210-C24B0745B52A}"/>
              </a:ext>
            </a:extLst>
          </p:cNvPr>
          <p:cNvSpPr>
            <a:spLocks/>
          </p:cNvSpPr>
          <p:nvPr/>
        </p:nvSpPr>
        <p:spPr bwMode="auto">
          <a:xfrm>
            <a:off x="17227550" y="5337175"/>
            <a:ext cx="528638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8</a:t>
            </a:r>
          </a:p>
        </p:txBody>
      </p:sp>
      <p:sp>
        <p:nvSpPr>
          <p:cNvPr id="18444" name="Oval 12">
            <a:extLst>
              <a:ext uri="{FF2B5EF4-FFF2-40B4-BE49-F238E27FC236}">
                <a16:creationId xmlns:a16="http://schemas.microsoft.com/office/drawing/2014/main" id="{86829A35-B4B9-D1D4-800B-781B19E74DE1}"/>
              </a:ext>
            </a:extLst>
          </p:cNvPr>
          <p:cNvSpPr>
            <a:spLocks/>
          </p:cNvSpPr>
          <p:nvPr/>
        </p:nvSpPr>
        <p:spPr bwMode="auto">
          <a:xfrm>
            <a:off x="17867313" y="5899150"/>
            <a:ext cx="527050" cy="547688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6</a:t>
            </a:r>
          </a:p>
        </p:txBody>
      </p:sp>
      <p:sp>
        <p:nvSpPr>
          <p:cNvPr id="18445" name="Text Box 13" descr="TextBox 28">
            <a:extLst>
              <a:ext uri="{FF2B5EF4-FFF2-40B4-BE49-F238E27FC236}">
                <a16:creationId xmlns:a16="http://schemas.microsoft.com/office/drawing/2014/main" id="{5052E3E4-5CA3-06E9-34C3-37937A9A3E03}"/>
              </a:ext>
            </a:extLst>
          </p:cNvPr>
          <p:cNvSpPr txBox="1">
            <a:spLocks/>
          </p:cNvSpPr>
          <p:nvPr/>
        </p:nvSpPr>
        <p:spPr bwMode="auto">
          <a:xfrm>
            <a:off x="13106400" y="7642225"/>
            <a:ext cx="1947863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endParaRPr lang="LID4096" altLang="LID4096" sz="6400">
              <a:solidFill>
                <a:srgbClr val="2769C3"/>
              </a:solidFill>
              <a:latin typeface="Avenir Next Regular" charset="0"/>
              <a:ea typeface="Avenir Next Regular" charset="0"/>
              <a:cs typeface="Avenir Next Regular" charset="0"/>
              <a:sym typeface="Avenir Next Regular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1" descr="TextBox 21">
            <a:extLst>
              <a:ext uri="{FF2B5EF4-FFF2-40B4-BE49-F238E27FC236}">
                <a16:creationId xmlns:a16="http://schemas.microsoft.com/office/drawing/2014/main" id="{8026F3A4-DFF8-3907-50C7-8D159CA35F6B}"/>
              </a:ext>
            </a:extLst>
          </p:cNvPr>
          <p:cNvSpPr txBox="1">
            <a:spLocks/>
          </p:cNvSpPr>
          <p:nvPr/>
        </p:nvSpPr>
        <p:spPr bwMode="auto">
          <a:xfrm>
            <a:off x="4332288" y="1012825"/>
            <a:ext cx="15717837" cy="1244600"/>
          </a:xfrm>
          <a:prstGeom prst="rect">
            <a:avLst/>
          </a:prstGeom>
          <a:noFill/>
          <a:ln>
            <a:noFill/>
          </a:ln>
          <a:effectLst>
            <a:outerShdw blurRad="50800" dist="88900" dir="3243361" algn="ctr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KERNWAARDEN —&gt; VOETBAL: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2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</a:t>
            </a:r>
            <a:r>
              <a:rPr lang="LID4096" altLang="LID4096" sz="32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STRIJDERS DIE SPELEN OM TE WINNEN EN DIE ELKE DAG BETER WILLEN WORDEN”</a:t>
            </a:r>
            <a:endParaRPr lang="LID4096" altLang="LID4096" sz="3200" b="1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482" name="Line 2">
            <a:extLst>
              <a:ext uri="{FF2B5EF4-FFF2-40B4-BE49-F238E27FC236}">
                <a16:creationId xmlns:a16="http://schemas.microsoft.com/office/drawing/2014/main" id="{ADA8FC04-A1B9-97D5-C91E-1BC52CA86D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52313" y="4117975"/>
            <a:ext cx="0" cy="3382963"/>
          </a:xfrm>
          <a:prstGeom prst="line">
            <a:avLst/>
          </a:prstGeom>
          <a:noFill/>
          <a:ln w="508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20483" name="Rectangle 3" descr="Freeform 7">
            <a:extLst>
              <a:ext uri="{FF2B5EF4-FFF2-40B4-BE49-F238E27FC236}">
                <a16:creationId xmlns:a16="http://schemas.microsoft.com/office/drawing/2014/main" id="{A3B6824C-46B6-9C8D-0B35-235AC6BFDED7}"/>
              </a:ext>
            </a:extLst>
          </p:cNvPr>
          <p:cNvSpPr>
            <a:spLocks/>
          </p:cNvSpPr>
          <p:nvPr/>
        </p:nvSpPr>
        <p:spPr bwMode="auto">
          <a:xfrm>
            <a:off x="4473575" y="4438650"/>
            <a:ext cx="6261100" cy="2946400"/>
          </a:xfrm>
          <a:prstGeom prst="rect">
            <a:avLst/>
          </a:prstGeom>
          <a:solidFill>
            <a:srgbClr val="173883"/>
          </a:solidFill>
          <a:ln w="127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76200" dir="3243363" algn="ctr" rotWithShape="0">
              <a:srgbClr val="000000">
                <a:alpha val="37999"/>
              </a:srgbClr>
            </a:outerShdw>
          </a:effectLst>
        </p:spPr>
        <p:txBody>
          <a:bodyPr lIns="45719" tIns="45719" rIns="45719" bIns="45719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84C2704F-225D-752B-D8D1-FCC368A7448A}"/>
              </a:ext>
            </a:extLst>
          </p:cNvPr>
          <p:cNvSpPr>
            <a:spLocks/>
          </p:cNvSpPr>
          <p:nvPr/>
        </p:nvSpPr>
        <p:spPr bwMode="auto">
          <a:xfrm>
            <a:off x="4505325" y="5468938"/>
            <a:ext cx="6197600" cy="288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485" name="Text Box 5" descr="TextBox 13">
            <a:extLst>
              <a:ext uri="{FF2B5EF4-FFF2-40B4-BE49-F238E27FC236}">
                <a16:creationId xmlns:a16="http://schemas.microsoft.com/office/drawing/2014/main" id="{610A9683-FC66-18E2-5A23-26C3B313D3D9}"/>
              </a:ext>
            </a:extLst>
          </p:cNvPr>
          <p:cNvSpPr txBox="1">
            <a:spLocks/>
          </p:cNvSpPr>
          <p:nvPr/>
        </p:nvSpPr>
        <p:spPr bwMode="auto">
          <a:xfrm>
            <a:off x="4645025" y="5975350"/>
            <a:ext cx="5918200" cy="11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50838" indent="-350838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KPI 1: Top-3 goals </a:t>
            </a:r>
            <a:r>
              <a:rPr lang="LID4096" altLang="LID4096" sz="2400">
                <a:solidFill>
                  <a:srgbClr val="FF93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(6th)</a:t>
            </a:r>
            <a:endParaRPr lang="LID4096" altLang="LID4096" sz="24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KPI 2: Top-3 challenge intensity </a:t>
            </a:r>
            <a:r>
              <a:rPr lang="LID4096" altLang="LID4096" sz="2400">
                <a:solidFill>
                  <a:srgbClr val="FF93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(10th)</a:t>
            </a:r>
            <a:endParaRPr lang="LID4096" altLang="LID4096" sz="24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KPI 3: Top-3 doelpogingen</a:t>
            </a:r>
            <a:r>
              <a:rPr lang="LID4096" altLang="LID4096" sz="2400">
                <a:solidFill>
                  <a:srgbClr val="FF26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(12th)</a:t>
            </a:r>
            <a:endParaRPr lang="LID4096" altLang="LID4096" sz="2400">
              <a:solidFill>
                <a:srgbClr val="FFFFFF"/>
              </a:solidFill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0486" name="Text Box 6" descr="TextBox 16">
            <a:extLst>
              <a:ext uri="{FF2B5EF4-FFF2-40B4-BE49-F238E27FC236}">
                <a16:creationId xmlns:a16="http://schemas.microsoft.com/office/drawing/2014/main" id="{F23C1571-9B97-4D02-32D1-A638847C91B0}"/>
              </a:ext>
            </a:extLst>
          </p:cNvPr>
          <p:cNvSpPr txBox="1">
            <a:spLocks/>
          </p:cNvSpPr>
          <p:nvPr/>
        </p:nvSpPr>
        <p:spPr bwMode="auto">
          <a:xfrm>
            <a:off x="5284788" y="4419600"/>
            <a:ext cx="463867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SPEELSTIJL</a:t>
            </a:r>
          </a:p>
        </p:txBody>
      </p:sp>
      <p:sp>
        <p:nvSpPr>
          <p:cNvPr id="20487" name="Rectangle 7" descr="Freeform 7">
            <a:extLst>
              <a:ext uri="{FF2B5EF4-FFF2-40B4-BE49-F238E27FC236}">
                <a16:creationId xmlns:a16="http://schemas.microsoft.com/office/drawing/2014/main" id="{1100E1E7-2F65-A7ED-3651-C8F7328F973A}"/>
              </a:ext>
            </a:extLst>
          </p:cNvPr>
          <p:cNvSpPr>
            <a:spLocks/>
          </p:cNvSpPr>
          <p:nvPr/>
        </p:nvSpPr>
        <p:spPr bwMode="auto">
          <a:xfrm>
            <a:off x="13682663" y="4438650"/>
            <a:ext cx="6261100" cy="2946400"/>
          </a:xfrm>
          <a:prstGeom prst="rect">
            <a:avLst/>
          </a:prstGeom>
          <a:solidFill>
            <a:srgbClr val="173883"/>
          </a:solidFill>
          <a:ln w="127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76200" dir="3243363" algn="ctr" rotWithShape="0">
              <a:srgbClr val="000000">
                <a:alpha val="37999"/>
              </a:srgbClr>
            </a:outerShdw>
          </a:effectLst>
        </p:spPr>
        <p:txBody>
          <a:bodyPr lIns="45719" tIns="45719" rIns="45719" bIns="45719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288507C4-FA8D-1511-07CA-F6176BA073BC}"/>
              </a:ext>
            </a:extLst>
          </p:cNvPr>
          <p:cNvSpPr>
            <a:spLocks/>
          </p:cNvSpPr>
          <p:nvPr/>
        </p:nvSpPr>
        <p:spPr bwMode="auto">
          <a:xfrm>
            <a:off x="13679488" y="5468938"/>
            <a:ext cx="6265862" cy="288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489" name="Text Box 9" descr="TextBox 13">
            <a:extLst>
              <a:ext uri="{FF2B5EF4-FFF2-40B4-BE49-F238E27FC236}">
                <a16:creationId xmlns:a16="http://schemas.microsoft.com/office/drawing/2014/main" id="{09AB5B45-A90B-3E7E-A7D1-81760D28F7A8}"/>
              </a:ext>
            </a:extLst>
          </p:cNvPr>
          <p:cNvSpPr txBox="1">
            <a:spLocks/>
          </p:cNvSpPr>
          <p:nvPr/>
        </p:nvSpPr>
        <p:spPr bwMode="auto">
          <a:xfrm>
            <a:off x="14076363" y="5943600"/>
            <a:ext cx="5472112" cy="87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50838" indent="-350838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Scouting</a:t>
            </a:r>
          </a:p>
          <a:p>
            <a:pPr>
              <a:lnSpc>
                <a:spcPct val="10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24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IDP</a:t>
            </a:r>
          </a:p>
        </p:txBody>
      </p:sp>
      <p:sp>
        <p:nvSpPr>
          <p:cNvPr id="20490" name="Text Box 10" descr="TextBox 16">
            <a:extLst>
              <a:ext uri="{FF2B5EF4-FFF2-40B4-BE49-F238E27FC236}">
                <a16:creationId xmlns:a16="http://schemas.microsoft.com/office/drawing/2014/main" id="{E5DA4307-60DE-CD7F-A253-ECEA24234DF5}"/>
              </a:ext>
            </a:extLst>
          </p:cNvPr>
          <p:cNvSpPr txBox="1">
            <a:spLocks/>
          </p:cNvSpPr>
          <p:nvPr/>
        </p:nvSpPr>
        <p:spPr bwMode="auto">
          <a:xfrm>
            <a:off x="14493875" y="4419600"/>
            <a:ext cx="463867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PROFIELEN &amp; BEGRIPPEN</a:t>
            </a:r>
          </a:p>
        </p:txBody>
      </p:sp>
      <p:sp>
        <p:nvSpPr>
          <p:cNvPr id="20491" name="AutoShape 11">
            <a:extLst>
              <a:ext uri="{FF2B5EF4-FFF2-40B4-BE49-F238E27FC236}">
                <a16:creationId xmlns:a16="http://schemas.microsoft.com/office/drawing/2014/main" id="{D7B65827-F7AD-56DC-AF6B-3A19C0B373FF}"/>
              </a:ext>
            </a:extLst>
          </p:cNvPr>
          <p:cNvSpPr>
            <a:spLocks/>
          </p:cNvSpPr>
          <p:nvPr/>
        </p:nvSpPr>
        <p:spPr bwMode="auto">
          <a:xfrm>
            <a:off x="5716588" y="9150350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92" name="AutoShape 12">
            <a:extLst>
              <a:ext uri="{FF2B5EF4-FFF2-40B4-BE49-F238E27FC236}">
                <a16:creationId xmlns:a16="http://schemas.microsoft.com/office/drawing/2014/main" id="{024E85E3-9614-AD55-3A5F-DF3FC1F6F030}"/>
              </a:ext>
            </a:extLst>
          </p:cNvPr>
          <p:cNvSpPr>
            <a:spLocks/>
          </p:cNvSpPr>
          <p:nvPr/>
        </p:nvSpPr>
        <p:spPr bwMode="auto">
          <a:xfrm>
            <a:off x="6440488" y="9150350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93" name="AutoShape 13">
            <a:extLst>
              <a:ext uri="{FF2B5EF4-FFF2-40B4-BE49-F238E27FC236}">
                <a16:creationId xmlns:a16="http://schemas.microsoft.com/office/drawing/2014/main" id="{A4C34D3E-9CA5-0DDB-F07D-D8424E3DE9EB}"/>
              </a:ext>
            </a:extLst>
          </p:cNvPr>
          <p:cNvSpPr>
            <a:spLocks/>
          </p:cNvSpPr>
          <p:nvPr/>
        </p:nvSpPr>
        <p:spPr bwMode="auto">
          <a:xfrm>
            <a:off x="7162800" y="9150350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94" name="AutoShape 14">
            <a:extLst>
              <a:ext uri="{FF2B5EF4-FFF2-40B4-BE49-F238E27FC236}">
                <a16:creationId xmlns:a16="http://schemas.microsoft.com/office/drawing/2014/main" id="{D6D262D9-21E6-9129-791F-EB6FD0258EB3}"/>
              </a:ext>
            </a:extLst>
          </p:cNvPr>
          <p:cNvSpPr>
            <a:spLocks/>
          </p:cNvSpPr>
          <p:nvPr/>
        </p:nvSpPr>
        <p:spPr bwMode="auto">
          <a:xfrm>
            <a:off x="7885113" y="9150350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95" name="Rectangle 15" descr="Freeform 7">
            <a:extLst>
              <a:ext uri="{FF2B5EF4-FFF2-40B4-BE49-F238E27FC236}">
                <a16:creationId xmlns:a16="http://schemas.microsoft.com/office/drawing/2014/main" id="{5795E526-9414-8264-8F2A-0EC880848417}"/>
              </a:ext>
            </a:extLst>
          </p:cNvPr>
          <p:cNvSpPr>
            <a:spLocks/>
          </p:cNvSpPr>
          <p:nvPr/>
        </p:nvSpPr>
        <p:spPr bwMode="auto">
          <a:xfrm>
            <a:off x="5154613" y="9567863"/>
            <a:ext cx="3557587" cy="1938337"/>
          </a:xfrm>
          <a:prstGeom prst="rect">
            <a:avLst/>
          </a:prstGeom>
          <a:solidFill>
            <a:srgbClr val="173883"/>
          </a:solidFill>
          <a:ln w="254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496" name="Rectangle 16">
            <a:extLst>
              <a:ext uri="{FF2B5EF4-FFF2-40B4-BE49-F238E27FC236}">
                <a16:creationId xmlns:a16="http://schemas.microsoft.com/office/drawing/2014/main" id="{A795F722-5E61-47D6-6CDC-296FD31ED8EC}"/>
              </a:ext>
            </a:extLst>
          </p:cNvPr>
          <p:cNvSpPr>
            <a:spLocks/>
          </p:cNvSpPr>
          <p:nvPr/>
        </p:nvSpPr>
        <p:spPr bwMode="auto">
          <a:xfrm>
            <a:off x="5153025" y="10367963"/>
            <a:ext cx="3562350" cy="1155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497" name="Text Box 17" descr="TextBox 8">
            <a:extLst>
              <a:ext uri="{FF2B5EF4-FFF2-40B4-BE49-F238E27FC236}">
                <a16:creationId xmlns:a16="http://schemas.microsoft.com/office/drawing/2014/main" id="{016A5725-F95F-BE0B-16F9-73A60F181066}"/>
              </a:ext>
            </a:extLst>
          </p:cNvPr>
          <p:cNvSpPr txBox="1">
            <a:spLocks/>
          </p:cNvSpPr>
          <p:nvPr/>
        </p:nvSpPr>
        <p:spPr bwMode="auto">
          <a:xfrm>
            <a:off x="5253038" y="10506075"/>
            <a:ext cx="3360737" cy="87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15913" indent="-315913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18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TRANSFER TARGET: +€750K</a:t>
            </a:r>
          </a:p>
          <a:p>
            <a:pPr>
              <a:lnSpc>
                <a:spcPct val="14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1800" b="1" i="1">
                <a:solidFill>
                  <a:srgbClr val="9BBB59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TRANSFERS: &gt;1M</a:t>
            </a:r>
          </a:p>
        </p:txBody>
      </p:sp>
      <p:sp>
        <p:nvSpPr>
          <p:cNvPr id="20498" name="Text Box 18" descr="TextBox 16">
            <a:extLst>
              <a:ext uri="{FF2B5EF4-FFF2-40B4-BE49-F238E27FC236}">
                <a16:creationId xmlns:a16="http://schemas.microsoft.com/office/drawing/2014/main" id="{4F10DFE3-CA6A-FEB2-C7D9-B9ADE8C6E640}"/>
              </a:ext>
            </a:extLst>
          </p:cNvPr>
          <p:cNvSpPr txBox="1">
            <a:spLocks/>
          </p:cNvSpPr>
          <p:nvPr/>
        </p:nvSpPr>
        <p:spPr bwMode="auto">
          <a:xfrm>
            <a:off x="5259388" y="9559925"/>
            <a:ext cx="3348037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GOAL 1</a:t>
            </a:r>
          </a:p>
        </p:txBody>
      </p:sp>
      <p:sp>
        <p:nvSpPr>
          <p:cNvPr id="20499" name="AutoShape 19">
            <a:extLst>
              <a:ext uri="{FF2B5EF4-FFF2-40B4-BE49-F238E27FC236}">
                <a16:creationId xmlns:a16="http://schemas.microsoft.com/office/drawing/2014/main" id="{24B8DA62-3759-FC48-DA7E-4CF2D4A87800}"/>
              </a:ext>
            </a:extLst>
          </p:cNvPr>
          <p:cNvSpPr>
            <a:spLocks/>
          </p:cNvSpPr>
          <p:nvPr/>
        </p:nvSpPr>
        <p:spPr bwMode="auto">
          <a:xfrm>
            <a:off x="10974388" y="915828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500" name="AutoShape 20">
            <a:extLst>
              <a:ext uri="{FF2B5EF4-FFF2-40B4-BE49-F238E27FC236}">
                <a16:creationId xmlns:a16="http://schemas.microsoft.com/office/drawing/2014/main" id="{7F377299-90BE-239B-64F7-67076AC3B8E1}"/>
              </a:ext>
            </a:extLst>
          </p:cNvPr>
          <p:cNvSpPr>
            <a:spLocks/>
          </p:cNvSpPr>
          <p:nvPr/>
        </p:nvSpPr>
        <p:spPr bwMode="auto">
          <a:xfrm>
            <a:off x="11696700" y="915828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501" name="AutoShape 21">
            <a:extLst>
              <a:ext uri="{FF2B5EF4-FFF2-40B4-BE49-F238E27FC236}">
                <a16:creationId xmlns:a16="http://schemas.microsoft.com/office/drawing/2014/main" id="{2E908CBC-579E-B644-79C8-1356D19AC43A}"/>
              </a:ext>
            </a:extLst>
          </p:cNvPr>
          <p:cNvSpPr>
            <a:spLocks/>
          </p:cNvSpPr>
          <p:nvPr/>
        </p:nvSpPr>
        <p:spPr bwMode="auto">
          <a:xfrm>
            <a:off x="12420600" y="9158288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502" name="AutoShape 22">
            <a:extLst>
              <a:ext uri="{FF2B5EF4-FFF2-40B4-BE49-F238E27FC236}">
                <a16:creationId xmlns:a16="http://schemas.microsoft.com/office/drawing/2014/main" id="{1B8EA45C-FD12-3604-34C6-0786BC0F5DB9}"/>
              </a:ext>
            </a:extLst>
          </p:cNvPr>
          <p:cNvSpPr>
            <a:spLocks/>
          </p:cNvSpPr>
          <p:nvPr/>
        </p:nvSpPr>
        <p:spPr bwMode="auto">
          <a:xfrm>
            <a:off x="13142913" y="9158288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503" name="Rectangle 23" descr="Freeform 7">
            <a:extLst>
              <a:ext uri="{FF2B5EF4-FFF2-40B4-BE49-F238E27FC236}">
                <a16:creationId xmlns:a16="http://schemas.microsoft.com/office/drawing/2014/main" id="{CADE75C6-3E89-4978-44D6-FD699BAD35AF}"/>
              </a:ext>
            </a:extLst>
          </p:cNvPr>
          <p:cNvSpPr>
            <a:spLocks/>
          </p:cNvSpPr>
          <p:nvPr/>
        </p:nvSpPr>
        <p:spPr bwMode="auto">
          <a:xfrm>
            <a:off x="10412413" y="9575800"/>
            <a:ext cx="3557587" cy="1938338"/>
          </a:xfrm>
          <a:prstGeom prst="rect">
            <a:avLst/>
          </a:prstGeom>
          <a:solidFill>
            <a:srgbClr val="173883"/>
          </a:solidFill>
          <a:ln w="254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504" name="Rectangle 24">
            <a:extLst>
              <a:ext uri="{FF2B5EF4-FFF2-40B4-BE49-F238E27FC236}">
                <a16:creationId xmlns:a16="http://schemas.microsoft.com/office/drawing/2014/main" id="{D65B9027-8348-B9DB-B168-BD8C5CC2AB62}"/>
              </a:ext>
            </a:extLst>
          </p:cNvPr>
          <p:cNvSpPr>
            <a:spLocks/>
          </p:cNvSpPr>
          <p:nvPr/>
        </p:nvSpPr>
        <p:spPr bwMode="auto">
          <a:xfrm>
            <a:off x="10410825" y="10374313"/>
            <a:ext cx="3560763" cy="1155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05" name="Text Box 25" descr="TextBox 8">
            <a:extLst>
              <a:ext uri="{FF2B5EF4-FFF2-40B4-BE49-F238E27FC236}">
                <a16:creationId xmlns:a16="http://schemas.microsoft.com/office/drawing/2014/main" id="{E7C2AC81-5E05-43F6-95B0-DC5698518078}"/>
              </a:ext>
            </a:extLst>
          </p:cNvPr>
          <p:cNvSpPr txBox="1">
            <a:spLocks/>
          </p:cNvSpPr>
          <p:nvPr/>
        </p:nvSpPr>
        <p:spPr bwMode="auto">
          <a:xfrm>
            <a:off x="10517188" y="10529888"/>
            <a:ext cx="3360737" cy="84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15913" indent="-315913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18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KKD: TOP 10</a:t>
            </a:r>
          </a:p>
          <a:p>
            <a:pPr>
              <a:lnSpc>
                <a:spcPct val="13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1800" b="1" i="1">
                <a:solidFill>
                  <a:srgbClr val="FF93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10E POSITIE IN DE KKD</a:t>
            </a:r>
          </a:p>
        </p:txBody>
      </p:sp>
      <p:sp>
        <p:nvSpPr>
          <p:cNvPr id="20506" name="Text Box 26" descr="TextBox 16">
            <a:extLst>
              <a:ext uri="{FF2B5EF4-FFF2-40B4-BE49-F238E27FC236}">
                <a16:creationId xmlns:a16="http://schemas.microsoft.com/office/drawing/2014/main" id="{A852D533-3419-BC70-7036-740BFA073328}"/>
              </a:ext>
            </a:extLst>
          </p:cNvPr>
          <p:cNvSpPr txBox="1">
            <a:spLocks/>
          </p:cNvSpPr>
          <p:nvPr/>
        </p:nvSpPr>
        <p:spPr bwMode="auto">
          <a:xfrm>
            <a:off x="10517188" y="9567863"/>
            <a:ext cx="3348037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GOAL 2</a:t>
            </a:r>
          </a:p>
        </p:txBody>
      </p:sp>
      <p:sp>
        <p:nvSpPr>
          <p:cNvPr id="20507" name="AutoShape 27">
            <a:extLst>
              <a:ext uri="{FF2B5EF4-FFF2-40B4-BE49-F238E27FC236}">
                <a16:creationId xmlns:a16="http://schemas.microsoft.com/office/drawing/2014/main" id="{93AB7DE9-C77F-714F-6B11-6BB7597A6786}"/>
              </a:ext>
            </a:extLst>
          </p:cNvPr>
          <p:cNvSpPr>
            <a:spLocks/>
          </p:cNvSpPr>
          <p:nvPr/>
        </p:nvSpPr>
        <p:spPr bwMode="auto">
          <a:xfrm>
            <a:off x="16232188" y="915828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508" name="AutoShape 28">
            <a:extLst>
              <a:ext uri="{FF2B5EF4-FFF2-40B4-BE49-F238E27FC236}">
                <a16:creationId xmlns:a16="http://schemas.microsoft.com/office/drawing/2014/main" id="{92660838-8429-C0C8-A803-BE38AABDC6F1}"/>
              </a:ext>
            </a:extLst>
          </p:cNvPr>
          <p:cNvSpPr>
            <a:spLocks/>
          </p:cNvSpPr>
          <p:nvPr/>
        </p:nvSpPr>
        <p:spPr bwMode="auto">
          <a:xfrm>
            <a:off x="16954500" y="915828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509" name="AutoShape 29">
            <a:extLst>
              <a:ext uri="{FF2B5EF4-FFF2-40B4-BE49-F238E27FC236}">
                <a16:creationId xmlns:a16="http://schemas.microsoft.com/office/drawing/2014/main" id="{18D3A862-D0DD-EE53-4B79-C2692FBA735A}"/>
              </a:ext>
            </a:extLst>
          </p:cNvPr>
          <p:cNvSpPr>
            <a:spLocks/>
          </p:cNvSpPr>
          <p:nvPr/>
        </p:nvSpPr>
        <p:spPr bwMode="auto">
          <a:xfrm>
            <a:off x="17676813" y="915828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510" name="AutoShape 30">
            <a:extLst>
              <a:ext uri="{FF2B5EF4-FFF2-40B4-BE49-F238E27FC236}">
                <a16:creationId xmlns:a16="http://schemas.microsoft.com/office/drawing/2014/main" id="{0D588C47-EF69-A28A-986C-E84E67C5A48E}"/>
              </a:ext>
            </a:extLst>
          </p:cNvPr>
          <p:cNvSpPr>
            <a:spLocks/>
          </p:cNvSpPr>
          <p:nvPr/>
        </p:nvSpPr>
        <p:spPr bwMode="auto">
          <a:xfrm>
            <a:off x="18400713" y="9158288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34999"/>
              </a:srgbClr>
            </a:outerShdw>
          </a:effectLst>
        </p:spPr>
        <p:txBody>
          <a:bodyPr lIns="60959" tIns="60959" rIns="60959" bIns="60959" anchor="ctr"/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511" name="Rectangle 31" descr="Freeform 7">
            <a:extLst>
              <a:ext uri="{FF2B5EF4-FFF2-40B4-BE49-F238E27FC236}">
                <a16:creationId xmlns:a16="http://schemas.microsoft.com/office/drawing/2014/main" id="{5959B8B9-264E-8565-3064-36730CDCD096}"/>
              </a:ext>
            </a:extLst>
          </p:cNvPr>
          <p:cNvSpPr>
            <a:spLocks/>
          </p:cNvSpPr>
          <p:nvPr/>
        </p:nvSpPr>
        <p:spPr bwMode="auto">
          <a:xfrm>
            <a:off x="15670213" y="9575800"/>
            <a:ext cx="3557587" cy="1938338"/>
          </a:xfrm>
          <a:prstGeom prst="rect">
            <a:avLst/>
          </a:prstGeom>
          <a:solidFill>
            <a:srgbClr val="173883"/>
          </a:solidFill>
          <a:ln w="25400" cap="flat" cmpd="sng">
            <a:solidFill>
              <a:srgbClr val="FFFFFF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19" tIns="45719" rIns="45719" bIns="45719"/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512" name="Rectangle 32">
            <a:extLst>
              <a:ext uri="{FF2B5EF4-FFF2-40B4-BE49-F238E27FC236}">
                <a16:creationId xmlns:a16="http://schemas.microsoft.com/office/drawing/2014/main" id="{B0329760-76AB-99A4-D947-C8B97BAD9F81}"/>
              </a:ext>
            </a:extLst>
          </p:cNvPr>
          <p:cNvSpPr>
            <a:spLocks/>
          </p:cNvSpPr>
          <p:nvPr/>
        </p:nvSpPr>
        <p:spPr bwMode="auto">
          <a:xfrm>
            <a:off x="15667038" y="10374313"/>
            <a:ext cx="3562350" cy="1155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0513" name="Text Box 33" descr="TextBox 8">
            <a:extLst>
              <a:ext uri="{FF2B5EF4-FFF2-40B4-BE49-F238E27FC236}">
                <a16:creationId xmlns:a16="http://schemas.microsoft.com/office/drawing/2014/main" id="{33AF9F65-19C6-C66B-977C-CC5C39AA13F0}"/>
              </a:ext>
            </a:extLst>
          </p:cNvPr>
          <p:cNvSpPr txBox="1">
            <a:spLocks/>
          </p:cNvSpPr>
          <p:nvPr/>
        </p:nvSpPr>
        <p:spPr bwMode="auto">
          <a:xfrm>
            <a:off x="15774988" y="10529888"/>
            <a:ext cx="3360737" cy="84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15913" indent="-315913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1800" b="1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ACADEMY PLAYERS: 50%*</a:t>
            </a:r>
          </a:p>
          <a:p>
            <a:pPr>
              <a:lnSpc>
                <a:spcPct val="130000"/>
              </a:lnSpc>
              <a:spcBef>
                <a:spcPct val="0"/>
              </a:spcBef>
              <a:buSzPct val="100000"/>
              <a:buFontTx/>
              <a:buChar char="•"/>
            </a:pPr>
            <a:r>
              <a:rPr lang="LID4096" altLang="LID4096" sz="1800" b="1" i="1">
                <a:solidFill>
                  <a:srgbClr val="FF93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COMPETITIEMINUTEN: 38%</a:t>
            </a:r>
          </a:p>
        </p:txBody>
      </p:sp>
      <p:sp>
        <p:nvSpPr>
          <p:cNvPr id="20514" name="Text Box 34" descr="TextBox 16">
            <a:extLst>
              <a:ext uri="{FF2B5EF4-FFF2-40B4-BE49-F238E27FC236}">
                <a16:creationId xmlns:a16="http://schemas.microsoft.com/office/drawing/2014/main" id="{A0E96CA4-756A-8552-97A8-AAB948ECC8C7}"/>
              </a:ext>
            </a:extLst>
          </p:cNvPr>
          <p:cNvSpPr txBox="1">
            <a:spLocks/>
          </p:cNvSpPr>
          <p:nvPr/>
        </p:nvSpPr>
        <p:spPr bwMode="auto">
          <a:xfrm>
            <a:off x="15774988" y="9567863"/>
            <a:ext cx="3348037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GOAL 3</a:t>
            </a:r>
          </a:p>
        </p:txBody>
      </p:sp>
      <p:sp>
        <p:nvSpPr>
          <p:cNvPr id="20515" name="Text Box 35">
            <a:extLst>
              <a:ext uri="{FF2B5EF4-FFF2-40B4-BE49-F238E27FC236}">
                <a16:creationId xmlns:a16="http://schemas.microsoft.com/office/drawing/2014/main" id="{9301E012-8078-4BA9-15C2-27FCDFC2572F}"/>
              </a:ext>
            </a:extLst>
          </p:cNvPr>
          <p:cNvSpPr txBox="1">
            <a:spLocks/>
          </p:cNvSpPr>
          <p:nvPr/>
        </p:nvSpPr>
        <p:spPr bwMode="auto">
          <a:xfrm>
            <a:off x="457200" y="12995275"/>
            <a:ext cx="4843463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1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**MINIMAAL 3 JAAR IN DE ACADEMY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12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(STAN, MEES, KEVIN, DANNY, NICK, SHEDDY, TJEMME, ILIAS)</a:t>
            </a:r>
          </a:p>
        </p:txBody>
      </p:sp>
    </p:spTree>
  </p:cSld>
  <p:clrMapOvr>
    <a:masterClrMapping/>
  </p:clrMapOvr>
  <p:transition spd="slow"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1738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1" descr="TextBox 11">
            <a:extLst>
              <a:ext uri="{FF2B5EF4-FFF2-40B4-BE49-F238E27FC236}">
                <a16:creationId xmlns:a16="http://schemas.microsoft.com/office/drawing/2014/main" id="{093AB968-EFBD-3906-841C-43E63EF001E4}"/>
              </a:ext>
            </a:extLst>
          </p:cNvPr>
          <p:cNvSpPr txBox="1">
            <a:spLocks/>
          </p:cNvSpPr>
          <p:nvPr/>
        </p:nvSpPr>
        <p:spPr bwMode="auto">
          <a:xfrm>
            <a:off x="3435350" y="2189163"/>
            <a:ext cx="3686175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06" name="Text Box 2" descr="TextBox 37">
            <a:extLst>
              <a:ext uri="{FF2B5EF4-FFF2-40B4-BE49-F238E27FC236}">
                <a16:creationId xmlns:a16="http://schemas.microsoft.com/office/drawing/2014/main" id="{EABE211D-0DD4-EED8-5659-B9B5EB74A9BE}"/>
              </a:ext>
            </a:extLst>
          </p:cNvPr>
          <p:cNvSpPr txBox="1">
            <a:spLocks/>
          </p:cNvSpPr>
          <p:nvPr/>
        </p:nvSpPr>
        <p:spPr bwMode="auto">
          <a:xfrm>
            <a:off x="2262188" y="838200"/>
            <a:ext cx="4440237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5200"/>
              </a:lnSpc>
              <a:spcBef>
                <a:spcPct val="0"/>
              </a:spcBef>
            </a:pPr>
            <a:r>
              <a:rPr lang="LID4096" altLang="LID4096" sz="4500" b="1">
                <a:solidFill>
                  <a:srgbClr val="FFFFFF"/>
                </a:solidFill>
                <a:latin typeface="Cabin Bold" charset="0"/>
                <a:ea typeface="Cabin Bold" charset="0"/>
                <a:cs typeface="Cabin Bold" charset="0"/>
                <a:sym typeface="Cabin Bold" charset="0"/>
              </a:rPr>
              <a:t>Player name</a:t>
            </a:r>
          </a:p>
        </p:txBody>
      </p:sp>
      <p:sp>
        <p:nvSpPr>
          <p:cNvPr id="21507" name="Text Box 3" descr="TextBox 23">
            <a:extLst>
              <a:ext uri="{FF2B5EF4-FFF2-40B4-BE49-F238E27FC236}">
                <a16:creationId xmlns:a16="http://schemas.microsoft.com/office/drawing/2014/main" id="{C76C810F-BD25-65F0-7A4A-D65BA34FCE1C}"/>
              </a:ext>
            </a:extLst>
          </p:cNvPr>
          <p:cNvSpPr txBox="1">
            <a:spLocks/>
          </p:cNvSpPr>
          <p:nvPr/>
        </p:nvSpPr>
        <p:spPr bwMode="auto">
          <a:xfrm>
            <a:off x="18362613" y="584200"/>
            <a:ext cx="5467350" cy="322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</p:txBody>
      </p:sp>
      <p:sp>
        <p:nvSpPr>
          <p:cNvPr id="21508" name="Text Box 4" descr="TextBox 11">
            <a:extLst>
              <a:ext uri="{FF2B5EF4-FFF2-40B4-BE49-F238E27FC236}">
                <a16:creationId xmlns:a16="http://schemas.microsoft.com/office/drawing/2014/main" id="{423752D1-8522-1419-0701-A627E30D8C20}"/>
              </a:ext>
            </a:extLst>
          </p:cNvPr>
          <p:cNvSpPr txBox="1">
            <a:spLocks/>
          </p:cNvSpPr>
          <p:nvPr/>
        </p:nvSpPr>
        <p:spPr bwMode="auto">
          <a:xfrm>
            <a:off x="3444875" y="2943225"/>
            <a:ext cx="3686175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09" name="Text Box 5" descr="TextBox 11">
            <a:extLst>
              <a:ext uri="{FF2B5EF4-FFF2-40B4-BE49-F238E27FC236}">
                <a16:creationId xmlns:a16="http://schemas.microsoft.com/office/drawing/2014/main" id="{AD054BD7-AD57-E5EA-24E6-556E1EAF1BAB}"/>
              </a:ext>
            </a:extLst>
          </p:cNvPr>
          <p:cNvSpPr txBox="1">
            <a:spLocks/>
          </p:cNvSpPr>
          <p:nvPr/>
        </p:nvSpPr>
        <p:spPr bwMode="auto">
          <a:xfrm>
            <a:off x="3441700" y="3700463"/>
            <a:ext cx="3686175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10" name="Text Box 6" descr="TextBox 11">
            <a:extLst>
              <a:ext uri="{FF2B5EF4-FFF2-40B4-BE49-F238E27FC236}">
                <a16:creationId xmlns:a16="http://schemas.microsoft.com/office/drawing/2014/main" id="{EF92C4CB-B6DF-F773-E96F-513089E33B95}"/>
              </a:ext>
            </a:extLst>
          </p:cNvPr>
          <p:cNvSpPr txBox="1">
            <a:spLocks/>
          </p:cNvSpPr>
          <p:nvPr/>
        </p:nvSpPr>
        <p:spPr bwMode="auto">
          <a:xfrm>
            <a:off x="3467100" y="4459288"/>
            <a:ext cx="3686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11" name="Text Box 7" descr="TextBox 11">
            <a:extLst>
              <a:ext uri="{FF2B5EF4-FFF2-40B4-BE49-F238E27FC236}">
                <a16:creationId xmlns:a16="http://schemas.microsoft.com/office/drawing/2014/main" id="{7E366643-E781-8D78-87A8-FB45E484FF83}"/>
              </a:ext>
            </a:extLst>
          </p:cNvPr>
          <p:cNvSpPr txBox="1">
            <a:spLocks/>
          </p:cNvSpPr>
          <p:nvPr/>
        </p:nvSpPr>
        <p:spPr bwMode="auto">
          <a:xfrm>
            <a:off x="3467100" y="5210175"/>
            <a:ext cx="3686175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12" name="Text Box 8" descr="TextBox 11">
            <a:extLst>
              <a:ext uri="{FF2B5EF4-FFF2-40B4-BE49-F238E27FC236}">
                <a16:creationId xmlns:a16="http://schemas.microsoft.com/office/drawing/2014/main" id="{2A78DBE5-A865-8E63-F602-182CA736C2AF}"/>
              </a:ext>
            </a:extLst>
          </p:cNvPr>
          <p:cNvSpPr txBox="1">
            <a:spLocks/>
          </p:cNvSpPr>
          <p:nvPr/>
        </p:nvSpPr>
        <p:spPr bwMode="auto">
          <a:xfrm>
            <a:off x="3467100" y="5945188"/>
            <a:ext cx="3686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13" name="Text Box 9" descr="TextBox 11">
            <a:extLst>
              <a:ext uri="{FF2B5EF4-FFF2-40B4-BE49-F238E27FC236}">
                <a16:creationId xmlns:a16="http://schemas.microsoft.com/office/drawing/2014/main" id="{E3B1FB16-8C32-AAE6-D535-F1EB317D1E11}"/>
              </a:ext>
            </a:extLst>
          </p:cNvPr>
          <p:cNvSpPr txBox="1">
            <a:spLocks/>
          </p:cNvSpPr>
          <p:nvPr/>
        </p:nvSpPr>
        <p:spPr bwMode="auto">
          <a:xfrm>
            <a:off x="3467100" y="6677025"/>
            <a:ext cx="3686175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14" name="Text Box 10" descr="TextBox 11">
            <a:extLst>
              <a:ext uri="{FF2B5EF4-FFF2-40B4-BE49-F238E27FC236}">
                <a16:creationId xmlns:a16="http://schemas.microsoft.com/office/drawing/2014/main" id="{46DE3B19-2E33-D377-35A2-7328FCAE8A39}"/>
              </a:ext>
            </a:extLst>
          </p:cNvPr>
          <p:cNvSpPr txBox="1">
            <a:spLocks/>
          </p:cNvSpPr>
          <p:nvPr/>
        </p:nvSpPr>
        <p:spPr bwMode="auto">
          <a:xfrm>
            <a:off x="11202988" y="1087438"/>
            <a:ext cx="2152650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15" name="Text Box 11" descr="TextBox 11">
            <a:extLst>
              <a:ext uri="{FF2B5EF4-FFF2-40B4-BE49-F238E27FC236}">
                <a16:creationId xmlns:a16="http://schemas.microsoft.com/office/drawing/2014/main" id="{2776A9C9-6FFB-52D6-B38F-57D47846D649}"/>
              </a:ext>
            </a:extLst>
          </p:cNvPr>
          <p:cNvSpPr txBox="1">
            <a:spLocks/>
          </p:cNvSpPr>
          <p:nvPr/>
        </p:nvSpPr>
        <p:spPr bwMode="auto">
          <a:xfrm>
            <a:off x="11202988" y="1806575"/>
            <a:ext cx="2152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16" name="Text Box 12" descr="TextBox 11">
            <a:extLst>
              <a:ext uri="{FF2B5EF4-FFF2-40B4-BE49-F238E27FC236}">
                <a16:creationId xmlns:a16="http://schemas.microsoft.com/office/drawing/2014/main" id="{2EECABC6-2028-6B84-1E00-771017BD41B0}"/>
              </a:ext>
            </a:extLst>
          </p:cNvPr>
          <p:cNvSpPr txBox="1">
            <a:spLocks/>
          </p:cNvSpPr>
          <p:nvPr/>
        </p:nvSpPr>
        <p:spPr bwMode="auto">
          <a:xfrm>
            <a:off x="11202988" y="2611438"/>
            <a:ext cx="2152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17" name="Text Box 13" descr="TextBox 11">
            <a:extLst>
              <a:ext uri="{FF2B5EF4-FFF2-40B4-BE49-F238E27FC236}">
                <a16:creationId xmlns:a16="http://schemas.microsoft.com/office/drawing/2014/main" id="{634F2F0C-153A-34D8-3595-62A2421770D3}"/>
              </a:ext>
            </a:extLst>
          </p:cNvPr>
          <p:cNvSpPr txBox="1">
            <a:spLocks/>
          </p:cNvSpPr>
          <p:nvPr/>
        </p:nvSpPr>
        <p:spPr bwMode="auto">
          <a:xfrm>
            <a:off x="11202988" y="3370263"/>
            <a:ext cx="2152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18" name="Text Box 14" descr="TextBox 11">
            <a:extLst>
              <a:ext uri="{FF2B5EF4-FFF2-40B4-BE49-F238E27FC236}">
                <a16:creationId xmlns:a16="http://schemas.microsoft.com/office/drawing/2014/main" id="{10234136-B1E9-C1D1-95E9-1F8611BB3E3F}"/>
              </a:ext>
            </a:extLst>
          </p:cNvPr>
          <p:cNvSpPr txBox="1">
            <a:spLocks/>
          </p:cNvSpPr>
          <p:nvPr/>
        </p:nvSpPr>
        <p:spPr bwMode="auto">
          <a:xfrm>
            <a:off x="13587413" y="1087438"/>
            <a:ext cx="21510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19" name="Text Box 15" descr="TextBox 11">
            <a:extLst>
              <a:ext uri="{FF2B5EF4-FFF2-40B4-BE49-F238E27FC236}">
                <a16:creationId xmlns:a16="http://schemas.microsoft.com/office/drawing/2014/main" id="{AA310084-D6B9-1325-00AB-723E65F8949D}"/>
              </a:ext>
            </a:extLst>
          </p:cNvPr>
          <p:cNvSpPr txBox="1">
            <a:spLocks/>
          </p:cNvSpPr>
          <p:nvPr/>
        </p:nvSpPr>
        <p:spPr bwMode="auto">
          <a:xfrm>
            <a:off x="13587413" y="1806575"/>
            <a:ext cx="2151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20" name="Text Box 16" descr="TextBox 11">
            <a:extLst>
              <a:ext uri="{FF2B5EF4-FFF2-40B4-BE49-F238E27FC236}">
                <a16:creationId xmlns:a16="http://schemas.microsoft.com/office/drawing/2014/main" id="{D57E64C1-903E-95B8-B49C-2344C2C6632C}"/>
              </a:ext>
            </a:extLst>
          </p:cNvPr>
          <p:cNvSpPr txBox="1">
            <a:spLocks/>
          </p:cNvSpPr>
          <p:nvPr/>
        </p:nvSpPr>
        <p:spPr bwMode="auto">
          <a:xfrm>
            <a:off x="13587413" y="2611438"/>
            <a:ext cx="2151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21" name="Text Box 17" descr="TextBox 11">
            <a:extLst>
              <a:ext uri="{FF2B5EF4-FFF2-40B4-BE49-F238E27FC236}">
                <a16:creationId xmlns:a16="http://schemas.microsoft.com/office/drawing/2014/main" id="{F51976B8-A691-36B8-A704-E1BEA55CA116}"/>
              </a:ext>
            </a:extLst>
          </p:cNvPr>
          <p:cNvSpPr txBox="1">
            <a:spLocks/>
          </p:cNvSpPr>
          <p:nvPr/>
        </p:nvSpPr>
        <p:spPr bwMode="auto">
          <a:xfrm>
            <a:off x="13587413" y="3370263"/>
            <a:ext cx="2151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22" name="Text Box 18">
            <a:extLst>
              <a:ext uri="{FF2B5EF4-FFF2-40B4-BE49-F238E27FC236}">
                <a16:creationId xmlns:a16="http://schemas.microsoft.com/office/drawing/2014/main" id="{46B599F3-ED86-A8FE-0849-FCD2EF65E5AE}"/>
              </a:ext>
            </a:extLst>
          </p:cNvPr>
          <p:cNvSpPr txBox="1">
            <a:spLocks/>
          </p:cNvSpPr>
          <p:nvPr/>
        </p:nvSpPr>
        <p:spPr bwMode="auto">
          <a:xfrm>
            <a:off x="19740563" y="9663113"/>
            <a:ext cx="35766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21523" name="Text Box 19">
            <a:extLst>
              <a:ext uri="{FF2B5EF4-FFF2-40B4-BE49-F238E27FC236}">
                <a16:creationId xmlns:a16="http://schemas.microsoft.com/office/drawing/2014/main" id="{5F6AE4D2-1959-F66A-7922-95C6DD83A02B}"/>
              </a:ext>
            </a:extLst>
          </p:cNvPr>
          <p:cNvSpPr txBox="1">
            <a:spLocks/>
          </p:cNvSpPr>
          <p:nvPr/>
        </p:nvSpPr>
        <p:spPr bwMode="auto">
          <a:xfrm>
            <a:off x="19740563" y="10418763"/>
            <a:ext cx="3576637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21524" name="Text Box 20">
            <a:extLst>
              <a:ext uri="{FF2B5EF4-FFF2-40B4-BE49-F238E27FC236}">
                <a16:creationId xmlns:a16="http://schemas.microsoft.com/office/drawing/2014/main" id="{5D9ACF7F-97EF-3B21-83DF-55BD7373328B}"/>
              </a:ext>
            </a:extLst>
          </p:cNvPr>
          <p:cNvSpPr txBox="1">
            <a:spLocks/>
          </p:cNvSpPr>
          <p:nvPr/>
        </p:nvSpPr>
        <p:spPr bwMode="auto">
          <a:xfrm>
            <a:off x="19740563" y="11196638"/>
            <a:ext cx="35766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21525" name="Text Box 21">
            <a:extLst>
              <a:ext uri="{FF2B5EF4-FFF2-40B4-BE49-F238E27FC236}">
                <a16:creationId xmlns:a16="http://schemas.microsoft.com/office/drawing/2014/main" id="{04DCAA6C-E052-1EA1-632A-2C00C0251DE7}"/>
              </a:ext>
            </a:extLst>
          </p:cNvPr>
          <p:cNvSpPr txBox="1">
            <a:spLocks/>
          </p:cNvSpPr>
          <p:nvPr/>
        </p:nvSpPr>
        <p:spPr bwMode="auto">
          <a:xfrm>
            <a:off x="19753263" y="11925300"/>
            <a:ext cx="35766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21526" name="Text Box 22">
            <a:extLst>
              <a:ext uri="{FF2B5EF4-FFF2-40B4-BE49-F238E27FC236}">
                <a16:creationId xmlns:a16="http://schemas.microsoft.com/office/drawing/2014/main" id="{0D03ACD6-DF92-9B38-501D-532D1F83CA85}"/>
              </a:ext>
            </a:extLst>
          </p:cNvPr>
          <p:cNvSpPr txBox="1">
            <a:spLocks/>
          </p:cNvSpPr>
          <p:nvPr/>
        </p:nvSpPr>
        <p:spPr bwMode="auto">
          <a:xfrm>
            <a:off x="19753263" y="12652375"/>
            <a:ext cx="35766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21527" name="Text Box 23" descr="TextBox 31">
            <a:extLst>
              <a:ext uri="{FF2B5EF4-FFF2-40B4-BE49-F238E27FC236}">
                <a16:creationId xmlns:a16="http://schemas.microsoft.com/office/drawing/2014/main" id="{756EECFF-DAF4-82AD-9C8A-09DB64A0FBDF}"/>
              </a:ext>
            </a:extLst>
          </p:cNvPr>
          <p:cNvSpPr txBox="1">
            <a:spLocks/>
          </p:cNvSpPr>
          <p:nvPr/>
        </p:nvSpPr>
        <p:spPr bwMode="auto">
          <a:xfrm>
            <a:off x="8031163" y="9220200"/>
            <a:ext cx="79406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endParaRPr lang="LID4096" altLang="LID4096" sz="2000">
              <a:solidFill>
                <a:srgbClr val="FFFFFF"/>
              </a:solidFill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28" name="Text Box 24" descr="TextBox 11">
            <a:extLst>
              <a:ext uri="{FF2B5EF4-FFF2-40B4-BE49-F238E27FC236}">
                <a16:creationId xmlns:a16="http://schemas.microsoft.com/office/drawing/2014/main" id="{F539D54F-B308-2056-2952-D9AE812475D9}"/>
              </a:ext>
            </a:extLst>
          </p:cNvPr>
          <p:cNvSpPr txBox="1">
            <a:spLocks/>
          </p:cNvSpPr>
          <p:nvPr/>
        </p:nvSpPr>
        <p:spPr bwMode="auto">
          <a:xfrm>
            <a:off x="3467100" y="7434263"/>
            <a:ext cx="3686175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29" name="Text Box 25" descr="TextBox 11">
            <a:extLst>
              <a:ext uri="{FF2B5EF4-FFF2-40B4-BE49-F238E27FC236}">
                <a16:creationId xmlns:a16="http://schemas.microsoft.com/office/drawing/2014/main" id="{C0B9DE6A-A943-5201-F7C5-241E09371E4A}"/>
              </a:ext>
            </a:extLst>
          </p:cNvPr>
          <p:cNvSpPr txBox="1">
            <a:spLocks/>
          </p:cNvSpPr>
          <p:nvPr/>
        </p:nvSpPr>
        <p:spPr bwMode="auto">
          <a:xfrm>
            <a:off x="3467100" y="8147050"/>
            <a:ext cx="3686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21530" name="Oval 26">
            <a:extLst>
              <a:ext uri="{FF2B5EF4-FFF2-40B4-BE49-F238E27FC236}">
                <a16:creationId xmlns:a16="http://schemas.microsoft.com/office/drawing/2014/main" id="{A305F0C3-849A-6C6F-62E8-532CE8E0CAC8}"/>
              </a:ext>
            </a:extLst>
          </p:cNvPr>
          <p:cNvSpPr>
            <a:spLocks/>
          </p:cNvSpPr>
          <p:nvPr/>
        </p:nvSpPr>
        <p:spPr bwMode="auto">
          <a:xfrm>
            <a:off x="8370888" y="5118100"/>
            <a:ext cx="2857500" cy="28575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87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</a:t>
            </a:r>
          </a:p>
        </p:txBody>
      </p:sp>
      <p:sp>
        <p:nvSpPr>
          <p:cNvPr id="21531" name="Oval 27">
            <a:extLst>
              <a:ext uri="{FF2B5EF4-FFF2-40B4-BE49-F238E27FC236}">
                <a16:creationId xmlns:a16="http://schemas.microsoft.com/office/drawing/2014/main" id="{D93E4EDD-491C-3A85-1319-FE5399E34B21}"/>
              </a:ext>
            </a:extLst>
          </p:cNvPr>
          <p:cNvSpPr>
            <a:spLocks/>
          </p:cNvSpPr>
          <p:nvPr/>
        </p:nvSpPr>
        <p:spPr bwMode="auto">
          <a:xfrm>
            <a:off x="12693650" y="5122863"/>
            <a:ext cx="2857500" cy="2857500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154113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154113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87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xx%</a:t>
            </a:r>
          </a:p>
        </p:txBody>
      </p:sp>
      <p:sp>
        <p:nvSpPr>
          <p:cNvPr id="21532" name="Text Box 28">
            <a:extLst>
              <a:ext uri="{FF2B5EF4-FFF2-40B4-BE49-F238E27FC236}">
                <a16:creationId xmlns:a16="http://schemas.microsoft.com/office/drawing/2014/main" id="{69EB7835-E469-620C-1F51-496F10BF961F}"/>
              </a:ext>
            </a:extLst>
          </p:cNvPr>
          <p:cNvSpPr txBox="1">
            <a:spLocks/>
          </p:cNvSpPr>
          <p:nvPr/>
        </p:nvSpPr>
        <p:spPr bwMode="auto">
          <a:xfrm>
            <a:off x="4875213" y="268288"/>
            <a:ext cx="2676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DATE: DD-MM-JJJJ</a:t>
            </a:r>
          </a:p>
        </p:txBody>
      </p:sp>
      <p:sp>
        <p:nvSpPr>
          <p:cNvPr id="21533" name="Text Box 29">
            <a:extLst>
              <a:ext uri="{FF2B5EF4-FFF2-40B4-BE49-F238E27FC236}">
                <a16:creationId xmlns:a16="http://schemas.microsoft.com/office/drawing/2014/main" id="{B7373818-D50D-B116-5A76-D2D1B142D4C1}"/>
              </a:ext>
            </a:extLst>
          </p:cNvPr>
          <p:cNvSpPr txBox="1">
            <a:spLocks/>
          </p:cNvSpPr>
          <p:nvPr/>
        </p:nvSpPr>
        <p:spPr bwMode="auto">
          <a:xfrm>
            <a:off x="16837025" y="7313613"/>
            <a:ext cx="2870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FLAIR</a:t>
            </a:r>
          </a:p>
        </p:txBody>
      </p:sp>
      <p:sp>
        <p:nvSpPr>
          <p:cNvPr id="21534" name="Text Box 30">
            <a:extLst>
              <a:ext uri="{FF2B5EF4-FFF2-40B4-BE49-F238E27FC236}">
                <a16:creationId xmlns:a16="http://schemas.microsoft.com/office/drawing/2014/main" id="{90D0B13C-7CCA-A7D0-F37C-8E259777A5C0}"/>
              </a:ext>
            </a:extLst>
          </p:cNvPr>
          <p:cNvSpPr txBox="1">
            <a:spLocks/>
          </p:cNvSpPr>
          <p:nvPr/>
        </p:nvSpPr>
        <p:spPr bwMode="auto">
          <a:xfrm>
            <a:off x="16856075" y="6807200"/>
            <a:ext cx="25177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DUELKRACHT</a:t>
            </a:r>
          </a:p>
        </p:txBody>
      </p:sp>
      <p:sp>
        <p:nvSpPr>
          <p:cNvPr id="21535" name="Text Box 31">
            <a:extLst>
              <a:ext uri="{FF2B5EF4-FFF2-40B4-BE49-F238E27FC236}">
                <a16:creationId xmlns:a16="http://schemas.microsoft.com/office/drawing/2014/main" id="{2B84097F-40B7-FD9A-8815-52D8D6D00BE9}"/>
              </a:ext>
            </a:extLst>
          </p:cNvPr>
          <p:cNvSpPr txBox="1">
            <a:spLocks/>
          </p:cNvSpPr>
          <p:nvPr/>
        </p:nvSpPr>
        <p:spPr bwMode="auto">
          <a:xfrm>
            <a:off x="16856075" y="6288088"/>
            <a:ext cx="21383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OFFENSIEF KOPPEN</a:t>
            </a:r>
          </a:p>
        </p:txBody>
      </p:sp>
      <p:sp>
        <p:nvSpPr>
          <p:cNvPr id="21536" name="Text Box 32">
            <a:extLst>
              <a:ext uri="{FF2B5EF4-FFF2-40B4-BE49-F238E27FC236}">
                <a16:creationId xmlns:a16="http://schemas.microsoft.com/office/drawing/2014/main" id="{D9C69397-90FD-2A97-022A-52910425E83E}"/>
              </a:ext>
            </a:extLst>
          </p:cNvPr>
          <p:cNvSpPr txBox="1">
            <a:spLocks/>
          </p:cNvSpPr>
          <p:nvPr/>
        </p:nvSpPr>
        <p:spPr bwMode="auto">
          <a:xfrm>
            <a:off x="16856075" y="5745163"/>
            <a:ext cx="21383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COMBINATIE SPEL</a:t>
            </a:r>
          </a:p>
        </p:txBody>
      </p:sp>
      <p:sp>
        <p:nvSpPr>
          <p:cNvPr id="21537" name="Text Box 33">
            <a:extLst>
              <a:ext uri="{FF2B5EF4-FFF2-40B4-BE49-F238E27FC236}">
                <a16:creationId xmlns:a16="http://schemas.microsoft.com/office/drawing/2014/main" id="{4EC113D4-49D9-9E9D-A03F-38B20519131E}"/>
              </a:ext>
            </a:extLst>
          </p:cNvPr>
          <p:cNvSpPr txBox="1">
            <a:spLocks/>
          </p:cNvSpPr>
          <p:nvPr/>
        </p:nvSpPr>
        <p:spPr bwMode="auto">
          <a:xfrm>
            <a:off x="16856075" y="5213350"/>
            <a:ext cx="251777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POSITIE KIEZEN (A)</a:t>
            </a:r>
          </a:p>
        </p:txBody>
      </p:sp>
      <p:sp>
        <p:nvSpPr>
          <p:cNvPr id="21538" name="Text Box 34">
            <a:extLst>
              <a:ext uri="{FF2B5EF4-FFF2-40B4-BE49-F238E27FC236}">
                <a16:creationId xmlns:a16="http://schemas.microsoft.com/office/drawing/2014/main" id="{ED07C474-F64B-8886-2925-2FE38919001E}"/>
              </a:ext>
            </a:extLst>
          </p:cNvPr>
          <p:cNvSpPr txBox="1">
            <a:spLocks/>
          </p:cNvSpPr>
          <p:nvPr/>
        </p:nvSpPr>
        <p:spPr bwMode="auto">
          <a:xfrm>
            <a:off x="16856075" y="4730750"/>
            <a:ext cx="213836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DOELGERICHTHEID</a:t>
            </a:r>
          </a:p>
        </p:txBody>
      </p:sp>
      <p:sp>
        <p:nvSpPr>
          <p:cNvPr id="21539" name="AutoShape 35">
            <a:extLst>
              <a:ext uri="{FF2B5EF4-FFF2-40B4-BE49-F238E27FC236}">
                <a16:creationId xmlns:a16="http://schemas.microsoft.com/office/drawing/2014/main" id="{81319982-BB56-F9A1-F8D6-DF9CA6F5D4A7}"/>
              </a:ext>
            </a:extLst>
          </p:cNvPr>
          <p:cNvSpPr>
            <a:spLocks/>
          </p:cNvSpPr>
          <p:nvPr/>
        </p:nvSpPr>
        <p:spPr bwMode="auto">
          <a:xfrm>
            <a:off x="20512088" y="7294563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40" name="AutoShape 36">
            <a:extLst>
              <a:ext uri="{FF2B5EF4-FFF2-40B4-BE49-F238E27FC236}">
                <a16:creationId xmlns:a16="http://schemas.microsoft.com/office/drawing/2014/main" id="{7578E332-49B1-CA21-1715-C7782183FB00}"/>
              </a:ext>
            </a:extLst>
          </p:cNvPr>
          <p:cNvSpPr>
            <a:spLocks/>
          </p:cNvSpPr>
          <p:nvPr/>
        </p:nvSpPr>
        <p:spPr bwMode="auto">
          <a:xfrm>
            <a:off x="20850225" y="7294563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41" name="AutoShape 37">
            <a:extLst>
              <a:ext uri="{FF2B5EF4-FFF2-40B4-BE49-F238E27FC236}">
                <a16:creationId xmlns:a16="http://schemas.microsoft.com/office/drawing/2014/main" id="{A728A99B-1F2D-BAFD-9F99-00D52DB895A4}"/>
              </a:ext>
            </a:extLst>
          </p:cNvPr>
          <p:cNvSpPr>
            <a:spLocks/>
          </p:cNvSpPr>
          <p:nvPr/>
        </p:nvSpPr>
        <p:spPr bwMode="auto">
          <a:xfrm>
            <a:off x="21188363" y="7294563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42" name="AutoShape 38">
            <a:extLst>
              <a:ext uri="{FF2B5EF4-FFF2-40B4-BE49-F238E27FC236}">
                <a16:creationId xmlns:a16="http://schemas.microsoft.com/office/drawing/2014/main" id="{5CDB78CE-730F-72C6-511D-85B20706B484}"/>
              </a:ext>
            </a:extLst>
          </p:cNvPr>
          <p:cNvSpPr>
            <a:spLocks/>
          </p:cNvSpPr>
          <p:nvPr/>
        </p:nvSpPr>
        <p:spPr bwMode="auto">
          <a:xfrm>
            <a:off x="21528088" y="7294563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43" name="AutoShape 39">
            <a:extLst>
              <a:ext uri="{FF2B5EF4-FFF2-40B4-BE49-F238E27FC236}">
                <a16:creationId xmlns:a16="http://schemas.microsoft.com/office/drawing/2014/main" id="{436B3872-2ABE-B09A-B8C5-4C50740A30E9}"/>
              </a:ext>
            </a:extLst>
          </p:cNvPr>
          <p:cNvSpPr>
            <a:spLocks/>
          </p:cNvSpPr>
          <p:nvPr/>
        </p:nvSpPr>
        <p:spPr bwMode="auto">
          <a:xfrm>
            <a:off x="21861463" y="7294563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44" name="AutoShape 40">
            <a:extLst>
              <a:ext uri="{FF2B5EF4-FFF2-40B4-BE49-F238E27FC236}">
                <a16:creationId xmlns:a16="http://schemas.microsoft.com/office/drawing/2014/main" id="{4F55FD8E-2CAE-A0AF-0D97-250876EDD3CE}"/>
              </a:ext>
            </a:extLst>
          </p:cNvPr>
          <p:cNvSpPr>
            <a:spLocks/>
          </p:cNvSpPr>
          <p:nvPr/>
        </p:nvSpPr>
        <p:spPr bwMode="auto">
          <a:xfrm>
            <a:off x="22199600" y="7294563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45" name="AutoShape 41">
            <a:extLst>
              <a:ext uri="{FF2B5EF4-FFF2-40B4-BE49-F238E27FC236}">
                <a16:creationId xmlns:a16="http://schemas.microsoft.com/office/drawing/2014/main" id="{BB2913F0-0AF1-1F84-0A1E-DB847C222E6D}"/>
              </a:ext>
            </a:extLst>
          </p:cNvPr>
          <p:cNvSpPr>
            <a:spLocks/>
          </p:cNvSpPr>
          <p:nvPr/>
        </p:nvSpPr>
        <p:spPr bwMode="auto">
          <a:xfrm>
            <a:off x="22537738" y="7294563"/>
            <a:ext cx="298450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46" name="AutoShape 42">
            <a:extLst>
              <a:ext uri="{FF2B5EF4-FFF2-40B4-BE49-F238E27FC236}">
                <a16:creationId xmlns:a16="http://schemas.microsoft.com/office/drawing/2014/main" id="{DAF0384C-A894-15BC-EE48-26CF1EB33B1F}"/>
              </a:ext>
            </a:extLst>
          </p:cNvPr>
          <p:cNvSpPr>
            <a:spLocks/>
          </p:cNvSpPr>
          <p:nvPr/>
        </p:nvSpPr>
        <p:spPr bwMode="auto">
          <a:xfrm>
            <a:off x="22877463" y="7294563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47" name="AutoShape 43">
            <a:extLst>
              <a:ext uri="{FF2B5EF4-FFF2-40B4-BE49-F238E27FC236}">
                <a16:creationId xmlns:a16="http://schemas.microsoft.com/office/drawing/2014/main" id="{0B57C87B-8413-DA7C-7E79-C82E62F62FA2}"/>
              </a:ext>
            </a:extLst>
          </p:cNvPr>
          <p:cNvSpPr>
            <a:spLocks/>
          </p:cNvSpPr>
          <p:nvPr/>
        </p:nvSpPr>
        <p:spPr bwMode="auto">
          <a:xfrm>
            <a:off x="23212425" y="7294563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48" name="AutoShape 44">
            <a:extLst>
              <a:ext uri="{FF2B5EF4-FFF2-40B4-BE49-F238E27FC236}">
                <a16:creationId xmlns:a16="http://schemas.microsoft.com/office/drawing/2014/main" id="{3CD776AA-9658-8C79-1848-F52EBD601566}"/>
              </a:ext>
            </a:extLst>
          </p:cNvPr>
          <p:cNvSpPr>
            <a:spLocks/>
          </p:cNvSpPr>
          <p:nvPr/>
        </p:nvSpPr>
        <p:spPr bwMode="auto">
          <a:xfrm>
            <a:off x="23550563" y="7294563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49" name="AutoShape 45">
            <a:extLst>
              <a:ext uri="{FF2B5EF4-FFF2-40B4-BE49-F238E27FC236}">
                <a16:creationId xmlns:a16="http://schemas.microsoft.com/office/drawing/2014/main" id="{91040013-DE96-0004-34B0-1DD46AB31B73}"/>
              </a:ext>
            </a:extLst>
          </p:cNvPr>
          <p:cNvSpPr>
            <a:spLocks/>
          </p:cNvSpPr>
          <p:nvPr/>
        </p:nvSpPr>
        <p:spPr bwMode="auto">
          <a:xfrm>
            <a:off x="20515263" y="6789738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50" name="AutoShape 46">
            <a:extLst>
              <a:ext uri="{FF2B5EF4-FFF2-40B4-BE49-F238E27FC236}">
                <a16:creationId xmlns:a16="http://schemas.microsoft.com/office/drawing/2014/main" id="{C8BF0B94-1BD9-E795-9D51-C86D2B4A0D7C}"/>
              </a:ext>
            </a:extLst>
          </p:cNvPr>
          <p:cNvSpPr>
            <a:spLocks/>
          </p:cNvSpPr>
          <p:nvPr/>
        </p:nvSpPr>
        <p:spPr bwMode="auto">
          <a:xfrm>
            <a:off x="20853400" y="6789738"/>
            <a:ext cx="298450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51" name="AutoShape 47">
            <a:extLst>
              <a:ext uri="{FF2B5EF4-FFF2-40B4-BE49-F238E27FC236}">
                <a16:creationId xmlns:a16="http://schemas.microsoft.com/office/drawing/2014/main" id="{D4407FAD-FBD8-604F-9C3B-46D1A5B563B9}"/>
              </a:ext>
            </a:extLst>
          </p:cNvPr>
          <p:cNvSpPr>
            <a:spLocks/>
          </p:cNvSpPr>
          <p:nvPr/>
        </p:nvSpPr>
        <p:spPr bwMode="auto">
          <a:xfrm>
            <a:off x="21193125" y="6789738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52" name="AutoShape 48">
            <a:extLst>
              <a:ext uri="{FF2B5EF4-FFF2-40B4-BE49-F238E27FC236}">
                <a16:creationId xmlns:a16="http://schemas.microsoft.com/office/drawing/2014/main" id="{09884AF5-4950-5792-A612-99959C6D67F8}"/>
              </a:ext>
            </a:extLst>
          </p:cNvPr>
          <p:cNvSpPr>
            <a:spLocks/>
          </p:cNvSpPr>
          <p:nvPr/>
        </p:nvSpPr>
        <p:spPr bwMode="auto">
          <a:xfrm>
            <a:off x="21531263" y="6789738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53" name="AutoShape 49">
            <a:extLst>
              <a:ext uri="{FF2B5EF4-FFF2-40B4-BE49-F238E27FC236}">
                <a16:creationId xmlns:a16="http://schemas.microsoft.com/office/drawing/2014/main" id="{9D7FC73A-033D-8EFC-7399-AD967895BB2F}"/>
              </a:ext>
            </a:extLst>
          </p:cNvPr>
          <p:cNvSpPr>
            <a:spLocks/>
          </p:cNvSpPr>
          <p:nvPr/>
        </p:nvSpPr>
        <p:spPr bwMode="auto">
          <a:xfrm>
            <a:off x="21864638" y="6789738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54" name="AutoShape 50">
            <a:extLst>
              <a:ext uri="{FF2B5EF4-FFF2-40B4-BE49-F238E27FC236}">
                <a16:creationId xmlns:a16="http://schemas.microsoft.com/office/drawing/2014/main" id="{0B5EAF67-7A44-D545-568A-F93B1D998353}"/>
              </a:ext>
            </a:extLst>
          </p:cNvPr>
          <p:cNvSpPr>
            <a:spLocks/>
          </p:cNvSpPr>
          <p:nvPr/>
        </p:nvSpPr>
        <p:spPr bwMode="auto">
          <a:xfrm>
            <a:off x="22204363" y="6789738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55" name="AutoShape 51">
            <a:extLst>
              <a:ext uri="{FF2B5EF4-FFF2-40B4-BE49-F238E27FC236}">
                <a16:creationId xmlns:a16="http://schemas.microsoft.com/office/drawing/2014/main" id="{7B5C6807-0B93-650D-1E3F-BB8AE966C842}"/>
              </a:ext>
            </a:extLst>
          </p:cNvPr>
          <p:cNvSpPr>
            <a:spLocks/>
          </p:cNvSpPr>
          <p:nvPr/>
        </p:nvSpPr>
        <p:spPr bwMode="auto">
          <a:xfrm>
            <a:off x="22542500" y="6789738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56" name="AutoShape 52">
            <a:extLst>
              <a:ext uri="{FF2B5EF4-FFF2-40B4-BE49-F238E27FC236}">
                <a16:creationId xmlns:a16="http://schemas.microsoft.com/office/drawing/2014/main" id="{B108BEFF-126E-3198-EA97-998D758623ED}"/>
              </a:ext>
            </a:extLst>
          </p:cNvPr>
          <p:cNvSpPr>
            <a:spLocks/>
          </p:cNvSpPr>
          <p:nvPr/>
        </p:nvSpPr>
        <p:spPr bwMode="auto">
          <a:xfrm>
            <a:off x="22880638" y="6789738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57" name="AutoShape 53">
            <a:extLst>
              <a:ext uri="{FF2B5EF4-FFF2-40B4-BE49-F238E27FC236}">
                <a16:creationId xmlns:a16="http://schemas.microsoft.com/office/drawing/2014/main" id="{9451E6F0-F786-EF6F-58E3-A41F6BE30297}"/>
              </a:ext>
            </a:extLst>
          </p:cNvPr>
          <p:cNvSpPr>
            <a:spLocks/>
          </p:cNvSpPr>
          <p:nvPr/>
        </p:nvSpPr>
        <p:spPr bwMode="auto">
          <a:xfrm>
            <a:off x="23215600" y="6789738"/>
            <a:ext cx="296863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58" name="AutoShape 54">
            <a:extLst>
              <a:ext uri="{FF2B5EF4-FFF2-40B4-BE49-F238E27FC236}">
                <a16:creationId xmlns:a16="http://schemas.microsoft.com/office/drawing/2014/main" id="{3E4BBFA9-A7C9-1561-8625-489354315949}"/>
              </a:ext>
            </a:extLst>
          </p:cNvPr>
          <p:cNvSpPr>
            <a:spLocks/>
          </p:cNvSpPr>
          <p:nvPr/>
        </p:nvSpPr>
        <p:spPr bwMode="auto">
          <a:xfrm>
            <a:off x="23553738" y="6789738"/>
            <a:ext cx="296862" cy="330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59" name="AutoShape 55">
            <a:extLst>
              <a:ext uri="{FF2B5EF4-FFF2-40B4-BE49-F238E27FC236}">
                <a16:creationId xmlns:a16="http://schemas.microsoft.com/office/drawing/2014/main" id="{C7AAA3E2-B28C-FACA-6B1E-18F4CE2E1D71}"/>
              </a:ext>
            </a:extLst>
          </p:cNvPr>
          <p:cNvSpPr>
            <a:spLocks/>
          </p:cNvSpPr>
          <p:nvPr/>
        </p:nvSpPr>
        <p:spPr bwMode="auto">
          <a:xfrm>
            <a:off x="20520025" y="5741988"/>
            <a:ext cx="298450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60" name="AutoShape 56">
            <a:extLst>
              <a:ext uri="{FF2B5EF4-FFF2-40B4-BE49-F238E27FC236}">
                <a16:creationId xmlns:a16="http://schemas.microsoft.com/office/drawing/2014/main" id="{0F093DDA-E1FF-3C09-89D0-913654D4A1BF}"/>
              </a:ext>
            </a:extLst>
          </p:cNvPr>
          <p:cNvSpPr>
            <a:spLocks/>
          </p:cNvSpPr>
          <p:nvPr/>
        </p:nvSpPr>
        <p:spPr bwMode="auto">
          <a:xfrm>
            <a:off x="20859750" y="574198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61" name="AutoShape 57">
            <a:extLst>
              <a:ext uri="{FF2B5EF4-FFF2-40B4-BE49-F238E27FC236}">
                <a16:creationId xmlns:a16="http://schemas.microsoft.com/office/drawing/2014/main" id="{00BADA3E-9E99-D407-FA3C-CFA60D5C5A41}"/>
              </a:ext>
            </a:extLst>
          </p:cNvPr>
          <p:cNvSpPr>
            <a:spLocks/>
          </p:cNvSpPr>
          <p:nvPr/>
        </p:nvSpPr>
        <p:spPr bwMode="auto">
          <a:xfrm>
            <a:off x="21197888" y="574198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62" name="AutoShape 58">
            <a:extLst>
              <a:ext uri="{FF2B5EF4-FFF2-40B4-BE49-F238E27FC236}">
                <a16:creationId xmlns:a16="http://schemas.microsoft.com/office/drawing/2014/main" id="{58F693D1-A11F-D7FA-D0B4-435DE5E0AF2D}"/>
              </a:ext>
            </a:extLst>
          </p:cNvPr>
          <p:cNvSpPr>
            <a:spLocks/>
          </p:cNvSpPr>
          <p:nvPr/>
        </p:nvSpPr>
        <p:spPr bwMode="auto">
          <a:xfrm>
            <a:off x="21536025" y="574198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63" name="AutoShape 59">
            <a:extLst>
              <a:ext uri="{FF2B5EF4-FFF2-40B4-BE49-F238E27FC236}">
                <a16:creationId xmlns:a16="http://schemas.microsoft.com/office/drawing/2014/main" id="{70651010-62B0-91BF-539C-380E0238B6AB}"/>
              </a:ext>
            </a:extLst>
          </p:cNvPr>
          <p:cNvSpPr>
            <a:spLocks/>
          </p:cNvSpPr>
          <p:nvPr/>
        </p:nvSpPr>
        <p:spPr bwMode="auto">
          <a:xfrm>
            <a:off x="21870988" y="574198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64" name="AutoShape 60">
            <a:extLst>
              <a:ext uri="{FF2B5EF4-FFF2-40B4-BE49-F238E27FC236}">
                <a16:creationId xmlns:a16="http://schemas.microsoft.com/office/drawing/2014/main" id="{8ED62246-87E8-82DF-67B8-0BDD98DC52EA}"/>
              </a:ext>
            </a:extLst>
          </p:cNvPr>
          <p:cNvSpPr>
            <a:spLocks/>
          </p:cNvSpPr>
          <p:nvPr/>
        </p:nvSpPr>
        <p:spPr bwMode="auto">
          <a:xfrm>
            <a:off x="22209125" y="574198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65" name="AutoShape 61">
            <a:extLst>
              <a:ext uri="{FF2B5EF4-FFF2-40B4-BE49-F238E27FC236}">
                <a16:creationId xmlns:a16="http://schemas.microsoft.com/office/drawing/2014/main" id="{9E2598BC-52A0-D1A2-D50D-57D7BE0BA4C0}"/>
              </a:ext>
            </a:extLst>
          </p:cNvPr>
          <p:cNvSpPr>
            <a:spLocks/>
          </p:cNvSpPr>
          <p:nvPr/>
        </p:nvSpPr>
        <p:spPr bwMode="auto">
          <a:xfrm>
            <a:off x="22547263" y="574198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66" name="AutoShape 62">
            <a:extLst>
              <a:ext uri="{FF2B5EF4-FFF2-40B4-BE49-F238E27FC236}">
                <a16:creationId xmlns:a16="http://schemas.microsoft.com/office/drawing/2014/main" id="{1DD7D158-0F6A-5449-DE60-4AFFD4914765}"/>
              </a:ext>
            </a:extLst>
          </p:cNvPr>
          <p:cNvSpPr>
            <a:spLocks/>
          </p:cNvSpPr>
          <p:nvPr/>
        </p:nvSpPr>
        <p:spPr bwMode="auto">
          <a:xfrm>
            <a:off x="22885400" y="5741988"/>
            <a:ext cx="298450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67" name="AutoShape 63">
            <a:extLst>
              <a:ext uri="{FF2B5EF4-FFF2-40B4-BE49-F238E27FC236}">
                <a16:creationId xmlns:a16="http://schemas.microsoft.com/office/drawing/2014/main" id="{BE0EF4FC-F14A-04BC-1A6D-AF651B3C34B1}"/>
              </a:ext>
            </a:extLst>
          </p:cNvPr>
          <p:cNvSpPr>
            <a:spLocks/>
          </p:cNvSpPr>
          <p:nvPr/>
        </p:nvSpPr>
        <p:spPr bwMode="auto">
          <a:xfrm>
            <a:off x="23220363" y="574198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68" name="AutoShape 64">
            <a:extLst>
              <a:ext uri="{FF2B5EF4-FFF2-40B4-BE49-F238E27FC236}">
                <a16:creationId xmlns:a16="http://schemas.microsoft.com/office/drawing/2014/main" id="{41C2D23D-6D44-CF07-ACF5-069846956A07}"/>
              </a:ext>
            </a:extLst>
          </p:cNvPr>
          <p:cNvSpPr>
            <a:spLocks/>
          </p:cNvSpPr>
          <p:nvPr/>
        </p:nvSpPr>
        <p:spPr bwMode="auto">
          <a:xfrm>
            <a:off x="23560088" y="574198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69" name="AutoShape 65">
            <a:extLst>
              <a:ext uri="{FF2B5EF4-FFF2-40B4-BE49-F238E27FC236}">
                <a16:creationId xmlns:a16="http://schemas.microsoft.com/office/drawing/2014/main" id="{9BAB83DD-8405-6885-59BC-0751B355E867}"/>
              </a:ext>
            </a:extLst>
          </p:cNvPr>
          <p:cNvSpPr>
            <a:spLocks/>
          </p:cNvSpPr>
          <p:nvPr/>
        </p:nvSpPr>
        <p:spPr bwMode="auto">
          <a:xfrm>
            <a:off x="20520025" y="6275388"/>
            <a:ext cx="298450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70" name="AutoShape 66">
            <a:extLst>
              <a:ext uri="{FF2B5EF4-FFF2-40B4-BE49-F238E27FC236}">
                <a16:creationId xmlns:a16="http://schemas.microsoft.com/office/drawing/2014/main" id="{4991E511-1FF0-CA40-7671-92E308440D99}"/>
              </a:ext>
            </a:extLst>
          </p:cNvPr>
          <p:cNvSpPr>
            <a:spLocks/>
          </p:cNvSpPr>
          <p:nvPr/>
        </p:nvSpPr>
        <p:spPr bwMode="auto">
          <a:xfrm>
            <a:off x="20859750" y="627538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71" name="AutoShape 67">
            <a:extLst>
              <a:ext uri="{FF2B5EF4-FFF2-40B4-BE49-F238E27FC236}">
                <a16:creationId xmlns:a16="http://schemas.microsoft.com/office/drawing/2014/main" id="{53D90F08-6ED4-1B7C-26C6-58338D9A9ACD}"/>
              </a:ext>
            </a:extLst>
          </p:cNvPr>
          <p:cNvSpPr>
            <a:spLocks/>
          </p:cNvSpPr>
          <p:nvPr/>
        </p:nvSpPr>
        <p:spPr bwMode="auto">
          <a:xfrm>
            <a:off x="21197888" y="627538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72" name="AutoShape 68">
            <a:extLst>
              <a:ext uri="{FF2B5EF4-FFF2-40B4-BE49-F238E27FC236}">
                <a16:creationId xmlns:a16="http://schemas.microsoft.com/office/drawing/2014/main" id="{3283601E-0170-633D-A44F-3FE47031CD05}"/>
              </a:ext>
            </a:extLst>
          </p:cNvPr>
          <p:cNvSpPr>
            <a:spLocks/>
          </p:cNvSpPr>
          <p:nvPr/>
        </p:nvSpPr>
        <p:spPr bwMode="auto">
          <a:xfrm>
            <a:off x="21536025" y="627538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73" name="AutoShape 69">
            <a:extLst>
              <a:ext uri="{FF2B5EF4-FFF2-40B4-BE49-F238E27FC236}">
                <a16:creationId xmlns:a16="http://schemas.microsoft.com/office/drawing/2014/main" id="{58C9F7D4-9F65-EC16-849A-A11784CD06FB}"/>
              </a:ext>
            </a:extLst>
          </p:cNvPr>
          <p:cNvSpPr>
            <a:spLocks/>
          </p:cNvSpPr>
          <p:nvPr/>
        </p:nvSpPr>
        <p:spPr bwMode="auto">
          <a:xfrm>
            <a:off x="21870988" y="627538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74" name="AutoShape 70">
            <a:extLst>
              <a:ext uri="{FF2B5EF4-FFF2-40B4-BE49-F238E27FC236}">
                <a16:creationId xmlns:a16="http://schemas.microsoft.com/office/drawing/2014/main" id="{54B33384-CB67-4B98-837E-D4AB140B324D}"/>
              </a:ext>
            </a:extLst>
          </p:cNvPr>
          <p:cNvSpPr>
            <a:spLocks/>
          </p:cNvSpPr>
          <p:nvPr/>
        </p:nvSpPr>
        <p:spPr bwMode="auto">
          <a:xfrm>
            <a:off x="22209125" y="627538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75" name="AutoShape 71">
            <a:extLst>
              <a:ext uri="{FF2B5EF4-FFF2-40B4-BE49-F238E27FC236}">
                <a16:creationId xmlns:a16="http://schemas.microsoft.com/office/drawing/2014/main" id="{43253995-01A6-E1F9-67CB-2F68BADF4DBC}"/>
              </a:ext>
            </a:extLst>
          </p:cNvPr>
          <p:cNvSpPr>
            <a:spLocks/>
          </p:cNvSpPr>
          <p:nvPr/>
        </p:nvSpPr>
        <p:spPr bwMode="auto">
          <a:xfrm>
            <a:off x="22547263" y="627538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76" name="AutoShape 72">
            <a:extLst>
              <a:ext uri="{FF2B5EF4-FFF2-40B4-BE49-F238E27FC236}">
                <a16:creationId xmlns:a16="http://schemas.microsoft.com/office/drawing/2014/main" id="{299CEDA3-E9BB-06AE-B791-6E43F4C70CF0}"/>
              </a:ext>
            </a:extLst>
          </p:cNvPr>
          <p:cNvSpPr>
            <a:spLocks/>
          </p:cNvSpPr>
          <p:nvPr/>
        </p:nvSpPr>
        <p:spPr bwMode="auto">
          <a:xfrm>
            <a:off x="22885400" y="6275388"/>
            <a:ext cx="298450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77" name="AutoShape 73">
            <a:extLst>
              <a:ext uri="{FF2B5EF4-FFF2-40B4-BE49-F238E27FC236}">
                <a16:creationId xmlns:a16="http://schemas.microsoft.com/office/drawing/2014/main" id="{2893C9E2-B7DD-4303-5367-D705B1403AA9}"/>
              </a:ext>
            </a:extLst>
          </p:cNvPr>
          <p:cNvSpPr>
            <a:spLocks/>
          </p:cNvSpPr>
          <p:nvPr/>
        </p:nvSpPr>
        <p:spPr bwMode="auto">
          <a:xfrm>
            <a:off x="23220363" y="627538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78" name="AutoShape 74">
            <a:extLst>
              <a:ext uri="{FF2B5EF4-FFF2-40B4-BE49-F238E27FC236}">
                <a16:creationId xmlns:a16="http://schemas.microsoft.com/office/drawing/2014/main" id="{C75D49C7-1075-2082-DF12-D067668088EB}"/>
              </a:ext>
            </a:extLst>
          </p:cNvPr>
          <p:cNvSpPr>
            <a:spLocks/>
          </p:cNvSpPr>
          <p:nvPr/>
        </p:nvSpPr>
        <p:spPr bwMode="auto">
          <a:xfrm>
            <a:off x="23560088" y="627538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79" name="AutoShape 75">
            <a:extLst>
              <a:ext uri="{FF2B5EF4-FFF2-40B4-BE49-F238E27FC236}">
                <a16:creationId xmlns:a16="http://schemas.microsoft.com/office/drawing/2014/main" id="{85F2AE5F-5164-A8C4-51EF-4FA2352B73E2}"/>
              </a:ext>
            </a:extLst>
          </p:cNvPr>
          <p:cNvSpPr>
            <a:spLocks/>
          </p:cNvSpPr>
          <p:nvPr/>
        </p:nvSpPr>
        <p:spPr bwMode="auto">
          <a:xfrm>
            <a:off x="20520025" y="5211763"/>
            <a:ext cx="298450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80" name="AutoShape 76">
            <a:extLst>
              <a:ext uri="{FF2B5EF4-FFF2-40B4-BE49-F238E27FC236}">
                <a16:creationId xmlns:a16="http://schemas.microsoft.com/office/drawing/2014/main" id="{8902D1E2-70F1-504E-57AB-1B0C8EE1E946}"/>
              </a:ext>
            </a:extLst>
          </p:cNvPr>
          <p:cNvSpPr>
            <a:spLocks/>
          </p:cNvSpPr>
          <p:nvPr/>
        </p:nvSpPr>
        <p:spPr bwMode="auto">
          <a:xfrm>
            <a:off x="20859750" y="5211763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81" name="AutoShape 77">
            <a:extLst>
              <a:ext uri="{FF2B5EF4-FFF2-40B4-BE49-F238E27FC236}">
                <a16:creationId xmlns:a16="http://schemas.microsoft.com/office/drawing/2014/main" id="{8D040807-0EC7-8CB3-0882-F001321194B5}"/>
              </a:ext>
            </a:extLst>
          </p:cNvPr>
          <p:cNvSpPr>
            <a:spLocks/>
          </p:cNvSpPr>
          <p:nvPr/>
        </p:nvSpPr>
        <p:spPr bwMode="auto">
          <a:xfrm>
            <a:off x="21197888" y="5211763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82" name="AutoShape 78">
            <a:extLst>
              <a:ext uri="{FF2B5EF4-FFF2-40B4-BE49-F238E27FC236}">
                <a16:creationId xmlns:a16="http://schemas.microsoft.com/office/drawing/2014/main" id="{90049A52-2FFC-30B4-8266-3833DADB7607}"/>
              </a:ext>
            </a:extLst>
          </p:cNvPr>
          <p:cNvSpPr>
            <a:spLocks/>
          </p:cNvSpPr>
          <p:nvPr/>
        </p:nvSpPr>
        <p:spPr bwMode="auto">
          <a:xfrm>
            <a:off x="21536025" y="5211763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83" name="AutoShape 79">
            <a:extLst>
              <a:ext uri="{FF2B5EF4-FFF2-40B4-BE49-F238E27FC236}">
                <a16:creationId xmlns:a16="http://schemas.microsoft.com/office/drawing/2014/main" id="{1081B114-CD2A-B5C7-78AF-3F9E2B0FEB1B}"/>
              </a:ext>
            </a:extLst>
          </p:cNvPr>
          <p:cNvSpPr>
            <a:spLocks/>
          </p:cNvSpPr>
          <p:nvPr/>
        </p:nvSpPr>
        <p:spPr bwMode="auto">
          <a:xfrm>
            <a:off x="21870988" y="5211763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84" name="AutoShape 80">
            <a:extLst>
              <a:ext uri="{FF2B5EF4-FFF2-40B4-BE49-F238E27FC236}">
                <a16:creationId xmlns:a16="http://schemas.microsoft.com/office/drawing/2014/main" id="{C7362CDE-BD56-9FF7-BEAC-674677E87B3C}"/>
              </a:ext>
            </a:extLst>
          </p:cNvPr>
          <p:cNvSpPr>
            <a:spLocks/>
          </p:cNvSpPr>
          <p:nvPr/>
        </p:nvSpPr>
        <p:spPr bwMode="auto">
          <a:xfrm>
            <a:off x="22209125" y="5211763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85" name="AutoShape 81">
            <a:extLst>
              <a:ext uri="{FF2B5EF4-FFF2-40B4-BE49-F238E27FC236}">
                <a16:creationId xmlns:a16="http://schemas.microsoft.com/office/drawing/2014/main" id="{51869CF0-B2F9-6228-5A43-BD784D178C8C}"/>
              </a:ext>
            </a:extLst>
          </p:cNvPr>
          <p:cNvSpPr>
            <a:spLocks/>
          </p:cNvSpPr>
          <p:nvPr/>
        </p:nvSpPr>
        <p:spPr bwMode="auto">
          <a:xfrm>
            <a:off x="22547263" y="5211763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86" name="AutoShape 82">
            <a:extLst>
              <a:ext uri="{FF2B5EF4-FFF2-40B4-BE49-F238E27FC236}">
                <a16:creationId xmlns:a16="http://schemas.microsoft.com/office/drawing/2014/main" id="{E72E2C10-99DF-7530-A1D3-0765DCAA8765}"/>
              </a:ext>
            </a:extLst>
          </p:cNvPr>
          <p:cNvSpPr>
            <a:spLocks/>
          </p:cNvSpPr>
          <p:nvPr/>
        </p:nvSpPr>
        <p:spPr bwMode="auto">
          <a:xfrm>
            <a:off x="22885400" y="5211763"/>
            <a:ext cx="298450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87" name="AutoShape 83">
            <a:extLst>
              <a:ext uri="{FF2B5EF4-FFF2-40B4-BE49-F238E27FC236}">
                <a16:creationId xmlns:a16="http://schemas.microsoft.com/office/drawing/2014/main" id="{AD8ADF62-520A-96E3-5A83-A96EE327C25F}"/>
              </a:ext>
            </a:extLst>
          </p:cNvPr>
          <p:cNvSpPr>
            <a:spLocks/>
          </p:cNvSpPr>
          <p:nvPr/>
        </p:nvSpPr>
        <p:spPr bwMode="auto">
          <a:xfrm>
            <a:off x="23220363" y="5211763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88" name="AutoShape 84">
            <a:extLst>
              <a:ext uri="{FF2B5EF4-FFF2-40B4-BE49-F238E27FC236}">
                <a16:creationId xmlns:a16="http://schemas.microsoft.com/office/drawing/2014/main" id="{C5858249-0855-63AD-8E66-8134C33953A2}"/>
              </a:ext>
            </a:extLst>
          </p:cNvPr>
          <p:cNvSpPr>
            <a:spLocks/>
          </p:cNvSpPr>
          <p:nvPr/>
        </p:nvSpPr>
        <p:spPr bwMode="auto">
          <a:xfrm>
            <a:off x="23560088" y="5211763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89" name="AutoShape 85">
            <a:extLst>
              <a:ext uri="{FF2B5EF4-FFF2-40B4-BE49-F238E27FC236}">
                <a16:creationId xmlns:a16="http://schemas.microsoft.com/office/drawing/2014/main" id="{17A23229-1BF1-8019-39FD-1E1D4DB9BFFA}"/>
              </a:ext>
            </a:extLst>
          </p:cNvPr>
          <p:cNvSpPr>
            <a:spLocks/>
          </p:cNvSpPr>
          <p:nvPr/>
        </p:nvSpPr>
        <p:spPr bwMode="auto">
          <a:xfrm>
            <a:off x="20524788" y="470693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90" name="AutoShape 86">
            <a:extLst>
              <a:ext uri="{FF2B5EF4-FFF2-40B4-BE49-F238E27FC236}">
                <a16:creationId xmlns:a16="http://schemas.microsoft.com/office/drawing/2014/main" id="{1A57C544-4A30-71D9-FAEF-8938BF457F99}"/>
              </a:ext>
            </a:extLst>
          </p:cNvPr>
          <p:cNvSpPr>
            <a:spLocks/>
          </p:cNvSpPr>
          <p:nvPr/>
        </p:nvSpPr>
        <p:spPr bwMode="auto">
          <a:xfrm>
            <a:off x="20862925" y="470693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91" name="AutoShape 87">
            <a:extLst>
              <a:ext uri="{FF2B5EF4-FFF2-40B4-BE49-F238E27FC236}">
                <a16:creationId xmlns:a16="http://schemas.microsoft.com/office/drawing/2014/main" id="{1B1A374E-CF88-00FC-8E95-D8F058F29502}"/>
              </a:ext>
            </a:extLst>
          </p:cNvPr>
          <p:cNvSpPr>
            <a:spLocks/>
          </p:cNvSpPr>
          <p:nvPr/>
        </p:nvSpPr>
        <p:spPr bwMode="auto">
          <a:xfrm>
            <a:off x="21201063" y="4706938"/>
            <a:ext cx="298450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92" name="AutoShape 88">
            <a:extLst>
              <a:ext uri="{FF2B5EF4-FFF2-40B4-BE49-F238E27FC236}">
                <a16:creationId xmlns:a16="http://schemas.microsoft.com/office/drawing/2014/main" id="{8E66EA41-2C44-2C7F-D6F2-CBEA49DFCCE3}"/>
              </a:ext>
            </a:extLst>
          </p:cNvPr>
          <p:cNvSpPr>
            <a:spLocks/>
          </p:cNvSpPr>
          <p:nvPr/>
        </p:nvSpPr>
        <p:spPr bwMode="auto">
          <a:xfrm>
            <a:off x="21540788" y="470693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93" name="AutoShape 89">
            <a:extLst>
              <a:ext uri="{FF2B5EF4-FFF2-40B4-BE49-F238E27FC236}">
                <a16:creationId xmlns:a16="http://schemas.microsoft.com/office/drawing/2014/main" id="{B5CB6510-0DA1-7DEA-C274-657836B214B1}"/>
              </a:ext>
            </a:extLst>
          </p:cNvPr>
          <p:cNvSpPr>
            <a:spLocks/>
          </p:cNvSpPr>
          <p:nvPr/>
        </p:nvSpPr>
        <p:spPr bwMode="auto">
          <a:xfrm>
            <a:off x="21874163" y="470693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94" name="AutoShape 90">
            <a:extLst>
              <a:ext uri="{FF2B5EF4-FFF2-40B4-BE49-F238E27FC236}">
                <a16:creationId xmlns:a16="http://schemas.microsoft.com/office/drawing/2014/main" id="{30299CDA-7196-8004-F559-4B0F71A84906}"/>
              </a:ext>
            </a:extLst>
          </p:cNvPr>
          <p:cNvSpPr>
            <a:spLocks/>
          </p:cNvSpPr>
          <p:nvPr/>
        </p:nvSpPr>
        <p:spPr bwMode="auto">
          <a:xfrm>
            <a:off x="22212300" y="470693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95" name="AutoShape 91">
            <a:extLst>
              <a:ext uri="{FF2B5EF4-FFF2-40B4-BE49-F238E27FC236}">
                <a16:creationId xmlns:a16="http://schemas.microsoft.com/office/drawing/2014/main" id="{5197736C-B7E3-BCCE-26FC-439C13FDFF94}"/>
              </a:ext>
            </a:extLst>
          </p:cNvPr>
          <p:cNvSpPr>
            <a:spLocks/>
          </p:cNvSpPr>
          <p:nvPr/>
        </p:nvSpPr>
        <p:spPr bwMode="auto">
          <a:xfrm>
            <a:off x="22552025" y="470693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96" name="AutoShape 92">
            <a:extLst>
              <a:ext uri="{FF2B5EF4-FFF2-40B4-BE49-F238E27FC236}">
                <a16:creationId xmlns:a16="http://schemas.microsoft.com/office/drawing/2014/main" id="{C6ADC3D9-6493-91A3-D1A4-2B93BA132CDC}"/>
              </a:ext>
            </a:extLst>
          </p:cNvPr>
          <p:cNvSpPr>
            <a:spLocks/>
          </p:cNvSpPr>
          <p:nvPr/>
        </p:nvSpPr>
        <p:spPr bwMode="auto">
          <a:xfrm>
            <a:off x="22890163" y="470693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97" name="AutoShape 93">
            <a:extLst>
              <a:ext uri="{FF2B5EF4-FFF2-40B4-BE49-F238E27FC236}">
                <a16:creationId xmlns:a16="http://schemas.microsoft.com/office/drawing/2014/main" id="{ACA84D9D-F524-BEAC-4349-93E2A25FE405}"/>
              </a:ext>
            </a:extLst>
          </p:cNvPr>
          <p:cNvSpPr>
            <a:spLocks/>
          </p:cNvSpPr>
          <p:nvPr/>
        </p:nvSpPr>
        <p:spPr bwMode="auto">
          <a:xfrm>
            <a:off x="23225125" y="4706938"/>
            <a:ext cx="296863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598" name="AutoShape 94">
            <a:extLst>
              <a:ext uri="{FF2B5EF4-FFF2-40B4-BE49-F238E27FC236}">
                <a16:creationId xmlns:a16="http://schemas.microsoft.com/office/drawing/2014/main" id="{BB2D8263-8A93-2DA2-22B5-F1320B2A8CA2}"/>
              </a:ext>
            </a:extLst>
          </p:cNvPr>
          <p:cNvSpPr>
            <a:spLocks/>
          </p:cNvSpPr>
          <p:nvPr/>
        </p:nvSpPr>
        <p:spPr bwMode="auto">
          <a:xfrm>
            <a:off x="23563263" y="4706938"/>
            <a:ext cx="296862" cy="331787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grpSp>
        <p:nvGrpSpPr>
          <p:cNvPr id="21599" name="Group 95">
            <a:extLst>
              <a:ext uri="{FF2B5EF4-FFF2-40B4-BE49-F238E27FC236}">
                <a16:creationId xmlns:a16="http://schemas.microsoft.com/office/drawing/2014/main" id="{C820E479-0FF7-F133-C23F-3F77DD5DCF95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9986963"/>
            <a:ext cx="369888" cy="384175"/>
            <a:chOff x="-1" y="-1"/>
            <a:chExt cx="369518" cy="383520"/>
          </a:xfrm>
        </p:grpSpPr>
        <p:sp>
          <p:nvSpPr>
            <p:cNvPr id="21600" name="Oval 96">
              <a:extLst>
                <a:ext uri="{FF2B5EF4-FFF2-40B4-BE49-F238E27FC236}">
                  <a16:creationId xmlns:a16="http://schemas.microsoft.com/office/drawing/2014/main" id="{8D6C237C-60D4-725B-243C-94FC9E507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61D836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1601" name="Text Box 97">
              <a:extLst>
                <a:ext uri="{FF2B5EF4-FFF2-40B4-BE49-F238E27FC236}">
                  <a16:creationId xmlns:a16="http://schemas.microsoft.com/office/drawing/2014/main" id="{4E039FD9-D412-A78D-67E5-3CF800F5982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9</a:t>
              </a:r>
            </a:p>
          </p:txBody>
        </p:sp>
      </p:grpSp>
      <p:grpSp>
        <p:nvGrpSpPr>
          <p:cNvPr id="21602" name="Group 98">
            <a:extLst>
              <a:ext uri="{FF2B5EF4-FFF2-40B4-BE49-F238E27FC236}">
                <a16:creationId xmlns:a16="http://schemas.microsoft.com/office/drawing/2014/main" id="{7AAA7CDD-513B-EB63-A409-2DEBA10CF6F7}"/>
              </a:ext>
            </a:extLst>
          </p:cNvPr>
          <p:cNvGrpSpPr>
            <a:grpSpLocks/>
          </p:cNvGrpSpPr>
          <p:nvPr/>
        </p:nvGrpSpPr>
        <p:grpSpPr bwMode="auto">
          <a:xfrm>
            <a:off x="4830763" y="10315575"/>
            <a:ext cx="369887" cy="384175"/>
            <a:chOff x="-1" y="-1"/>
            <a:chExt cx="369518" cy="383520"/>
          </a:xfrm>
        </p:grpSpPr>
        <p:sp>
          <p:nvSpPr>
            <p:cNvPr id="21603" name="Oval 99">
              <a:extLst>
                <a:ext uri="{FF2B5EF4-FFF2-40B4-BE49-F238E27FC236}">
                  <a16:creationId xmlns:a16="http://schemas.microsoft.com/office/drawing/2014/main" id="{9F18E6AE-FCF6-3855-9772-A3DB4FA83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1604" name="Text Box 100">
              <a:extLst>
                <a:ext uri="{FF2B5EF4-FFF2-40B4-BE49-F238E27FC236}">
                  <a16:creationId xmlns:a16="http://schemas.microsoft.com/office/drawing/2014/main" id="{B43ED377-B157-9D31-033E-54917C228C7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11</a:t>
              </a:r>
            </a:p>
          </p:txBody>
        </p:sp>
      </p:grpSp>
      <p:grpSp>
        <p:nvGrpSpPr>
          <p:cNvPr id="21605" name="Group 101">
            <a:extLst>
              <a:ext uri="{FF2B5EF4-FFF2-40B4-BE49-F238E27FC236}">
                <a16:creationId xmlns:a16="http://schemas.microsoft.com/office/drawing/2014/main" id="{D756B67D-5FCC-9525-5298-5CE17AC079EB}"/>
              </a:ext>
            </a:extLst>
          </p:cNvPr>
          <p:cNvGrpSpPr>
            <a:grpSpLocks/>
          </p:cNvGrpSpPr>
          <p:nvPr/>
        </p:nvGrpSpPr>
        <p:grpSpPr bwMode="auto">
          <a:xfrm>
            <a:off x="6440488" y="10315575"/>
            <a:ext cx="368300" cy="384175"/>
            <a:chOff x="-1" y="-1"/>
            <a:chExt cx="369518" cy="383520"/>
          </a:xfrm>
        </p:grpSpPr>
        <p:sp>
          <p:nvSpPr>
            <p:cNvPr id="21606" name="Oval 102">
              <a:extLst>
                <a:ext uri="{FF2B5EF4-FFF2-40B4-BE49-F238E27FC236}">
                  <a16:creationId xmlns:a16="http://schemas.microsoft.com/office/drawing/2014/main" id="{EFDDB998-630B-BED2-867D-2D5791D2D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1607" name="Text Box 103">
              <a:extLst>
                <a:ext uri="{FF2B5EF4-FFF2-40B4-BE49-F238E27FC236}">
                  <a16:creationId xmlns:a16="http://schemas.microsoft.com/office/drawing/2014/main" id="{F1DBA0DB-BCAE-481C-FCF2-C71AAB2D930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7</a:t>
              </a:r>
            </a:p>
          </p:txBody>
        </p:sp>
      </p:grpSp>
      <p:grpSp>
        <p:nvGrpSpPr>
          <p:cNvPr id="21608" name="Group 104">
            <a:extLst>
              <a:ext uri="{FF2B5EF4-FFF2-40B4-BE49-F238E27FC236}">
                <a16:creationId xmlns:a16="http://schemas.microsoft.com/office/drawing/2014/main" id="{ACBEB92E-40A1-5FEF-18DA-692DBE058D11}"/>
              </a:ext>
            </a:extLst>
          </p:cNvPr>
          <p:cNvGrpSpPr>
            <a:grpSpLocks/>
          </p:cNvGrpSpPr>
          <p:nvPr/>
        </p:nvGrpSpPr>
        <p:grpSpPr bwMode="auto">
          <a:xfrm>
            <a:off x="5243513" y="10893425"/>
            <a:ext cx="369887" cy="382588"/>
            <a:chOff x="-1" y="-1"/>
            <a:chExt cx="369518" cy="383520"/>
          </a:xfrm>
        </p:grpSpPr>
        <p:sp>
          <p:nvSpPr>
            <p:cNvPr id="21609" name="Oval 105">
              <a:extLst>
                <a:ext uri="{FF2B5EF4-FFF2-40B4-BE49-F238E27FC236}">
                  <a16:creationId xmlns:a16="http://schemas.microsoft.com/office/drawing/2014/main" id="{2DC8D44E-6406-BC7D-AD99-AD3550ADF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1610" name="Text Box 106">
              <a:extLst>
                <a:ext uri="{FF2B5EF4-FFF2-40B4-BE49-F238E27FC236}">
                  <a16:creationId xmlns:a16="http://schemas.microsoft.com/office/drawing/2014/main" id="{F862BBC5-1108-FA88-CBDE-F04B6940034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8</a:t>
              </a:r>
            </a:p>
          </p:txBody>
        </p:sp>
      </p:grpSp>
      <p:grpSp>
        <p:nvGrpSpPr>
          <p:cNvPr id="21611" name="Group 107">
            <a:extLst>
              <a:ext uri="{FF2B5EF4-FFF2-40B4-BE49-F238E27FC236}">
                <a16:creationId xmlns:a16="http://schemas.microsoft.com/office/drawing/2014/main" id="{42B0EC0C-9590-CFE4-8E12-ADB5908FED9C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11377613"/>
            <a:ext cx="369888" cy="382587"/>
            <a:chOff x="-1" y="-1"/>
            <a:chExt cx="369518" cy="383520"/>
          </a:xfrm>
        </p:grpSpPr>
        <p:sp>
          <p:nvSpPr>
            <p:cNvPr id="21612" name="Oval 108">
              <a:extLst>
                <a:ext uri="{FF2B5EF4-FFF2-40B4-BE49-F238E27FC236}">
                  <a16:creationId xmlns:a16="http://schemas.microsoft.com/office/drawing/2014/main" id="{29AAB191-8A96-4077-7142-6029CAA7C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1613" name="Text Box 109">
              <a:extLst>
                <a:ext uri="{FF2B5EF4-FFF2-40B4-BE49-F238E27FC236}">
                  <a16:creationId xmlns:a16="http://schemas.microsoft.com/office/drawing/2014/main" id="{FE040C45-4761-172C-49B5-23BBBCB35B3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6</a:t>
              </a:r>
            </a:p>
          </p:txBody>
        </p:sp>
      </p:grpSp>
      <p:grpSp>
        <p:nvGrpSpPr>
          <p:cNvPr id="21614" name="Group 110">
            <a:extLst>
              <a:ext uri="{FF2B5EF4-FFF2-40B4-BE49-F238E27FC236}">
                <a16:creationId xmlns:a16="http://schemas.microsoft.com/office/drawing/2014/main" id="{6494BDE6-B685-CB77-E6A0-E42A66FFB66F}"/>
              </a:ext>
            </a:extLst>
          </p:cNvPr>
          <p:cNvGrpSpPr>
            <a:grpSpLocks/>
          </p:cNvGrpSpPr>
          <p:nvPr/>
        </p:nvGrpSpPr>
        <p:grpSpPr bwMode="auto">
          <a:xfrm>
            <a:off x="4776788" y="11609388"/>
            <a:ext cx="369887" cy="382587"/>
            <a:chOff x="-1" y="-1"/>
            <a:chExt cx="369518" cy="383520"/>
          </a:xfrm>
        </p:grpSpPr>
        <p:sp>
          <p:nvSpPr>
            <p:cNvPr id="21615" name="Oval 111">
              <a:extLst>
                <a:ext uri="{FF2B5EF4-FFF2-40B4-BE49-F238E27FC236}">
                  <a16:creationId xmlns:a16="http://schemas.microsoft.com/office/drawing/2014/main" id="{FC9A3A3C-E610-BA31-3367-7B9961D9B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1616" name="Text Box 112">
              <a:extLst>
                <a:ext uri="{FF2B5EF4-FFF2-40B4-BE49-F238E27FC236}">
                  <a16:creationId xmlns:a16="http://schemas.microsoft.com/office/drawing/2014/main" id="{3551C69D-B516-887C-8194-BD388C4A652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5</a:t>
              </a:r>
            </a:p>
          </p:txBody>
        </p:sp>
      </p:grpSp>
      <p:grpSp>
        <p:nvGrpSpPr>
          <p:cNvPr id="21617" name="Group 113">
            <a:extLst>
              <a:ext uri="{FF2B5EF4-FFF2-40B4-BE49-F238E27FC236}">
                <a16:creationId xmlns:a16="http://schemas.microsoft.com/office/drawing/2014/main" id="{9C1BBF4C-3095-9507-58BC-2BFD0C940E36}"/>
              </a:ext>
            </a:extLst>
          </p:cNvPr>
          <p:cNvGrpSpPr>
            <a:grpSpLocks/>
          </p:cNvGrpSpPr>
          <p:nvPr/>
        </p:nvGrpSpPr>
        <p:grpSpPr bwMode="auto">
          <a:xfrm>
            <a:off x="6510338" y="11609388"/>
            <a:ext cx="369887" cy="382587"/>
            <a:chOff x="-1" y="-1"/>
            <a:chExt cx="369518" cy="383520"/>
          </a:xfrm>
        </p:grpSpPr>
        <p:sp>
          <p:nvSpPr>
            <p:cNvPr id="21618" name="Oval 114">
              <a:extLst>
                <a:ext uri="{FF2B5EF4-FFF2-40B4-BE49-F238E27FC236}">
                  <a16:creationId xmlns:a16="http://schemas.microsoft.com/office/drawing/2014/main" id="{BD69E925-D458-1253-54C3-A1AD64E03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1619" name="Text Box 115">
              <a:extLst>
                <a:ext uri="{FF2B5EF4-FFF2-40B4-BE49-F238E27FC236}">
                  <a16:creationId xmlns:a16="http://schemas.microsoft.com/office/drawing/2014/main" id="{1DB18624-34D6-4BB4-A24A-D05E1F76F25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2</a:t>
              </a:r>
            </a:p>
          </p:txBody>
        </p:sp>
      </p:grpSp>
      <p:grpSp>
        <p:nvGrpSpPr>
          <p:cNvPr id="21620" name="Group 116">
            <a:extLst>
              <a:ext uri="{FF2B5EF4-FFF2-40B4-BE49-F238E27FC236}">
                <a16:creationId xmlns:a16="http://schemas.microsoft.com/office/drawing/2014/main" id="{D94F7B27-AEED-000A-6149-F95325D70F64}"/>
              </a:ext>
            </a:extLst>
          </p:cNvPr>
          <p:cNvGrpSpPr>
            <a:grpSpLocks/>
          </p:cNvGrpSpPr>
          <p:nvPr/>
        </p:nvGrpSpPr>
        <p:grpSpPr bwMode="auto">
          <a:xfrm>
            <a:off x="5243513" y="11923713"/>
            <a:ext cx="369887" cy="382587"/>
            <a:chOff x="-1" y="-1"/>
            <a:chExt cx="369518" cy="383520"/>
          </a:xfrm>
        </p:grpSpPr>
        <p:sp>
          <p:nvSpPr>
            <p:cNvPr id="21621" name="Oval 117">
              <a:extLst>
                <a:ext uri="{FF2B5EF4-FFF2-40B4-BE49-F238E27FC236}">
                  <a16:creationId xmlns:a16="http://schemas.microsoft.com/office/drawing/2014/main" id="{F821CEC6-1C1C-9EBF-4628-609EF7639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1622" name="Text Box 118">
              <a:extLst>
                <a:ext uri="{FF2B5EF4-FFF2-40B4-BE49-F238E27FC236}">
                  <a16:creationId xmlns:a16="http://schemas.microsoft.com/office/drawing/2014/main" id="{6EA49C39-0F34-344A-80D8-2DB711A8364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4</a:t>
              </a:r>
            </a:p>
          </p:txBody>
        </p:sp>
      </p:grpSp>
      <p:grpSp>
        <p:nvGrpSpPr>
          <p:cNvPr id="21623" name="Group 119">
            <a:extLst>
              <a:ext uri="{FF2B5EF4-FFF2-40B4-BE49-F238E27FC236}">
                <a16:creationId xmlns:a16="http://schemas.microsoft.com/office/drawing/2014/main" id="{08F08464-90C1-646B-B771-D708A03490EF}"/>
              </a:ext>
            </a:extLst>
          </p:cNvPr>
          <p:cNvGrpSpPr>
            <a:grpSpLocks/>
          </p:cNvGrpSpPr>
          <p:nvPr/>
        </p:nvGrpSpPr>
        <p:grpSpPr bwMode="auto">
          <a:xfrm>
            <a:off x="6029325" y="11923713"/>
            <a:ext cx="369888" cy="382587"/>
            <a:chOff x="-1" y="-1"/>
            <a:chExt cx="369518" cy="383520"/>
          </a:xfrm>
        </p:grpSpPr>
        <p:sp>
          <p:nvSpPr>
            <p:cNvPr id="21624" name="Oval 120">
              <a:extLst>
                <a:ext uri="{FF2B5EF4-FFF2-40B4-BE49-F238E27FC236}">
                  <a16:creationId xmlns:a16="http://schemas.microsoft.com/office/drawing/2014/main" id="{B23CE39B-48F7-B95D-F4F6-F6DA93F5C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1625" name="Text Box 121">
              <a:extLst>
                <a:ext uri="{FF2B5EF4-FFF2-40B4-BE49-F238E27FC236}">
                  <a16:creationId xmlns:a16="http://schemas.microsoft.com/office/drawing/2014/main" id="{19DE38EF-2BBC-E792-8AAF-558E63BB5DF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3</a:t>
              </a:r>
            </a:p>
          </p:txBody>
        </p:sp>
      </p:grpSp>
      <p:grpSp>
        <p:nvGrpSpPr>
          <p:cNvPr id="21626" name="Group 122">
            <a:extLst>
              <a:ext uri="{FF2B5EF4-FFF2-40B4-BE49-F238E27FC236}">
                <a16:creationId xmlns:a16="http://schemas.microsoft.com/office/drawing/2014/main" id="{3881228E-21CA-F1A9-570B-2A690776D8CE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12531725"/>
            <a:ext cx="369888" cy="382588"/>
            <a:chOff x="-1" y="-1"/>
            <a:chExt cx="369518" cy="383520"/>
          </a:xfrm>
        </p:grpSpPr>
        <p:sp>
          <p:nvSpPr>
            <p:cNvPr id="21627" name="Oval 123">
              <a:extLst>
                <a:ext uri="{FF2B5EF4-FFF2-40B4-BE49-F238E27FC236}">
                  <a16:creationId xmlns:a16="http://schemas.microsoft.com/office/drawing/2014/main" id="{EBD48ABD-90A3-DAFD-03BB-D50D639AF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1628" name="Text Box 124">
              <a:extLst>
                <a:ext uri="{FF2B5EF4-FFF2-40B4-BE49-F238E27FC236}">
                  <a16:creationId xmlns:a16="http://schemas.microsoft.com/office/drawing/2014/main" id="{58F9E4B2-44FC-61DE-C728-0732126990F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1</a:t>
              </a:r>
            </a:p>
          </p:txBody>
        </p:sp>
      </p:grpSp>
      <p:grpSp>
        <p:nvGrpSpPr>
          <p:cNvPr id="21629" name="Group 125">
            <a:extLst>
              <a:ext uri="{FF2B5EF4-FFF2-40B4-BE49-F238E27FC236}">
                <a16:creationId xmlns:a16="http://schemas.microsoft.com/office/drawing/2014/main" id="{ED44E059-6901-8609-58A6-4E9AC90A08AD}"/>
              </a:ext>
            </a:extLst>
          </p:cNvPr>
          <p:cNvGrpSpPr>
            <a:grpSpLocks/>
          </p:cNvGrpSpPr>
          <p:nvPr/>
        </p:nvGrpSpPr>
        <p:grpSpPr bwMode="auto">
          <a:xfrm>
            <a:off x="5857875" y="10650538"/>
            <a:ext cx="369888" cy="382587"/>
            <a:chOff x="-1" y="-1"/>
            <a:chExt cx="369518" cy="383520"/>
          </a:xfrm>
        </p:grpSpPr>
        <p:sp>
          <p:nvSpPr>
            <p:cNvPr id="21630" name="Oval 126">
              <a:extLst>
                <a:ext uri="{FF2B5EF4-FFF2-40B4-BE49-F238E27FC236}">
                  <a16:creationId xmlns:a16="http://schemas.microsoft.com/office/drawing/2014/main" id="{2EC0FB5E-4406-6A4D-9DE2-6DABAABC8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 anchor="ctr"/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21631" name="Text Box 127">
              <a:extLst>
                <a:ext uri="{FF2B5EF4-FFF2-40B4-BE49-F238E27FC236}">
                  <a16:creationId xmlns:a16="http://schemas.microsoft.com/office/drawing/2014/main" id="{BDE2EE93-CBD1-C703-DE62-3E2A0FF1BAE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10</a:t>
              </a:r>
            </a:p>
          </p:txBody>
        </p:sp>
      </p:grpSp>
      <p:sp>
        <p:nvSpPr>
          <p:cNvPr id="21632" name="Text Box 128">
            <a:extLst>
              <a:ext uri="{FF2B5EF4-FFF2-40B4-BE49-F238E27FC236}">
                <a16:creationId xmlns:a16="http://schemas.microsoft.com/office/drawing/2014/main" id="{899AF816-C4E5-A6D2-A225-7EAECB641A3C}"/>
              </a:ext>
            </a:extLst>
          </p:cNvPr>
          <p:cNvSpPr txBox="1">
            <a:spLocks/>
          </p:cNvSpPr>
          <p:nvPr/>
        </p:nvSpPr>
        <p:spPr bwMode="auto">
          <a:xfrm>
            <a:off x="374650" y="10044113"/>
            <a:ext cx="2870200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38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FINISHER NR.09</a:t>
            </a:r>
          </a:p>
        </p:txBody>
      </p:sp>
      <p:sp>
        <p:nvSpPr>
          <p:cNvPr id="21633" name="Text Box 129" descr="TextBox 31">
            <a:extLst>
              <a:ext uri="{FF2B5EF4-FFF2-40B4-BE49-F238E27FC236}">
                <a16:creationId xmlns:a16="http://schemas.microsoft.com/office/drawing/2014/main" id="{6D854790-C39F-25FC-45AD-E5AD801494D1}"/>
              </a:ext>
            </a:extLst>
          </p:cNvPr>
          <p:cNvSpPr txBox="1">
            <a:spLocks/>
          </p:cNvSpPr>
          <p:nvPr/>
        </p:nvSpPr>
        <p:spPr bwMode="auto">
          <a:xfrm>
            <a:off x="2608263" y="11553825"/>
            <a:ext cx="15573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</a:t>
            </a:r>
          </a:p>
        </p:txBody>
      </p:sp>
      <p:pic>
        <p:nvPicPr>
          <p:cNvPr id="21634" name="Picture 130">
            <a:hlinkClick r:id="rId2"/>
            <a:extLst>
              <a:ext uri="{FF2B5EF4-FFF2-40B4-BE49-F238E27FC236}">
                <a16:creationId xmlns:a16="http://schemas.microsoft.com/office/drawing/2014/main" id="{5C958EC0-C2CC-6B2D-885D-269E6FC0E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78"/>
          <a:stretch>
            <a:fillRect/>
          </a:stretch>
        </p:blipFill>
        <p:spPr bwMode="auto">
          <a:xfrm>
            <a:off x="16586200" y="784225"/>
            <a:ext cx="922338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635" name="Oval 131">
            <a:hlinkClick r:id="rId4" action="ppaction://hlinksldjump"/>
            <a:extLst>
              <a:ext uri="{FF2B5EF4-FFF2-40B4-BE49-F238E27FC236}">
                <a16:creationId xmlns:a16="http://schemas.microsoft.com/office/drawing/2014/main" id="{2A085868-9FE9-7F5D-4CAC-CD3BCB62348F}"/>
              </a:ext>
            </a:extLst>
          </p:cNvPr>
          <p:cNvSpPr>
            <a:spLocks/>
          </p:cNvSpPr>
          <p:nvPr/>
        </p:nvSpPr>
        <p:spPr bwMode="auto">
          <a:xfrm>
            <a:off x="463550" y="295275"/>
            <a:ext cx="1397000" cy="13970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BROWSE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FOTO</a:t>
            </a:r>
          </a:p>
        </p:txBody>
      </p:sp>
      <p:sp>
        <p:nvSpPr>
          <p:cNvPr id="21636" name="Text Box 132">
            <a:extLst>
              <a:ext uri="{FF2B5EF4-FFF2-40B4-BE49-F238E27FC236}">
                <a16:creationId xmlns:a16="http://schemas.microsoft.com/office/drawing/2014/main" id="{BD244C83-16B0-3E36-6CC3-28B0D6BAE6C7}"/>
              </a:ext>
            </a:extLst>
          </p:cNvPr>
          <p:cNvSpPr txBox="1">
            <a:spLocks/>
          </p:cNvSpPr>
          <p:nvPr/>
        </p:nvSpPr>
        <p:spPr bwMode="auto">
          <a:xfrm>
            <a:off x="16837025" y="7772400"/>
            <a:ext cx="2870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525252"/>
              </a:buClr>
              <a:buFont typeface="Gill Sans" charset="0"/>
              <a:buNone/>
            </a:pPr>
            <a:r>
              <a:rPr lang="LID4096" altLang="LID4096" sz="20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DOORZETTINGSVERMOGEN</a:t>
            </a:r>
          </a:p>
        </p:txBody>
      </p:sp>
      <p:sp>
        <p:nvSpPr>
          <p:cNvPr id="21637" name="AutoShape 133">
            <a:extLst>
              <a:ext uri="{FF2B5EF4-FFF2-40B4-BE49-F238E27FC236}">
                <a16:creationId xmlns:a16="http://schemas.microsoft.com/office/drawing/2014/main" id="{4AD9D0BB-8FD1-F9E2-759E-4D2747227D28}"/>
              </a:ext>
            </a:extLst>
          </p:cNvPr>
          <p:cNvSpPr>
            <a:spLocks/>
          </p:cNvSpPr>
          <p:nvPr/>
        </p:nvSpPr>
        <p:spPr bwMode="auto">
          <a:xfrm>
            <a:off x="20512088" y="7753350"/>
            <a:ext cx="296862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638" name="AutoShape 134">
            <a:extLst>
              <a:ext uri="{FF2B5EF4-FFF2-40B4-BE49-F238E27FC236}">
                <a16:creationId xmlns:a16="http://schemas.microsoft.com/office/drawing/2014/main" id="{5E35CCBA-9148-9C7D-266C-EB50EA3C8102}"/>
              </a:ext>
            </a:extLst>
          </p:cNvPr>
          <p:cNvSpPr>
            <a:spLocks/>
          </p:cNvSpPr>
          <p:nvPr/>
        </p:nvSpPr>
        <p:spPr bwMode="auto">
          <a:xfrm>
            <a:off x="20850225" y="7753350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639" name="AutoShape 135">
            <a:extLst>
              <a:ext uri="{FF2B5EF4-FFF2-40B4-BE49-F238E27FC236}">
                <a16:creationId xmlns:a16="http://schemas.microsoft.com/office/drawing/2014/main" id="{F857FA4B-C589-9E96-D03E-1FA4FF15E683}"/>
              </a:ext>
            </a:extLst>
          </p:cNvPr>
          <p:cNvSpPr>
            <a:spLocks/>
          </p:cNvSpPr>
          <p:nvPr/>
        </p:nvSpPr>
        <p:spPr bwMode="auto">
          <a:xfrm>
            <a:off x="21188363" y="7753350"/>
            <a:ext cx="296862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640" name="AutoShape 136">
            <a:extLst>
              <a:ext uri="{FF2B5EF4-FFF2-40B4-BE49-F238E27FC236}">
                <a16:creationId xmlns:a16="http://schemas.microsoft.com/office/drawing/2014/main" id="{46EBC76D-CCB9-F1AD-D569-B8D554CFB2A5}"/>
              </a:ext>
            </a:extLst>
          </p:cNvPr>
          <p:cNvSpPr>
            <a:spLocks/>
          </p:cNvSpPr>
          <p:nvPr/>
        </p:nvSpPr>
        <p:spPr bwMode="auto">
          <a:xfrm>
            <a:off x="21528088" y="7753350"/>
            <a:ext cx="296862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641" name="AutoShape 137">
            <a:extLst>
              <a:ext uri="{FF2B5EF4-FFF2-40B4-BE49-F238E27FC236}">
                <a16:creationId xmlns:a16="http://schemas.microsoft.com/office/drawing/2014/main" id="{6068F110-0D64-5FD2-EF66-7470C0C6E1F9}"/>
              </a:ext>
            </a:extLst>
          </p:cNvPr>
          <p:cNvSpPr>
            <a:spLocks/>
          </p:cNvSpPr>
          <p:nvPr/>
        </p:nvSpPr>
        <p:spPr bwMode="auto">
          <a:xfrm>
            <a:off x="21861463" y="7753350"/>
            <a:ext cx="296862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642" name="AutoShape 138">
            <a:extLst>
              <a:ext uri="{FF2B5EF4-FFF2-40B4-BE49-F238E27FC236}">
                <a16:creationId xmlns:a16="http://schemas.microsoft.com/office/drawing/2014/main" id="{B34F1A69-9A47-A284-8700-0FF3F6F714D5}"/>
              </a:ext>
            </a:extLst>
          </p:cNvPr>
          <p:cNvSpPr>
            <a:spLocks/>
          </p:cNvSpPr>
          <p:nvPr/>
        </p:nvSpPr>
        <p:spPr bwMode="auto">
          <a:xfrm>
            <a:off x="22199600" y="7753350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643" name="AutoShape 139">
            <a:extLst>
              <a:ext uri="{FF2B5EF4-FFF2-40B4-BE49-F238E27FC236}">
                <a16:creationId xmlns:a16="http://schemas.microsoft.com/office/drawing/2014/main" id="{56F675C1-27EC-50D6-559D-8BBCCAE7BC28}"/>
              </a:ext>
            </a:extLst>
          </p:cNvPr>
          <p:cNvSpPr>
            <a:spLocks/>
          </p:cNvSpPr>
          <p:nvPr/>
        </p:nvSpPr>
        <p:spPr bwMode="auto">
          <a:xfrm>
            <a:off x="22537738" y="7753350"/>
            <a:ext cx="298450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644" name="AutoShape 140">
            <a:extLst>
              <a:ext uri="{FF2B5EF4-FFF2-40B4-BE49-F238E27FC236}">
                <a16:creationId xmlns:a16="http://schemas.microsoft.com/office/drawing/2014/main" id="{33D9703F-8CFE-152A-E3C5-A74E4A0C5CD3}"/>
              </a:ext>
            </a:extLst>
          </p:cNvPr>
          <p:cNvSpPr>
            <a:spLocks/>
          </p:cNvSpPr>
          <p:nvPr/>
        </p:nvSpPr>
        <p:spPr bwMode="auto">
          <a:xfrm>
            <a:off x="22877463" y="7753350"/>
            <a:ext cx="296862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645" name="AutoShape 141">
            <a:extLst>
              <a:ext uri="{FF2B5EF4-FFF2-40B4-BE49-F238E27FC236}">
                <a16:creationId xmlns:a16="http://schemas.microsoft.com/office/drawing/2014/main" id="{6EA11FF0-BC8B-C45A-088C-DD740FB58723}"/>
              </a:ext>
            </a:extLst>
          </p:cNvPr>
          <p:cNvSpPr>
            <a:spLocks/>
          </p:cNvSpPr>
          <p:nvPr/>
        </p:nvSpPr>
        <p:spPr bwMode="auto">
          <a:xfrm>
            <a:off x="23212425" y="7753350"/>
            <a:ext cx="296863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1646" name="AutoShape 142">
            <a:extLst>
              <a:ext uri="{FF2B5EF4-FFF2-40B4-BE49-F238E27FC236}">
                <a16:creationId xmlns:a16="http://schemas.microsoft.com/office/drawing/2014/main" id="{179399E3-5372-3071-C858-33543E8F3505}"/>
              </a:ext>
            </a:extLst>
          </p:cNvPr>
          <p:cNvSpPr>
            <a:spLocks/>
          </p:cNvSpPr>
          <p:nvPr/>
        </p:nvSpPr>
        <p:spPr bwMode="auto">
          <a:xfrm>
            <a:off x="23550563" y="7753350"/>
            <a:ext cx="296862" cy="3317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</p:spTree>
  </p:cSld>
  <p:clrMapOvr>
    <a:masterClrMapping/>
  </p:clrMapOvr>
  <p:transition spd="slow"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29" name="Group 1">
            <a:extLst>
              <a:ext uri="{FF2B5EF4-FFF2-40B4-BE49-F238E27FC236}">
                <a16:creationId xmlns:a16="http://schemas.microsoft.com/office/drawing/2014/main" id="{089C21E2-FB24-B858-4D8D-142C38BA62B0}"/>
              </a:ext>
            </a:extLst>
          </p:cNvPr>
          <p:cNvGraphicFramePr>
            <a:graphicFrameLocks noGrp="1"/>
          </p:cNvGraphicFramePr>
          <p:nvPr/>
        </p:nvGraphicFramePr>
        <p:xfrm>
          <a:off x="4052888" y="673100"/>
          <a:ext cx="17867312" cy="12363450"/>
        </p:xfrm>
        <a:graphic>
          <a:graphicData uri="http://schemas.openxmlformats.org/drawingml/2006/table">
            <a:tbl>
              <a:tblPr/>
              <a:tblGrid>
                <a:gridCol w="3573462">
                  <a:extLst>
                    <a:ext uri="{9D8B030D-6E8A-4147-A177-3AD203B41FA5}">
                      <a16:colId xmlns:a16="http://schemas.microsoft.com/office/drawing/2014/main" val="2382105430"/>
                    </a:ext>
                  </a:extLst>
                </a:gridCol>
                <a:gridCol w="3573463">
                  <a:extLst>
                    <a:ext uri="{9D8B030D-6E8A-4147-A177-3AD203B41FA5}">
                      <a16:colId xmlns:a16="http://schemas.microsoft.com/office/drawing/2014/main" val="844484954"/>
                    </a:ext>
                  </a:extLst>
                </a:gridCol>
                <a:gridCol w="4483100">
                  <a:extLst>
                    <a:ext uri="{9D8B030D-6E8A-4147-A177-3AD203B41FA5}">
                      <a16:colId xmlns:a16="http://schemas.microsoft.com/office/drawing/2014/main" val="1336390670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3430166822"/>
                    </a:ext>
                  </a:extLst>
                </a:gridCol>
                <a:gridCol w="3573462">
                  <a:extLst>
                    <a:ext uri="{9D8B030D-6E8A-4147-A177-3AD203B41FA5}">
                      <a16:colId xmlns:a16="http://schemas.microsoft.com/office/drawing/2014/main" val="2448082522"/>
                    </a:ext>
                  </a:extLst>
                </a:gridCol>
              </a:tblGrid>
              <a:tr h="1123950"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F#9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Rating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Vermenigvuldigingsfactor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Resultaat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435989"/>
                  </a:ext>
                </a:extLst>
              </a:tr>
              <a:tr h="1123950"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687658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  <a:sym typeface="Century Gothic" panose="020B0502020202020204" pitchFamily="34" charset="0"/>
                        </a:rPr>
                        <a:t>Doelgerichtheid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1.1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103498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  <a:sym typeface="Century Gothic" panose="020B0502020202020204" pitchFamily="34" charset="0"/>
                        </a:rPr>
                        <a:t>Positie kiezen (A)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1.1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912450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  <a:sym typeface="Century Gothic" panose="020B0502020202020204" pitchFamily="34" charset="0"/>
                        </a:rPr>
                        <a:t>Combinatie spel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1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437208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  <a:sym typeface="Century Gothic" panose="020B0502020202020204" pitchFamily="34" charset="0"/>
                        </a:rPr>
                        <a:t>Offensief koppen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1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876737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  <a:sym typeface="Century Gothic" panose="020B0502020202020204" pitchFamily="34" charset="0"/>
                        </a:rPr>
                        <a:t>Duelkracht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1.1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433716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  <a:sym typeface="Century Gothic" panose="020B0502020202020204" pitchFamily="34" charset="0"/>
                        </a:rPr>
                        <a:t>Flair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1.1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41072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  <a:ea typeface="Century Gothic" panose="020B0502020202020204" pitchFamily="34" charset="0"/>
                          <a:cs typeface="Century Gothic" panose="020B0502020202020204" pitchFamily="34" charset="0"/>
                          <a:sym typeface="Century Gothic" panose="020B0502020202020204" pitchFamily="34" charset="0"/>
                        </a:rPr>
                        <a:t>Doorzettings
vermogen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1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804142"/>
                  </a:ext>
                </a:extLst>
              </a:tr>
              <a:tr h="1123950">
                <a:tc>
                  <a:txBody>
                    <a:bodyPr/>
                    <a:lstStyle>
                      <a:lvl1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 defTabSz="1285875"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defTabSz="1285875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1285875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2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entury Gothic" panose="020B0502020202020204" pitchFamily="34" charset="0"/>
                        <a:ea typeface="Century Gothic" panose="020B0502020202020204" pitchFamily="34" charset="0"/>
                        <a:cs typeface="Century Gothic" panose="020B0502020202020204" pitchFamily="34" charset="0"/>
                        <a:sym typeface="Century Gothic" panose="020B0502020202020204" pitchFamily="34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923"/>
                  </a:ext>
                </a:extLst>
              </a:tr>
              <a:tr h="1123950"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Gemiddelde rating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LID4096" altLang="LID4096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rPr>
                        <a:t>0.00</a:t>
                      </a:r>
                      <a:endParaRPr kumimoji="0" lang="LID4096" altLang="LID4096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 charset="0"/>
                        <a:ea typeface="+mn-ea" charset="0"/>
                        <a:cs typeface="+mn-ea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1pPr>
                      <a:lvl2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2pPr>
                      <a:lvl3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3pPr>
                      <a:lvl4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4pPr>
                      <a:lvl5pPr>
                        <a:spcBef>
                          <a:spcPct val="0"/>
                        </a:spcBef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5pPr>
                      <a:lvl6pPr marL="4572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6pPr>
                      <a:lvl7pPr marL="9144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7pPr>
                      <a:lvl8pPr marL="13716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8pPr>
                      <a:lvl9pPr marL="1828800" indent="182880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4900" b="1">
                          <a:solidFill>
                            <a:srgbClr val="000000"/>
                          </a:solidFill>
                          <a:latin typeface="Helvetica Neue" charset="0"/>
                          <a:ea typeface="Helvetica Neue" charset="0"/>
                          <a:cs typeface="Helvetica Neue" charset="0"/>
                          <a:sym typeface="Helvetica Neue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LID4096" altLang="LID4096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elvetica Neue" charset="0"/>
                        <a:ea typeface="Helvetica Neue" charset="0"/>
                        <a:cs typeface="Helvetica Neue" charset="0"/>
                        <a:sym typeface="Helvetica Neue" charset="0"/>
                      </a:endParaRP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81655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ext Box 1">
            <a:extLst>
              <a:ext uri="{FF2B5EF4-FFF2-40B4-BE49-F238E27FC236}">
                <a16:creationId xmlns:a16="http://schemas.microsoft.com/office/drawing/2014/main" id="{FEE9467A-97DD-FB92-5EBE-8D54581E855A}"/>
              </a:ext>
            </a:extLst>
          </p:cNvPr>
          <p:cNvSpPr txBox="1">
            <a:spLocks/>
          </p:cNvSpPr>
          <p:nvPr/>
        </p:nvSpPr>
        <p:spPr bwMode="auto">
          <a:xfrm>
            <a:off x="2643188" y="42863"/>
            <a:ext cx="11134725" cy="927100"/>
          </a:xfrm>
          <a:prstGeom prst="rect">
            <a:avLst/>
          </a:prstGeom>
          <a:noFill/>
          <a:ln>
            <a:noFill/>
          </a:ln>
          <a:effectLst>
            <a:outerShdw blurRad="38100" dist="57611" dir="54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defTabSz="127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7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7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7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7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7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7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7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7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>
              <a:lnSpc>
                <a:spcPct val="60000"/>
              </a:lnSpc>
              <a:spcBef>
                <a:spcPct val="0"/>
              </a:spcBef>
            </a:pPr>
            <a:r>
              <a:rPr lang="LID4096" altLang="LID4096" sz="6000" b="1">
                <a:solidFill>
                  <a:srgbClr val="18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FINISHER #09</a:t>
            </a:r>
          </a:p>
        </p:txBody>
      </p:sp>
      <p:sp>
        <p:nvSpPr>
          <p:cNvPr id="23554" name="Oval 2">
            <a:extLst>
              <a:ext uri="{FF2B5EF4-FFF2-40B4-BE49-F238E27FC236}">
                <a16:creationId xmlns:a16="http://schemas.microsoft.com/office/drawing/2014/main" id="{9370C59D-B0A5-3F6E-49E8-72C44518B451}"/>
              </a:ext>
            </a:extLst>
          </p:cNvPr>
          <p:cNvSpPr>
            <a:spLocks/>
          </p:cNvSpPr>
          <p:nvPr/>
        </p:nvSpPr>
        <p:spPr bwMode="auto">
          <a:xfrm>
            <a:off x="20426363" y="4954588"/>
            <a:ext cx="657225" cy="682625"/>
          </a:xfrm>
          <a:prstGeom prst="ellipse">
            <a:avLst/>
          </a:prstGeom>
          <a:solidFill>
            <a:srgbClr val="173883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solidFill>
                  <a:srgbClr val="FFFFFF"/>
                </a:solidFill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9</a:t>
            </a:r>
          </a:p>
        </p:txBody>
      </p:sp>
      <p:sp>
        <p:nvSpPr>
          <p:cNvPr id="23555" name="Oval 3">
            <a:extLst>
              <a:ext uri="{FF2B5EF4-FFF2-40B4-BE49-F238E27FC236}">
                <a16:creationId xmlns:a16="http://schemas.microsoft.com/office/drawing/2014/main" id="{9EED09FF-BD1E-5903-0185-0D2830C61DB0}"/>
              </a:ext>
            </a:extLst>
          </p:cNvPr>
          <p:cNvSpPr>
            <a:spLocks/>
          </p:cNvSpPr>
          <p:nvPr/>
        </p:nvSpPr>
        <p:spPr bwMode="auto">
          <a:xfrm>
            <a:off x="18994438" y="5275263"/>
            <a:ext cx="657225" cy="68103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7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11</a:t>
            </a:r>
          </a:p>
        </p:txBody>
      </p:sp>
      <p:sp>
        <p:nvSpPr>
          <p:cNvPr id="23556" name="Oval 4">
            <a:extLst>
              <a:ext uri="{FF2B5EF4-FFF2-40B4-BE49-F238E27FC236}">
                <a16:creationId xmlns:a16="http://schemas.microsoft.com/office/drawing/2014/main" id="{9F12CCD1-1714-33E5-6D08-4FE9803A46A8}"/>
              </a:ext>
            </a:extLst>
          </p:cNvPr>
          <p:cNvSpPr>
            <a:spLocks/>
          </p:cNvSpPr>
          <p:nvPr/>
        </p:nvSpPr>
        <p:spPr bwMode="auto">
          <a:xfrm>
            <a:off x="21858288" y="5275263"/>
            <a:ext cx="657225" cy="681037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7</a:t>
            </a:r>
          </a:p>
        </p:txBody>
      </p:sp>
      <p:sp>
        <p:nvSpPr>
          <p:cNvPr id="23557" name="Oval 5">
            <a:extLst>
              <a:ext uri="{FF2B5EF4-FFF2-40B4-BE49-F238E27FC236}">
                <a16:creationId xmlns:a16="http://schemas.microsoft.com/office/drawing/2014/main" id="{87AF4D41-0459-086B-DD1C-B39891A0AD77}"/>
              </a:ext>
            </a:extLst>
          </p:cNvPr>
          <p:cNvSpPr>
            <a:spLocks/>
          </p:cNvSpPr>
          <p:nvPr/>
        </p:nvSpPr>
        <p:spPr bwMode="auto">
          <a:xfrm>
            <a:off x="18900775" y="8340725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5</a:t>
            </a:r>
          </a:p>
        </p:txBody>
      </p:sp>
      <p:sp>
        <p:nvSpPr>
          <p:cNvPr id="23558" name="Oval 6">
            <a:extLst>
              <a:ext uri="{FF2B5EF4-FFF2-40B4-BE49-F238E27FC236}">
                <a16:creationId xmlns:a16="http://schemas.microsoft.com/office/drawing/2014/main" id="{56CE3492-883D-F5D7-17C7-7B683B50B8AD}"/>
              </a:ext>
            </a:extLst>
          </p:cNvPr>
          <p:cNvSpPr>
            <a:spLocks/>
          </p:cNvSpPr>
          <p:nvPr/>
        </p:nvSpPr>
        <p:spPr bwMode="auto">
          <a:xfrm>
            <a:off x="21985288" y="8340725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2</a:t>
            </a:r>
          </a:p>
        </p:txBody>
      </p:sp>
      <p:sp>
        <p:nvSpPr>
          <p:cNvPr id="23559" name="Oval 7">
            <a:extLst>
              <a:ext uri="{FF2B5EF4-FFF2-40B4-BE49-F238E27FC236}">
                <a16:creationId xmlns:a16="http://schemas.microsoft.com/office/drawing/2014/main" id="{B000BE7E-C432-56EE-BEDE-E96A832DDEAB}"/>
              </a:ext>
            </a:extLst>
          </p:cNvPr>
          <p:cNvSpPr>
            <a:spLocks/>
          </p:cNvSpPr>
          <p:nvPr/>
        </p:nvSpPr>
        <p:spPr bwMode="auto">
          <a:xfrm>
            <a:off x="19731038" y="8899525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4</a:t>
            </a:r>
          </a:p>
        </p:txBody>
      </p:sp>
      <p:sp>
        <p:nvSpPr>
          <p:cNvPr id="23560" name="Oval 8">
            <a:extLst>
              <a:ext uri="{FF2B5EF4-FFF2-40B4-BE49-F238E27FC236}">
                <a16:creationId xmlns:a16="http://schemas.microsoft.com/office/drawing/2014/main" id="{B84B560A-CFE3-A278-A998-557A9693C71D}"/>
              </a:ext>
            </a:extLst>
          </p:cNvPr>
          <p:cNvSpPr>
            <a:spLocks/>
          </p:cNvSpPr>
          <p:nvPr/>
        </p:nvSpPr>
        <p:spPr bwMode="auto">
          <a:xfrm>
            <a:off x="21126450" y="8899525"/>
            <a:ext cx="658813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3</a:t>
            </a:r>
          </a:p>
        </p:txBody>
      </p:sp>
      <p:sp>
        <p:nvSpPr>
          <p:cNvPr id="23561" name="Oval 9">
            <a:extLst>
              <a:ext uri="{FF2B5EF4-FFF2-40B4-BE49-F238E27FC236}">
                <a16:creationId xmlns:a16="http://schemas.microsoft.com/office/drawing/2014/main" id="{5ED7B301-ACAF-C67C-7931-CB8DAC0A69AB}"/>
              </a:ext>
            </a:extLst>
          </p:cNvPr>
          <p:cNvSpPr>
            <a:spLocks/>
          </p:cNvSpPr>
          <p:nvPr/>
        </p:nvSpPr>
        <p:spPr bwMode="auto">
          <a:xfrm>
            <a:off x="20426363" y="9761538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</a:t>
            </a:r>
          </a:p>
        </p:txBody>
      </p:sp>
      <p:sp>
        <p:nvSpPr>
          <p:cNvPr id="23562" name="Oval 10">
            <a:extLst>
              <a:ext uri="{FF2B5EF4-FFF2-40B4-BE49-F238E27FC236}">
                <a16:creationId xmlns:a16="http://schemas.microsoft.com/office/drawing/2014/main" id="{674B7CA1-662D-6DCA-02AE-60307E74C73E}"/>
              </a:ext>
            </a:extLst>
          </p:cNvPr>
          <p:cNvSpPr>
            <a:spLocks/>
          </p:cNvSpPr>
          <p:nvPr/>
        </p:nvSpPr>
        <p:spPr bwMode="auto">
          <a:xfrm>
            <a:off x="20651788" y="7599363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6</a:t>
            </a:r>
          </a:p>
        </p:txBody>
      </p:sp>
      <p:sp>
        <p:nvSpPr>
          <p:cNvPr id="23563" name="Oval 11">
            <a:extLst>
              <a:ext uri="{FF2B5EF4-FFF2-40B4-BE49-F238E27FC236}">
                <a16:creationId xmlns:a16="http://schemas.microsoft.com/office/drawing/2014/main" id="{0A090268-F2CF-73B7-846E-3E579FFA6BB3}"/>
              </a:ext>
            </a:extLst>
          </p:cNvPr>
          <p:cNvSpPr>
            <a:spLocks/>
          </p:cNvSpPr>
          <p:nvPr/>
        </p:nvSpPr>
        <p:spPr bwMode="auto">
          <a:xfrm>
            <a:off x="19919950" y="6913563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8</a:t>
            </a:r>
          </a:p>
        </p:txBody>
      </p:sp>
      <p:sp>
        <p:nvSpPr>
          <p:cNvPr id="23564" name="Oval 12">
            <a:extLst>
              <a:ext uri="{FF2B5EF4-FFF2-40B4-BE49-F238E27FC236}">
                <a16:creationId xmlns:a16="http://schemas.microsoft.com/office/drawing/2014/main" id="{6D231A4A-A1A6-B6E4-D259-2E44C171D757}"/>
              </a:ext>
            </a:extLst>
          </p:cNvPr>
          <p:cNvSpPr>
            <a:spLocks/>
          </p:cNvSpPr>
          <p:nvPr/>
        </p:nvSpPr>
        <p:spPr bwMode="auto">
          <a:xfrm>
            <a:off x="20932775" y="6423025"/>
            <a:ext cx="657225" cy="68262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1437" tIns="71437" rIns="71437" bIns="71437" anchor="ctr"/>
          <a:lstStyle>
            <a:lvl1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10</a:t>
            </a:r>
          </a:p>
        </p:txBody>
      </p:sp>
      <p:sp>
        <p:nvSpPr>
          <p:cNvPr id="23565" name="Text Box 13" descr="TextBox 17">
            <a:hlinkClick r:id="rId2" action="ppaction://hlinksldjump"/>
            <a:extLst>
              <a:ext uri="{FF2B5EF4-FFF2-40B4-BE49-F238E27FC236}">
                <a16:creationId xmlns:a16="http://schemas.microsoft.com/office/drawing/2014/main" id="{5C46F36F-A240-1689-41F8-793B1E6F126E}"/>
              </a:ext>
            </a:extLst>
          </p:cNvPr>
          <p:cNvSpPr txBox="1">
            <a:spLocks/>
          </p:cNvSpPr>
          <p:nvPr/>
        </p:nvSpPr>
        <p:spPr bwMode="auto">
          <a:xfrm>
            <a:off x="2654300" y="6148388"/>
            <a:ext cx="4371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DOELGERICHTHEID</a:t>
            </a:r>
          </a:p>
        </p:txBody>
      </p:sp>
      <p:sp>
        <p:nvSpPr>
          <p:cNvPr id="23566" name="Text Box 14" descr="TextBox 17">
            <a:hlinkClick r:id="rId3" action="ppaction://hlinksldjump"/>
            <a:extLst>
              <a:ext uri="{FF2B5EF4-FFF2-40B4-BE49-F238E27FC236}">
                <a16:creationId xmlns:a16="http://schemas.microsoft.com/office/drawing/2014/main" id="{ED78B5A9-0883-9695-2F3F-6EDB0576B2D9}"/>
              </a:ext>
            </a:extLst>
          </p:cNvPr>
          <p:cNvSpPr txBox="1">
            <a:spLocks/>
          </p:cNvSpPr>
          <p:nvPr/>
        </p:nvSpPr>
        <p:spPr bwMode="auto">
          <a:xfrm>
            <a:off x="2700338" y="9964738"/>
            <a:ext cx="437038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LID4096" altLang="LID4096" sz="2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COMBINATIE SPEL</a:t>
            </a:r>
          </a:p>
        </p:txBody>
      </p:sp>
      <p:sp>
        <p:nvSpPr>
          <p:cNvPr id="23567" name="Text Box 15" descr="TextBox 17">
            <a:hlinkClick r:id="rId4" action="ppaction://hlinksldjump"/>
            <a:extLst>
              <a:ext uri="{FF2B5EF4-FFF2-40B4-BE49-F238E27FC236}">
                <a16:creationId xmlns:a16="http://schemas.microsoft.com/office/drawing/2014/main" id="{E3108C40-30F8-1829-0768-8A233D67B65E}"/>
              </a:ext>
            </a:extLst>
          </p:cNvPr>
          <p:cNvSpPr txBox="1">
            <a:spLocks/>
          </p:cNvSpPr>
          <p:nvPr/>
        </p:nvSpPr>
        <p:spPr bwMode="auto">
          <a:xfrm>
            <a:off x="12446000" y="9964738"/>
            <a:ext cx="4371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LID4096" altLang="LID4096" sz="2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DOORZETTINGSVERMOGEN</a:t>
            </a:r>
          </a:p>
        </p:txBody>
      </p:sp>
      <p:sp>
        <p:nvSpPr>
          <p:cNvPr id="23568" name="Text Box 16" descr="TextBox 17">
            <a:hlinkClick r:id="rId5" action="ppaction://hlinksldjump"/>
            <a:extLst>
              <a:ext uri="{FF2B5EF4-FFF2-40B4-BE49-F238E27FC236}">
                <a16:creationId xmlns:a16="http://schemas.microsoft.com/office/drawing/2014/main" id="{42567C7D-E3B9-4EA5-C6C2-55D9443FA608}"/>
              </a:ext>
            </a:extLst>
          </p:cNvPr>
          <p:cNvSpPr txBox="1">
            <a:spLocks/>
          </p:cNvSpPr>
          <p:nvPr/>
        </p:nvSpPr>
        <p:spPr bwMode="auto">
          <a:xfrm>
            <a:off x="2654300" y="7258050"/>
            <a:ext cx="4371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 KIEZEN (A)</a:t>
            </a:r>
          </a:p>
        </p:txBody>
      </p:sp>
      <p:sp>
        <p:nvSpPr>
          <p:cNvPr id="23569" name="Text Box 17" descr="TextBox 17">
            <a:hlinkClick r:id="rId6" action="ppaction://hlinksldjump"/>
            <a:extLst>
              <a:ext uri="{FF2B5EF4-FFF2-40B4-BE49-F238E27FC236}">
                <a16:creationId xmlns:a16="http://schemas.microsoft.com/office/drawing/2014/main" id="{AC50C13E-3A30-B6D9-4E80-0275E75D5675}"/>
              </a:ext>
            </a:extLst>
          </p:cNvPr>
          <p:cNvSpPr txBox="1">
            <a:spLocks/>
          </p:cNvSpPr>
          <p:nvPr/>
        </p:nvSpPr>
        <p:spPr bwMode="auto">
          <a:xfrm>
            <a:off x="12446000" y="6148388"/>
            <a:ext cx="4371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FLAIR</a:t>
            </a:r>
          </a:p>
        </p:txBody>
      </p:sp>
      <p:sp>
        <p:nvSpPr>
          <p:cNvPr id="23570" name="Text Box 18" descr="TextBox 17">
            <a:hlinkClick r:id="rId7" action="ppaction://hlinksldjump"/>
            <a:extLst>
              <a:ext uri="{FF2B5EF4-FFF2-40B4-BE49-F238E27FC236}">
                <a16:creationId xmlns:a16="http://schemas.microsoft.com/office/drawing/2014/main" id="{025E1A9C-E44E-4DC1-0BA4-77FA43C0084B}"/>
              </a:ext>
            </a:extLst>
          </p:cNvPr>
          <p:cNvSpPr txBox="1">
            <a:spLocks/>
          </p:cNvSpPr>
          <p:nvPr/>
        </p:nvSpPr>
        <p:spPr bwMode="auto">
          <a:xfrm>
            <a:off x="2595563" y="11029950"/>
            <a:ext cx="437038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LID4096" altLang="LID4096" sz="2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OFFENSIEF KOPPEN</a:t>
            </a:r>
          </a:p>
        </p:txBody>
      </p:sp>
      <p:sp>
        <p:nvSpPr>
          <p:cNvPr id="23571" name="Text Box 19" descr="TextBox 17">
            <a:hlinkClick r:id="rId8" action="ppaction://hlinksldjump"/>
            <a:extLst>
              <a:ext uri="{FF2B5EF4-FFF2-40B4-BE49-F238E27FC236}">
                <a16:creationId xmlns:a16="http://schemas.microsoft.com/office/drawing/2014/main" id="{A393320E-A011-0C0D-3E4D-127BF31D82C1}"/>
              </a:ext>
            </a:extLst>
          </p:cNvPr>
          <p:cNvSpPr txBox="1">
            <a:spLocks/>
          </p:cNvSpPr>
          <p:nvPr/>
        </p:nvSpPr>
        <p:spPr bwMode="auto">
          <a:xfrm>
            <a:off x="7559675" y="9975850"/>
            <a:ext cx="43719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LID4096" altLang="LID4096" sz="25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DUELKRACHT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 descr="TextBox 31">
            <a:extLst>
              <a:ext uri="{FF2B5EF4-FFF2-40B4-BE49-F238E27FC236}">
                <a16:creationId xmlns:a16="http://schemas.microsoft.com/office/drawing/2014/main" id="{C429F8F7-AAD9-1D50-7E2A-810E692C0196}"/>
              </a:ext>
            </a:extLst>
          </p:cNvPr>
          <p:cNvSpPr txBox="1">
            <a:spLocks/>
          </p:cNvSpPr>
          <p:nvPr/>
        </p:nvSpPr>
        <p:spPr bwMode="auto">
          <a:xfrm>
            <a:off x="469900" y="4584700"/>
            <a:ext cx="4886325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Zone herkenning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Overzicht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Lichaam positie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 voor de goal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Scoringskansen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Tussen de palen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Doel georiënteerd 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24578" name="Text Box 2" descr="TextBox 30">
            <a:extLst>
              <a:ext uri="{FF2B5EF4-FFF2-40B4-BE49-F238E27FC236}">
                <a16:creationId xmlns:a16="http://schemas.microsoft.com/office/drawing/2014/main" id="{240CEA20-8888-0267-147F-DDF3001DB4F6}"/>
              </a:ext>
            </a:extLst>
          </p:cNvPr>
          <p:cNvSpPr txBox="1">
            <a:spLocks/>
          </p:cNvSpPr>
          <p:nvPr/>
        </p:nvSpPr>
        <p:spPr bwMode="auto">
          <a:xfrm>
            <a:off x="239713" y="2352675"/>
            <a:ext cx="5891212" cy="110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LID4096" altLang="LID4096" sz="25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“Doelpogingen uit kansen (voorzet, steekbal, individuele actie of spelhervatting) met hoofd of voet”</a:t>
            </a:r>
          </a:p>
        </p:txBody>
      </p:sp>
      <p:sp>
        <p:nvSpPr>
          <p:cNvPr id="24579" name="Text Box 3" descr="TextBox 17">
            <a:extLst>
              <a:ext uri="{FF2B5EF4-FFF2-40B4-BE49-F238E27FC236}">
                <a16:creationId xmlns:a16="http://schemas.microsoft.com/office/drawing/2014/main" id="{5C7D98CC-82AF-4A2E-E0DE-40B02B782E60}"/>
              </a:ext>
            </a:extLst>
          </p:cNvPr>
          <p:cNvSpPr txBox="1">
            <a:spLocks/>
          </p:cNvSpPr>
          <p:nvPr/>
        </p:nvSpPr>
        <p:spPr bwMode="auto">
          <a:xfrm>
            <a:off x="241300" y="1225550"/>
            <a:ext cx="587851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DOELGERICHTHEID</a:t>
            </a:r>
          </a:p>
        </p:txBody>
      </p:sp>
      <p:sp>
        <p:nvSpPr>
          <p:cNvPr id="24580" name="Text Box 4" descr="TextBox 31">
            <a:extLst>
              <a:ext uri="{FF2B5EF4-FFF2-40B4-BE49-F238E27FC236}">
                <a16:creationId xmlns:a16="http://schemas.microsoft.com/office/drawing/2014/main" id="{932B58CF-0929-9BB9-3F79-CB68105C5959}"/>
              </a:ext>
            </a:extLst>
          </p:cNvPr>
          <p:cNvSpPr txBox="1">
            <a:spLocks/>
          </p:cNvSpPr>
          <p:nvPr/>
        </p:nvSpPr>
        <p:spPr bwMode="auto">
          <a:xfrm>
            <a:off x="6438900" y="4584700"/>
            <a:ext cx="4887913" cy="22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Ruimte herkenning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Scannen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Inzicht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Overload / 3e man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Aanspeelbaar zijn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Roteren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Actieve zones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24581" name="Text Box 5" descr="TextBox 30">
            <a:extLst>
              <a:ext uri="{FF2B5EF4-FFF2-40B4-BE49-F238E27FC236}">
                <a16:creationId xmlns:a16="http://schemas.microsoft.com/office/drawing/2014/main" id="{F6B8E300-F15A-F8AF-6615-BD920D2277EC}"/>
              </a:ext>
            </a:extLst>
          </p:cNvPr>
          <p:cNvSpPr txBox="1">
            <a:spLocks/>
          </p:cNvSpPr>
          <p:nvPr/>
        </p:nvSpPr>
        <p:spPr bwMode="auto">
          <a:xfrm>
            <a:off x="6230938" y="2298700"/>
            <a:ext cx="5891212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“Passes ontvangen of geslaagde vrijloop-acties voor teamgenoten in de half-spaces en/of final third”</a:t>
            </a:r>
          </a:p>
        </p:txBody>
      </p:sp>
      <p:sp>
        <p:nvSpPr>
          <p:cNvPr id="24582" name="Text Box 6" descr="TextBox 17">
            <a:extLst>
              <a:ext uri="{FF2B5EF4-FFF2-40B4-BE49-F238E27FC236}">
                <a16:creationId xmlns:a16="http://schemas.microsoft.com/office/drawing/2014/main" id="{9F0B47D2-F8DE-8106-4573-C05F48767FF9}"/>
              </a:ext>
            </a:extLst>
          </p:cNvPr>
          <p:cNvSpPr txBox="1">
            <a:spLocks/>
          </p:cNvSpPr>
          <p:nvPr/>
        </p:nvSpPr>
        <p:spPr bwMode="auto">
          <a:xfrm>
            <a:off x="6232525" y="1230313"/>
            <a:ext cx="587851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 KIEZEN (A)</a:t>
            </a:r>
          </a:p>
        </p:txBody>
      </p:sp>
      <p:sp>
        <p:nvSpPr>
          <p:cNvPr id="24583" name="Text Box 7" descr="TextBox 30">
            <a:extLst>
              <a:ext uri="{FF2B5EF4-FFF2-40B4-BE49-F238E27FC236}">
                <a16:creationId xmlns:a16="http://schemas.microsoft.com/office/drawing/2014/main" id="{92356131-2E06-266E-3D06-7D16AAAB77B6}"/>
              </a:ext>
            </a:extLst>
          </p:cNvPr>
          <p:cNvSpPr txBox="1">
            <a:spLocks/>
          </p:cNvSpPr>
          <p:nvPr/>
        </p:nvSpPr>
        <p:spPr bwMode="auto">
          <a:xfrm>
            <a:off x="12222163" y="2533650"/>
            <a:ext cx="5889625" cy="74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LID4096" altLang="LID4096" sz="25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“Balvastheid en / of passing met 1 </a:t>
            </a:r>
          </a:p>
          <a:p>
            <a:pPr algn="ctr">
              <a:spcBef>
                <a:spcPct val="0"/>
              </a:spcBef>
            </a:pPr>
            <a:r>
              <a:rPr lang="LID4096" altLang="LID4096" sz="25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of 2x raken”</a:t>
            </a:r>
          </a:p>
        </p:txBody>
      </p:sp>
      <p:sp>
        <p:nvSpPr>
          <p:cNvPr id="24584" name="Text Box 8" descr="TextBox 17">
            <a:extLst>
              <a:ext uri="{FF2B5EF4-FFF2-40B4-BE49-F238E27FC236}">
                <a16:creationId xmlns:a16="http://schemas.microsoft.com/office/drawing/2014/main" id="{94D7D3D5-AE34-3A6F-A2BA-CA237B97B78D}"/>
              </a:ext>
            </a:extLst>
          </p:cNvPr>
          <p:cNvSpPr txBox="1">
            <a:spLocks/>
          </p:cNvSpPr>
          <p:nvPr/>
        </p:nvSpPr>
        <p:spPr bwMode="auto">
          <a:xfrm>
            <a:off x="12223750" y="1230313"/>
            <a:ext cx="587851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COMBINATIESPEL</a:t>
            </a:r>
          </a:p>
        </p:txBody>
      </p:sp>
      <p:sp>
        <p:nvSpPr>
          <p:cNvPr id="24585" name="Text Box 9" descr="TextBox 31">
            <a:extLst>
              <a:ext uri="{FF2B5EF4-FFF2-40B4-BE49-F238E27FC236}">
                <a16:creationId xmlns:a16="http://schemas.microsoft.com/office/drawing/2014/main" id="{C971309A-C42C-8D5D-8B97-4D39055BE5CB}"/>
              </a:ext>
            </a:extLst>
          </p:cNvPr>
          <p:cNvSpPr txBox="1">
            <a:spLocks/>
          </p:cNvSpPr>
          <p:nvPr/>
        </p:nvSpPr>
        <p:spPr bwMode="auto">
          <a:xfrm>
            <a:off x="12439650" y="4584700"/>
            <a:ext cx="4098925" cy="22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Timing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Overzicht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 duel / in positie?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Lichaamsdeel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vaak?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24586" name="Text Box 10" descr="TextBox 31">
            <a:extLst>
              <a:ext uri="{FF2B5EF4-FFF2-40B4-BE49-F238E27FC236}">
                <a16:creationId xmlns:a16="http://schemas.microsoft.com/office/drawing/2014/main" id="{2D9E1757-02E5-43DF-8E08-5C2A9017FD2C}"/>
              </a:ext>
            </a:extLst>
          </p:cNvPr>
          <p:cNvSpPr txBox="1">
            <a:spLocks/>
          </p:cNvSpPr>
          <p:nvPr/>
        </p:nvSpPr>
        <p:spPr bwMode="auto">
          <a:xfrm>
            <a:off x="18440400" y="4584700"/>
            <a:ext cx="3781425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Positie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 duel / in positie?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Timing (sprong)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Kracht &amp; nauwkeurigheid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Richting (koppen)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Voorkeurskant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vaak?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24587" name="Text Box 11" descr="TextBox 30">
            <a:extLst>
              <a:ext uri="{FF2B5EF4-FFF2-40B4-BE49-F238E27FC236}">
                <a16:creationId xmlns:a16="http://schemas.microsoft.com/office/drawing/2014/main" id="{8105F170-4166-F6C5-3D91-C62315920A15}"/>
              </a:ext>
            </a:extLst>
          </p:cNvPr>
          <p:cNvSpPr txBox="1">
            <a:spLocks/>
          </p:cNvSpPr>
          <p:nvPr/>
        </p:nvSpPr>
        <p:spPr bwMode="auto">
          <a:xfrm>
            <a:off x="18202275" y="2533650"/>
            <a:ext cx="5891213" cy="74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LID4096" altLang="LID4096" sz="25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“Doel- of assistpogingen met het hoofd”</a:t>
            </a:r>
          </a:p>
        </p:txBody>
      </p:sp>
      <p:sp>
        <p:nvSpPr>
          <p:cNvPr id="24588" name="Text Box 12" descr="TextBox 17">
            <a:extLst>
              <a:ext uri="{FF2B5EF4-FFF2-40B4-BE49-F238E27FC236}">
                <a16:creationId xmlns:a16="http://schemas.microsoft.com/office/drawing/2014/main" id="{062C6091-AB0F-334F-F804-DAE78403854A}"/>
              </a:ext>
            </a:extLst>
          </p:cNvPr>
          <p:cNvSpPr txBox="1">
            <a:spLocks/>
          </p:cNvSpPr>
          <p:nvPr/>
        </p:nvSpPr>
        <p:spPr bwMode="auto">
          <a:xfrm>
            <a:off x="18203863" y="1230313"/>
            <a:ext cx="5878512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OFFENSIEF KOPPEN</a:t>
            </a:r>
          </a:p>
        </p:txBody>
      </p:sp>
      <p:sp>
        <p:nvSpPr>
          <p:cNvPr id="24589" name="Text Box 13" descr="TextBox 31">
            <a:extLst>
              <a:ext uri="{FF2B5EF4-FFF2-40B4-BE49-F238E27FC236}">
                <a16:creationId xmlns:a16="http://schemas.microsoft.com/office/drawing/2014/main" id="{5F154950-3733-6C69-54FD-8DD38189E57B}"/>
              </a:ext>
            </a:extLst>
          </p:cNvPr>
          <p:cNvSpPr txBox="1">
            <a:spLocks/>
          </p:cNvSpPr>
          <p:nvPr/>
        </p:nvSpPr>
        <p:spPr bwMode="auto">
          <a:xfrm>
            <a:off x="479425" y="10841038"/>
            <a:ext cx="3913188" cy="22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Lichaamsdeel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Grondduels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Luchtduels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Timing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Voorbereiding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Hoe vaak?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Eindresultaat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24590" name="Text Box 14" descr="TextBox 30">
            <a:extLst>
              <a:ext uri="{FF2B5EF4-FFF2-40B4-BE49-F238E27FC236}">
                <a16:creationId xmlns:a16="http://schemas.microsoft.com/office/drawing/2014/main" id="{E952D274-091F-C149-B7D4-6C8533E8B4D8}"/>
              </a:ext>
            </a:extLst>
          </p:cNvPr>
          <p:cNvSpPr txBox="1">
            <a:spLocks/>
          </p:cNvSpPr>
          <p:nvPr/>
        </p:nvSpPr>
        <p:spPr bwMode="auto">
          <a:xfrm>
            <a:off x="239713" y="8561388"/>
            <a:ext cx="5889625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“Geslaagde pogingen om de bal </a:t>
            </a:r>
          </a:p>
          <a:p>
            <a:pPr algn="ctr"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te winnen / behouden </a:t>
            </a:r>
          </a:p>
          <a:p>
            <a:pPr algn="ctr"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 fysieke duels”</a:t>
            </a:r>
          </a:p>
        </p:txBody>
      </p:sp>
      <p:sp>
        <p:nvSpPr>
          <p:cNvPr id="24591" name="Text Box 15" descr="TextBox 17">
            <a:extLst>
              <a:ext uri="{FF2B5EF4-FFF2-40B4-BE49-F238E27FC236}">
                <a16:creationId xmlns:a16="http://schemas.microsoft.com/office/drawing/2014/main" id="{37A5A7CF-BA04-E641-E1A3-632EF80EF8C8}"/>
              </a:ext>
            </a:extLst>
          </p:cNvPr>
          <p:cNvSpPr txBox="1">
            <a:spLocks/>
          </p:cNvSpPr>
          <p:nvPr/>
        </p:nvSpPr>
        <p:spPr bwMode="auto">
          <a:xfrm>
            <a:off x="241300" y="7453313"/>
            <a:ext cx="587851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DUELKRACHT</a:t>
            </a:r>
          </a:p>
        </p:txBody>
      </p:sp>
      <p:sp>
        <p:nvSpPr>
          <p:cNvPr id="24592" name="Text Box 16" descr="TextBox 31">
            <a:extLst>
              <a:ext uri="{FF2B5EF4-FFF2-40B4-BE49-F238E27FC236}">
                <a16:creationId xmlns:a16="http://schemas.microsoft.com/office/drawing/2014/main" id="{EB55B8A5-23A0-B56C-452A-761A3DAD156F}"/>
              </a:ext>
            </a:extLst>
          </p:cNvPr>
          <p:cNvSpPr txBox="1">
            <a:spLocks/>
          </p:cNvSpPr>
          <p:nvPr/>
        </p:nvSpPr>
        <p:spPr bwMode="auto">
          <a:xfrm>
            <a:off x="6445250" y="10841038"/>
            <a:ext cx="5205413" cy="195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Uitstraling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Zelfvertrouwen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Aanwezig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 control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Enthousiast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Extra motivatie bij druk van wedstrijd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24593" name="Text Box 17" descr="TextBox 30">
            <a:extLst>
              <a:ext uri="{FF2B5EF4-FFF2-40B4-BE49-F238E27FC236}">
                <a16:creationId xmlns:a16="http://schemas.microsoft.com/office/drawing/2014/main" id="{E4CF9D7B-A42B-7B37-1A8B-3EEF9EA4A99B}"/>
              </a:ext>
            </a:extLst>
          </p:cNvPr>
          <p:cNvSpPr txBox="1">
            <a:spLocks/>
          </p:cNvSpPr>
          <p:nvPr/>
        </p:nvSpPr>
        <p:spPr bwMode="auto">
          <a:xfrm>
            <a:off x="6230938" y="8524875"/>
            <a:ext cx="5891212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“Straalt zelfvertrouwen en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energie uit om resultaten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te behalen”</a:t>
            </a:r>
          </a:p>
        </p:txBody>
      </p:sp>
      <p:sp>
        <p:nvSpPr>
          <p:cNvPr id="24594" name="Text Box 18" descr="TextBox 17">
            <a:extLst>
              <a:ext uri="{FF2B5EF4-FFF2-40B4-BE49-F238E27FC236}">
                <a16:creationId xmlns:a16="http://schemas.microsoft.com/office/drawing/2014/main" id="{513E2F16-EBE6-C262-2AA5-CCAD6B994582}"/>
              </a:ext>
            </a:extLst>
          </p:cNvPr>
          <p:cNvSpPr txBox="1">
            <a:spLocks/>
          </p:cNvSpPr>
          <p:nvPr/>
        </p:nvSpPr>
        <p:spPr bwMode="auto">
          <a:xfrm>
            <a:off x="6232525" y="7458075"/>
            <a:ext cx="5878513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6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FLAIR</a:t>
            </a:r>
          </a:p>
        </p:txBody>
      </p:sp>
      <p:sp>
        <p:nvSpPr>
          <p:cNvPr id="24595" name="Text Box 19" descr="TextBox 17">
            <a:extLst>
              <a:ext uri="{FF2B5EF4-FFF2-40B4-BE49-F238E27FC236}">
                <a16:creationId xmlns:a16="http://schemas.microsoft.com/office/drawing/2014/main" id="{469C54C7-AFB4-21B3-1B99-03BE09D22464}"/>
              </a:ext>
            </a:extLst>
          </p:cNvPr>
          <p:cNvSpPr txBox="1">
            <a:spLocks/>
          </p:cNvSpPr>
          <p:nvPr/>
        </p:nvSpPr>
        <p:spPr bwMode="auto">
          <a:xfrm>
            <a:off x="12225338" y="7473950"/>
            <a:ext cx="58832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3400" b="1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DOORZETTINGSVERMOGEN</a:t>
            </a:r>
          </a:p>
        </p:txBody>
      </p:sp>
      <p:sp>
        <p:nvSpPr>
          <p:cNvPr id="24596" name="Text Box 20" descr="TextBox 30">
            <a:extLst>
              <a:ext uri="{FF2B5EF4-FFF2-40B4-BE49-F238E27FC236}">
                <a16:creationId xmlns:a16="http://schemas.microsoft.com/office/drawing/2014/main" id="{3714BFEF-83A5-A859-F2A2-40BB2ECABC35}"/>
              </a:ext>
            </a:extLst>
          </p:cNvPr>
          <p:cNvSpPr txBox="1">
            <a:spLocks/>
          </p:cNvSpPr>
          <p:nvPr/>
        </p:nvSpPr>
        <p:spPr bwMode="auto">
          <a:xfrm>
            <a:off x="12550775" y="8350250"/>
            <a:ext cx="5359400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“Heeft een echte winnaarsmentaliteit, geeft nooit op en probeert teamgenoten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te stimuleren”</a:t>
            </a:r>
          </a:p>
        </p:txBody>
      </p:sp>
      <p:sp>
        <p:nvSpPr>
          <p:cNvPr id="24597" name="Text Box 21" descr="TextBox 31">
            <a:extLst>
              <a:ext uri="{FF2B5EF4-FFF2-40B4-BE49-F238E27FC236}">
                <a16:creationId xmlns:a16="http://schemas.microsoft.com/office/drawing/2014/main" id="{8595400A-0FFF-AE12-2107-BB34A4A4C2B5}"/>
              </a:ext>
            </a:extLst>
          </p:cNvPr>
          <p:cNvSpPr txBox="1">
            <a:spLocks/>
          </p:cNvSpPr>
          <p:nvPr/>
        </p:nvSpPr>
        <p:spPr bwMode="auto">
          <a:xfrm>
            <a:off x="12446000" y="10841038"/>
            <a:ext cx="2749550" cy="22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190500" indent="-190500"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Emotie controle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Gedrag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Rouwmomenten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Anderen inspireren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Nooit opgeven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Tot het einde vechten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Altijd 100%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LID4096" altLang="LID4096" sz="180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ext Box 1" descr="TextBox 31">
            <a:extLst>
              <a:ext uri="{FF2B5EF4-FFF2-40B4-BE49-F238E27FC236}">
                <a16:creationId xmlns:a16="http://schemas.microsoft.com/office/drawing/2014/main" id="{F2E126DF-8674-3DA7-3584-4348F0043904}"/>
              </a:ext>
            </a:extLst>
          </p:cNvPr>
          <p:cNvSpPr txBox="1">
            <a:spLocks/>
          </p:cNvSpPr>
          <p:nvPr/>
        </p:nvSpPr>
        <p:spPr bwMode="auto">
          <a:xfrm>
            <a:off x="587375" y="11323638"/>
            <a:ext cx="23458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LID4096" altLang="LID4096" sz="250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5602" name="AutoShape 2">
            <a:extLst>
              <a:ext uri="{FF2B5EF4-FFF2-40B4-BE49-F238E27FC236}">
                <a16:creationId xmlns:a16="http://schemas.microsoft.com/office/drawing/2014/main" id="{9D4BDA08-46E5-DFB8-1A80-788F4B35E54D}"/>
              </a:ext>
            </a:extLst>
          </p:cNvPr>
          <p:cNvSpPr>
            <a:spLocks/>
          </p:cNvSpPr>
          <p:nvPr/>
        </p:nvSpPr>
        <p:spPr bwMode="auto">
          <a:xfrm>
            <a:off x="238775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3" name="AutoShape 3">
            <a:extLst>
              <a:ext uri="{FF2B5EF4-FFF2-40B4-BE49-F238E27FC236}">
                <a16:creationId xmlns:a16="http://schemas.microsoft.com/office/drawing/2014/main" id="{1363B0EA-B83D-8A77-FF87-0DF19A2DB294}"/>
              </a:ext>
            </a:extLst>
          </p:cNvPr>
          <p:cNvSpPr>
            <a:spLocks/>
          </p:cNvSpPr>
          <p:nvPr/>
        </p:nvSpPr>
        <p:spPr bwMode="auto">
          <a:xfrm>
            <a:off x="233886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4" name="AutoShape 4">
            <a:extLst>
              <a:ext uri="{FF2B5EF4-FFF2-40B4-BE49-F238E27FC236}">
                <a16:creationId xmlns:a16="http://schemas.microsoft.com/office/drawing/2014/main" id="{8C0E0480-3AD9-32A8-807D-37F76EACD670}"/>
              </a:ext>
            </a:extLst>
          </p:cNvPr>
          <p:cNvSpPr>
            <a:spLocks/>
          </p:cNvSpPr>
          <p:nvPr/>
        </p:nvSpPr>
        <p:spPr bwMode="auto">
          <a:xfrm>
            <a:off x="228949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5" name="AutoShape 5">
            <a:extLst>
              <a:ext uri="{FF2B5EF4-FFF2-40B4-BE49-F238E27FC236}">
                <a16:creationId xmlns:a16="http://schemas.microsoft.com/office/drawing/2014/main" id="{7DE8C0A0-3B7D-E25E-E041-A5389696D20F}"/>
              </a:ext>
            </a:extLst>
          </p:cNvPr>
          <p:cNvSpPr>
            <a:spLocks/>
          </p:cNvSpPr>
          <p:nvPr/>
        </p:nvSpPr>
        <p:spPr bwMode="auto">
          <a:xfrm>
            <a:off x="2240597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6" name="AutoShape 6">
            <a:extLst>
              <a:ext uri="{FF2B5EF4-FFF2-40B4-BE49-F238E27FC236}">
                <a16:creationId xmlns:a16="http://schemas.microsoft.com/office/drawing/2014/main" id="{29164113-9451-7A32-C9D1-D828442CA1AA}"/>
              </a:ext>
            </a:extLst>
          </p:cNvPr>
          <p:cNvSpPr>
            <a:spLocks/>
          </p:cNvSpPr>
          <p:nvPr/>
        </p:nvSpPr>
        <p:spPr bwMode="auto">
          <a:xfrm>
            <a:off x="219170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7" name="AutoShape 7">
            <a:extLst>
              <a:ext uri="{FF2B5EF4-FFF2-40B4-BE49-F238E27FC236}">
                <a16:creationId xmlns:a16="http://schemas.microsoft.com/office/drawing/2014/main" id="{CB05BEC5-220E-4261-220C-EA78B209C2AA}"/>
              </a:ext>
            </a:extLst>
          </p:cNvPr>
          <p:cNvSpPr>
            <a:spLocks/>
          </p:cNvSpPr>
          <p:nvPr/>
        </p:nvSpPr>
        <p:spPr bwMode="auto">
          <a:xfrm>
            <a:off x="2142490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8" name="AutoShape 8">
            <a:extLst>
              <a:ext uri="{FF2B5EF4-FFF2-40B4-BE49-F238E27FC236}">
                <a16:creationId xmlns:a16="http://schemas.microsoft.com/office/drawing/2014/main" id="{C3A41C85-E613-7B0C-D830-90C063CC78B4}"/>
              </a:ext>
            </a:extLst>
          </p:cNvPr>
          <p:cNvSpPr>
            <a:spLocks/>
          </p:cNvSpPr>
          <p:nvPr/>
        </p:nvSpPr>
        <p:spPr bwMode="auto">
          <a:xfrm>
            <a:off x="2093595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09" name="AutoShape 9">
            <a:extLst>
              <a:ext uri="{FF2B5EF4-FFF2-40B4-BE49-F238E27FC236}">
                <a16:creationId xmlns:a16="http://schemas.microsoft.com/office/drawing/2014/main" id="{E08DD94C-4886-9C2F-6F51-2EC369D94419}"/>
              </a:ext>
            </a:extLst>
          </p:cNvPr>
          <p:cNvSpPr>
            <a:spLocks/>
          </p:cNvSpPr>
          <p:nvPr/>
        </p:nvSpPr>
        <p:spPr bwMode="auto">
          <a:xfrm>
            <a:off x="204422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10" name="AutoShape 10">
            <a:extLst>
              <a:ext uri="{FF2B5EF4-FFF2-40B4-BE49-F238E27FC236}">
                <a16:creationId xmlns:a16="http://schemas.microsoft.com/office/drawing/2014/main" id="{EB8DA9BC-7432-7C51-A119-0827BA69AC24}"/>
              </a:ext>
            </a:extLst>
          </p:cNvPr>
          <p:cNvSpPr>
            <a:spLocks/>
          </p:cNvSpPr>
          <p:nvPr/>
        </p:nvSpPr>
        <p:spPr bwMode="auto">
          <a:xfrm>
            <a:off x="199532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5611" name="AutoShape 11">
            <a:extLst>
              <a:ext uri="{FF2B5EF4-FFF2-40B4-BE49-F238E27FC236}">
                <a16:creationId xmlns:a16="http://schemas.microsoft.com/office/drawing/2014/main" id="{F142009F-AF76-2786-2ABE-BFCE12FD5F83}"/>
              </a:ext>
            </a:extLst>
          </p:cNvPr>
          <p:cNvSpPr>
            <a:spLocks/>
          </p:cNvSpPr>
          <p:nvPr/>
        </p:nvSpPr>
        <p:spPr bwMode="auto">
          <a:xfrm>
            <a:off x="194643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pic>
        <p:nvPicPr>
          <p:cNvPr id="25612" name="Picture 12">
            <a:hlinkClick r:id="rId2" action="ppaction://hlinksldjump"/>
            <a:extLst>
              <a:ext uri="{FF2B5EF4-FFF2-40B4-BE49-F238E27FC236}">
                <a16:creationId xmlns:a16="http://schemas.microsoft.com/office/drawing/2014/main" id="{2E24CEDC-EC33-4632-07BA-B4CDC0FFA0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575" y="9332913"/>
            <a:ext cx="7826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5613" name="Picture 13">
            <a:extLst>
              <a:ext uri="{FF2B5EF4-FFF2-40B4-BE49-F238E27FC236}">
                <a16:creationId xmlns:a16="http://schemas.microsoft.com/office/drawing/2014/main" id="{35A45A20-4D25-6846-F0F5-E5998112DA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 bwMode="auto">
          <a:xfrm>
            <a:off x="333375" y="230188"/>
            <a:ext cx="19021425" cy="10699750"/>
          </a:xfrm>
          <a:prstGeom prst="rect">
            <a:avLst/>
          </a:prstGeom>
          <a:noFill/>
          <a:ln w="25400" cap="flat" cmpd="sng">
            <a:solidFill>
              <a:srgbClr val="173883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 Box 1" descr="TextBox 31">
            <a:extLst>
              <a:ext uri="{FF2B5EF4-FFF2-40B4-BE49-F238E27FC236}">
                <a16:creationId xmlns:a16="http://schemas.microsoft.com/office/drawing/2014/main" id="{73E153C2-B48E-2041-5749-55B8B447AE9B}"/>
              </a:ext>
            </a:extLst>
          </p:cNvPr>
          <p:cNvSpPr txBox="1">
            <a:spLocks/>
          </p:cNvSpPr>
          <p:nvPr/>
        </p:nvSpPr>
        <p:spPr bwMode="auto">
          <a:xfrm>
            <a:off x="587375" y="11323638"/>
            <a:ext cx="23458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LID4096" altLang="LID4096" sz="250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6626" name="AutoShape 2">
            <a:extLst>
              <a:ext uri="{FF2B5EF4-FFF2-40B4-BE49-F238E27FC236}">
                <a16:creationId xmlns:a16="http://schemas.microsoft.com/office/drawing/2014/main" id="{0EAA13E7-9459-2EB7-C731-C166637EEF9E}"/>
              </a:ext>
            </a:extLst>
          </p:cNvPr>
          <p:cNvSpPr>
            <a:spLocks/>
          </p:cNvSpPr>
          <p:nvPr/>
        </p:nvSpPr>
        <p:spPr bwMode="auto">
          <a:xfrm>
            <a:off x="238775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27" name="AutoShape 3">
            <a:extLst>
              <a:ext uri="{FF2B5EF4-FFF2-40B4-BE49-F238E27FC236}">
                <a16:creationId xmlns:a16="http://schemas.microsoft.com/office/drawing/2014/main" id="{B69E716A-7582-AB14-AF43-2AD8735D193B}"/>
              </a:ext>
            </a:extLst>
          </p:cNvPr>
          <p:cNvSpPr>
            <a:spLocks/>
          </p:cNvSpPr>
          <p:nvPr/>
        </p:nvSpPr>
        <p:spPr bwMode="auto">
          <a:xfrm>
            <a:off x="233886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28" name="AutoShape 4">
            <a:extLst>
              <a:ext uri="{FF2B5EF4-FFF2-40B4-BE49-F238E27FC236}">
                <a16:creationId xmlns:a16="http://schemas.microsoft.com/office/drawing/2014/main" id="{CA765323-64F7-4C5A-1B88-8E05873CB20F}"/>
              </a:ext>
            </a:extLst>
          </p:cNvPr>
          <p:cNvSpPr>
            <a:spLocks/>
          </p:cNvSpPr>
          <p:nvPr/>
        </p:nvSpPr>
        <p:spPr bwMode="auto">
          <a:xfrm>
            <a:off x="228949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29" name="AutoShape 5">
            <a:extLst>
              <a:ext uri="{FF2B5EF4-FFF2-40B4-BE49-F238E27FC236}">
                <a16:creationId xmlns:a16="http://schemas.microsoft.com/office/drawing/2014/main" id="{921D28E1-406B-FDCE-8569-502A6EFF0537}"/>
              </a:ext>
            </a:extLst>
          </p:cNvPr>
          <p:cNvSpPr>
            <a:spLocks/>
          </p:cNvSpPr>
          <p:nvPr/>
        </p:nvSpPr>
        <p:spPr bwMode="auto">
          <a:xfrm>
            <a:off x="2240597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30" name="AutoShape 6">
            <a:extLst>
              <a:ext uri="{FF2B5EF4-FFF2-40B4-BE49-F238E27FC236}">
                <a16:creationId xmlns:a16="http://schemas.microsoft.com/office/drawing/2014/main" id="{17404B35-DA27-116B-1D82-9219DBAF58AC}"/>
              </a:ext>
            </a:extLst>
          </p:cNvPr>
          <p:cNvSpPr>
            <a:spLocks/>
          </p:cNvSpPr>
          <p:nvPr/>
        </p:nvSpPr>
        <p:spPr bwMode="auto">
          <a:xfrm>
            <a:off x="219170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31" name="AutoShape 7">
            <a:extLst>
              <a:ext uri="{FF2B5EF4-FFF2-40B4-BE49-F238E27FC236}">
                <a16:creationId xmlns:a16="http://schemas.microsoft.com/office/drawing/2014/main" id="{E4E1857F-E4EF-05F6-9873-8188AB770B14}"/>
              </a:ext>
            </a:extLst>
          </p:cNvPr>
          <p:cNvSpPr>
            <a:spLocks/>
          </p:cNvSpPr>
          <p:nvPr/>
        </p:nvSpPr>
        <p:spPr bwMode="auto">
          <a:xfrm>
            <a:off x="2142490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32" name="AutoShape 8">
            <a:extLst>
              <a:ext uri="{FF2B5EF4-FFF2-40B4-BE49-F238E27FC236}">
                <a16:creationId xmlns:a16="http://schemas.microsoft.com/office/drawing/2014/main" id="{CD88ECFD-5C6B-CFE3-B3C8-F035E3D7AB7C}"/>
              </a:ext>
            </a:extLst>
          </p:cNvPr>
          <p:cNvSpPr>
            <a:spLocks/>
          </p:cNvSpPr>
          <p:nvPr/>
        </p:nvSpPr>
        <p:spPr bwMode="auto">
          <a:xfrm>
            <a:off x="2093595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33" name="AutoShape 9">
            <a:extLst>
              <a:ext uri="{FF2B5EF4-FFF2-40B4-BE49-F238E27FC236}">
                <a16:creationId xmlns:a16="http://schemas.microsoft.com/office/drawing/2014/main" id="{D9324014-BDBE-C868-856E-AD1D3BAE376C}"/>
              </a:ext>
            </a:extLst>
          </p:cNvPr>
          <p:cNvSpPr>
            <a:spLocks/>
          </p:cNvSpPr>
          <p:nvPr/>
        </p:nvSpPr>
        <p:spPr bwMode="auto">
          <a:xfrm>
            <a:off x="204422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34" name="AutoShape 10">
            <a:extLst>
              <a:ext uri="{FF2B5EF4-FFF2-40B4-BE49-F238E27FC236}">
                <a16:creationId xmlns:a16="http://schemas.microsoft.com/office/drawing/2014/main" id="{C08FD558-56ED-0F8E-332A-74F0BC73FAB5}"/>
              </a:ext>
            </a:extLst>
          </p:cNvPr>
          <p:cNvSpPr>
            <a:spLocks/>
          </p:cNvSpPr>
          <p:nvPr/>
        </p:nvSpPr>
        <p:spPr bwMode="auto">
          <a:xfrm>
            <a:off x="199532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6635" name="AutoShape 11">
            <a:extLst>
              <a:ext uri="{FF2B5EF4-FFF2-40B4-BE49-F238E27FC236}">
                <a16:creationId xmlns:a16="http://schemas.microsoft.com/office/drawing/2014/main" id="{1EAD9A92-5983-4049-53C7-4D11C771400A}"/>
              </a:ext>
            </a:extLst>
          </p:cNvPr>
          <p:cNvSpPr>
            <a:spLocks/>
          </p:cNvSpPr>
          <p:nvPr/>
        </p:nvSpPr>
        <p:spPr bwMode="auto">
          <a:xfrm>
            <a:off x="194643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pic>
        <p:nvPicPr>
          <p:cNvPr id="26636" name="Picture 12">
            <a:extLst>
              <a:ext uri="{FF2B5EF4-FFF2-40B4-BE49-F238E27FC236}">
                <a16:creationId xmlns:a16="http://schemas.microsoft.com/office/drawing/2014/main" id="{876C73BA-35EF-D2F5-014F-A58A54CEE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 bwMode="auto">
          <a:xfrm>
            <a:off x="333375" y="230188"/>
            <a:ext cx="19021425" cy="10699750"/>
          </a:xfrm>
          <a:prstGeom prst="rect">
            <a:avLst/>
          </a:prstGeom>
          <a:noFill/>
          <a:ln w="25400" cap="flat" cmpd="sng">
            <a:solidFill>
              <a:srgbClr val="173883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6637" name="Picture 13">
            <a:hlinkClick r:id="rId3" action="ppaction://hlinksldjump"/>
            <a:extLst>
              <a:ext uri="{FF2B5EF4-FFF2-40B4-BE49-F238E27FC236}">
                <a16:creationId xmlns:a16="http://schemas.microsoft.com/office/drawing/2014/main" id="{36980402-2022-F594-B51E-873EE340D7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575" y="9332913"/>
            <a:ext cx="7826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 descr="TextBox 31">
            <a:extLst>
              <a:ext uri="{FF2B5EF4-FFF2-40B4-BE49-F238E27FC236}">
                <a16:creationId xmlns:a16="http://schemas.microsoft.com/office/drawing/2014/main" id="{58B27446-7781-1813-502E-DFCF7854D8C6}"/>
              </a:ext>
            </a:extLst>
          </p:cNvPr>
          <p:cNvSpPr txBox="1">
            <a:spLocks/>
          </p:cNvSpPr>
          <p:nvPr/>
        </p:nvSpPr>
        <p:spPr bwMode="auto">
          <a:xfrm>
            <a:off x="587375" y="11323638"/>
            <a:ext cx="23458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LID4096" altLang="LID4096" sz="250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7650" name="AutoShape 2">
            <a:extLst>
              <a:ext uri="{FF2B5EF4-FFF2-40B4-BE49-F238E27FC236}">
                <a16:creationId xmlns:a16="http://schemas.microsoft.com/office/drawing/2014/main" id="{1606308E-09D8-88FD-0721-1D2C332941AC}"/>
              </a:ext>
            </a:extLst>
          </p:cNvPr>
          <p:cNvSpPr>
            <a:spLocks/>
          </p:cNvSpPr>
          <p:nvPr/>
        </p:nvSpPr>
        <p:spPr bwMode="auto">
          <a:xfrm>
            <a:off x="238775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1" name="AutoShape 3">
            <a:extLst>
              <a:ext uri="{FF2B5EF4-FFF2-40B4-BE49-F238E27FC236}">
                <a16:creationId xmlns:a16="http://schemas.microsoft.com/office/drawing/2014/main" id="{F0D369A8-AD0C-6424-0CC4-076C2BB5FD9D}"/>
              </a:ext>
            </a:extLst>
          </p:cNvPr>
          <p:cNvSpPr>
            <a:spLocks/>
          </p:cNvSpPr>
          <p:nvPr/>
        </p:nvSpPr>
        <p:spPr bwMode="auto">
          <a:xfrm>
            <a:off x="233886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2" name="AutoShape 4">
            <a:extLst>
              <a:ext uri="{FF2B5EF4-FFF2-40B4-BE49-F238E27FC236}">
                <a16:creationId xmlns:a16="http://schemas.microsoft.com/office/drawing/2014/main" id="{58E6603D-22E6-56FF-86CE-76B4461E8617}"/>
              </a:ext>
            </a:extLst>
          </p:cNvPr>
          <p:cNvSpPr>
            <a:spLocks/>
          </p:cNvSpPr>
          <p:nvPr/>
        </p:nvSpPr>
        <p:spPr bwMode="auto">
          <a:xfrm>
            <a:off x="228949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3" name="AutoShape 5">
            <a:extLst>
              <a:ext uri="{FF2B5EF4-FFF2-40B4-BE49-F238E27FC236}">
                <a16:creationId xmlns:a16="http://schemas.microsoft.com/office/drawing/2014/main" id="{B2BF4E8E-1F88-78A6-2E5A-CDDD617BF8A5}"/>
              </a:ext>
            </a:extLst>
          </p:cNvPr>
          <p:cNvSpPr>
            <a:spLocks/>
          </p:cNvSpPr>
          <p:nvPr/>
        </p:nvSpPr>
        <p:spPr bwMode="auto">
          <a:xfrm>
            <a:off x="2240597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4" name="AutoShape 6">
            <a:extLst>
              <a:ext uri="{FF2B5EF4-FFF2-40B4-BE49-F238E27FC236}">
                <a16:creationId xmlns:a16="http://schemas.microsoft.com/office/drawing/2014/main" id="{83E0AA16-690F-5014-5131-CEA74B6419BF}"/>
              </a:ext>
            </a:extLst>
          </p:cNvPr>
          <p:cNvSpPr>
            <a:spLocks/>
          </p:cNvSpPr>
          <p:nvPr/>
        </p:nvSpPr>
        <p:spPr bwMode="auto">
          <a:xfrm>
            <a:off x="219170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5" name="AutoShape 7">
            <a:extLst>
              <a:ext uri="{FF2B5EF4-FFF2-40B4-BE49-F238E27FC236}">
                <a16:creationId xmlns:a16="http://schemas.microsoft.com/office/drawing/2014/main" id="{291BCE90-22CA-C42E-D676-A418C77C0B94}"/>
              </a:ext>
            </a:extLst>
          </p:cNvPr>
          <p:cNvSpPr>
            <a:spLocks/>
          </p:cNvSpPr>
          <p:nvPr/>
        </p:nvSpPr>
        <p:spPr bwMode="auto">
          <a:xfrm>
            <a:off x="2142490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6" name="AutoShape 8">
            <a:extLst>
              <a:ext uri="{FF2B5EF4-FFF2-40B4-BE49-F238E27FC236}">
                <a16:creationId xmlns:a16="http://schemas.microsoft.com/office/drawing/2014/main" id="{EC34D0FC-AC7A-A136-B6C1-B9FC7C2701A4}"/>
              </a:ext>
            </a:extLst>
          </p:cNvPr>
          <p:cNvSpPr>
            <a:spLocks/>
          </p:cNvSpPr>
          <p:nvPr/>
        </p:nvSpPr>
        <p:spPr bwMode="auto">
          <a:xfrm>
            <a:off x="2093595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7" name="AutoShape 9">
            <a:extLst>
              <a:ext uri="{FF2B5EF4-FFF2-40B4-BE49-F238E27FC236}">
                <a16:creationId xmlns:a16="http://schemas.microsoft.com/office/drawing/2014/main" id="{8C9F27B6-D1A4-0384-F5B4-D0B219E0F136}"/>
              </a:ext>
            </a:extLst>
          </p:cNvPr>
          <p:cNvSpPr>
            <a:spLocks/>
          </p:cNvSpPr>
          <p:nvPr/>
        </p:nvSpPr>
        <p:spPr bwMode="auto">
          <a:xfrm>
            <a:off x="204422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8" name="AutoShape 10">
            <a:extLst>
              <a:ext uri="{FF2B5EF4-FFF2-40B4-BE49-F238E27FC236}">
                <a16:creationId xmlns:a16="http://schemas.microsoft.com/office/drawing/2014/main" id="{DD0DF4EE-EFF0-26B4-CC51-F01B57A21D9D}"/>
              </a:ext>
            </a:extLst>
          </p:cNvPr>
          <p:cNvSpPr>
            <a:spLocks/>
          </p:cNvSpPr>
          <p:nvPr/>
        </p:nvSpPr>
        <p:spPr bwMode="auto">
          <a:xfrm>
            <a:off x="199532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7659" name="AutoShape 11">
            <a:extLst>
              <a:ext uri="{FF2B5EF4-FFF2-40B4-BE49-F238E27FC236}">
                <a16:creationId xmlns:a16="http://schemas.microsoft.com/office/drawing/2014/main" id="{229AFA7A-EC9E-52B7-2EA3-9C847B9D0BFE}"/>
              </a:ext>
            </a:extLst>
          </p:cNvPr>
          <p:cNvSpPr>
            <a:spLocks/>
          </p:cNvSpPr>
          <p:nvPr/>
        </p:nvSpPr>
        <p:spPr bwMode="auto">
          <a:xfrm>
            <a:off x="194643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pic>
        <p:nvPicPr>
          <p:cNvPr id="27660" name="Picture 12">
            <a:extLst>
              <a:ext uri="{FF2B5EF4-FFF2-40B4-BE49-F238E27FC236}">
                <a16:creationId xmlns:a16="http://schemas.microsoft.com/office/drawing/2014/main" id="{93309AB0-14CE-0D62-E0B5-30E19ED5E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 bwMode="auto">
          <a:xfrm>
            <a:off x="333375" y="230188"/>
            <a:ext cx="19021425" cy="10699750"/>
          </a:xfrm>
          <a:prstGeom prst="rect">
            <a:avLst/>
          </a:prstGeom>
          <a:noFill/>
          <a:ln w="25400" cap="flat" cmpd="sng">
            <a:solidFill>
              <a:srgbClr val="173883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661" name="Picture 13">
            <a:hlinkClick r:id="rId3" action="ppaction://hlinksldjump"/>
            <a:extLst>
              <a:ext uri="{FF2B5EF4-FFF2-40B4-BE49-F238E27FC236}">
                <a16:creationId xmlns:a16="http://schemas.microsoft.com/office/drawing/2014/main" id="{74CB8721-7999-D66F-2D03-0885FAFD4A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575" y="9332913"/>
            <a:ext cx="7826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1" descr="TextBox 31">
            <a:extLst>
              <a:ext uri="{FF2B5EF4-FFF2-40B4-BE49-F238E27FC236}">
                <a16:creationId xmlns:a16="http://schemas.microsoft.com/office/drawing/2014/main" id="{AA16BDAB-F147-0C28-2E20-C4227E785190}"/>
              </a:ext>
            </a:extLst>
          </p:cNvPr>
          <p:cNvSpPr txBox="1">
            <a:spLocks/>
          </p:cNvSpPr>
          <p:nvPr/>
        </p:nvSpPr>
        <p:spPr bwMode="auto">
          <a:xfrm>
            <a:off x="587375" y="11323638"/>
            <a:ext cx="23458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LID4096" altLang="LID4096" sz="250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8674" name="AutoShape 2">
            <a:extLst>
              <a:ext uri="{FF2B5EF4-FFF2-40B4-BE49-F238E27FC236}">
                <a16:creationId xmlns:a16="http://schemas.microsoft.com/office/drawing/2014/main" id="{F84BE551-2193-D20D-D24D-82C72CCCC9C9}"/>
              </a:ext>
            </a:extLst>
          </p:cNvPr>
          <p:cNvSpPr>
            <a:spLocks/>
          </p:cNvSpPr>
          <p:nvPr/>
        </p:nvSpPr>
        <p:spPr bwMode="auto">
          <a:xfrm>
            <a:off x="238775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75" name="AutoShape 3">
            <a:extLst>
              <a:ext uri="{FF2B5EF4-FFF2-40B4-BE49-F238E27FC236}">
                <a16:creationId xmlns:a16="http://schemas.microsoft.com/office/drawing/2014/main" id="{32B58A1E-89AA-CDF7-FC33-EF03DE3F2741}"/>
              </a:ext>
            </a:extLst>
          </p:cNvPr>
          <p:cNvSpPr>
            <a:spLocks/>
          </p:cNvSpPr>
          <p:nvPr/>
        </p:nvSpPr>
        <p:spPr bwMode="auto">
          <a:xfrm>
            <a:off x="233886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76" name="AutoShape 4">
            <a:extLst>
              <a:ext uri="{FF2B5EF4-FFF2-40B4-BE49-F238E27FC236}">
                <a16:creationId xmlns:a16="http://schemas.microsoft.com/office/drawing/2014/main" id="{6465596A-F2C6-EC09-1027-4E9506B70F79}"/>
              </a:ext>
            </a:extLst>
          </p:cNvPr>
          <p:cNvSpPr>
            <a:spLocks/>
          </p:cNvSpPr>
          <p:nvPr/>
        </p:nvSpPr>
        <p:spPr bwMode="auto">
          <a:xfrm>
            <a:off x="228949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77" name="AutoShape 5">
            <a:extLst>
              <a:ext uri="{FF2B5EF4-FFF2-40B4-BE49-F238E27FC236}">
                <a16:creationId xmlns:a16="http://schemas.microsoft.com/office/drawing/2014/main" id="{5122DC59-4A81-5229-0211-26254A6D412E}"/>
              </a:ext>
            </a:extLst>
          </p:cNvPr>
          <p:cNvSpPr>
            <a:spLocks/>
          </p:cNvSpPr>
          <p:nvPr/>
        </p:nvSpPr>
        <p:spPr bwMode="auto">
          <a:xfrm>
            <a:off x="2240597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78" name="AutoShape 6">
            <a:extLst>
              <a:ext uri="{FF2B5EF4-FFF2-40B4-BE49-F238E27FC236}">
                <a16:creationId xmlns:a16="http://schemas.microsoft.com/office/drawing/2014/main" id="{251A0888-429E-0FA7-546D-E6B7C2EF8112}"/>
              </a:ext>
            </a:extLst>
          </p:cNvPr>
          <p:cNvSpPr>
            <a:spLocks/>
          </p:cNvSpPr>
          <p:nvPr/>
        </p:nvSpPr>
        <p:spPr bwMode="auto">
          <a:xfrm>
            <a:off x="219170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79" name="AutoShape 7">
            <a:extLst>
              <a:ext uri="{FF2B5EF4-FFF2-40B4-BE49-F238E27FC236}">
                <a16:creationId xmlns:a16="http://schemas.microsoft.com/office/drawing/2014/main" id="{ED57D085-FE1A-0B6E-0807-5AFC53FE9894}"/>
              </a:ext>
            </a:extLst>
          </p:cNvPr>
          <p:cNvSpPr>
            <a:spLocks/>
          </p:cNvSpPr>
          <p:nvPr/>
        </p:nvSpPr>
        <p:spPr bwMode="auto">
          <a:xfrm>
            <a:off x="2142490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80" name="AutoShape 8">
            <a:extLst>
              <a:ext uri="{FF2B5EF4-FFF2-40B4-BE49-F238E27FC236}">
                <a16:creationId xmlns:a16="http://schemas.microsoft.com/office/drawing/2014/main" id="{4EEA4A20-54D3-1F40-BFDA-0EF4F3F6FDEE}"/>
              </a:ext>
            </a:extLst>
          </p:cNvPr>
          <p:cNvSpPr>
            <a:spLocks/>
          </p:cNvSpPr>
          <p:nvPr/>
        </p:nvSpPr>
        <p:spPr bwMode="auto">
          <a:xfrm>
            <a:off x="2093595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81" name="AutoShape 9">
            <a:extLst>
              <a:ext uri="{FF2B5EF4-FFF2-40B4-BE49-F238E27FC236}">
                <a16:creationId xmlns:a16="http://schemas.microsoft.com/office/drawing/2014/main" id="{80112CDA-26BB-122B-B309-5A2F97AE833D}"/>
              </a:ext>
            </a:extLst>
          </p:cNvPr>
          <p:cNvSpPr>
            <a:spLocks/>
          </p:cNvSpPr>
          <p:nvPr/>
        </p:nvSpPr>
        <p:spPr bwMode="auto">
          <a:xfrm>
            <a:off x="204422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82" name="AutoShape 10">
            <a:extLst>
              <a:ext uri="{FF2B5EF4-FFF2-40B4-BE49-F238E27FC236}">
                <a16:creationId xmlns:a16="http://schemas.microsoft.com/office/drawing/2014/main" id="{DCD7995B-47B0-E8AC-2E62-3EFE2FA8536F}"/>
              </a:ext>
            </a:extLst>
          </p:cNvPr>
          <p:cNvSpPr>
            <a:spLocks/>
          </p:cNvSpPr>
          <p:nvPr/>
        </p:nvSpPr>
        <p:spPr bwMode="auto">
          <a:xfrm>
            <a:off x="199532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8683" name="AutoShape 11">
            <a:extLst>
              <a:ext uri="{FF2B5EF4-FFF2-40B4-BE49-F238E27FC236}">
                <a16:creationId xmlns:a16="http://schemas.microsoft.com/office/drawing/2014/main" id="{541FC64E-6ED4-AD06-595E-A3685432EA17}"/>
              </a:ext>
            </a:extLst>
          </p:cNvPr>
          <p:cNvSpPr>
            <a:spLocks/>
          </p:cNvSpPr>
          <p:nvPr/>
        </p:nvSpPr>
        <p:spPr bwMode="auto">
          <a:xfrm>
            <a:off x="194643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pic>
        <p:nvPicPr>
          <p:cNvPr id="28684" name="Picture 12">
            <a:extLst>
              <a:ext uri="{FF2B5EF4-FFF2-40B4-BE49-F238E27FC236}">
                <a16:creationId xmlns:a16="http://schemas.microsoft.com/office/drawing/2014/main" id="{FB2EBDA0-D2E1-A6A8-1E54-2236D9D0A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 bwMode="auto">
          <a:xfrm>
            <a:off x="333375" y="230188"/>
            <a:ext cx="19021425" cy="10699750"/>
          </a:xfrm>
          <a:prstGeom prst="rect">
            <a:avLst/>
          </a:prstGeom>
          <a:noFill/>
          <a:ln w="25400" cap="flat" cmpd="sng">
            <a:solidFill>
              <a:srgbClr val="173883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685" name="Picture 13">
            <a:hlinkClick r:id="rId3" action="ppaction://hlinksldjump"/>
            <a:extLst>
              <a:ext uri="{FF2B5EF4-FFF2-40B4-BE49-F238E27FC236}">
                <a16:creationId xmlns:a16="http://schemas.microsoft.com/office/drawing/2014/main" id="{DAE5C86F-B5BE-2250-17BC-B79DEF5A62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575" y="9332913"/>
            <a:ext cx="7826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1" descr="TextBox 31">
            <a:extLst>
              <a:ext uri="{FF2B5EF4-FFF2-40B4-BE49-F238E27FC236}">
                <a16:creationId xmlns:a16="http://schemas.microsoft.com/office/drawing/2014/main" id="{7B7CCEBE-5144-C0D8-E790-39312CB40F50}"/>
              </a:ext>
            </a:extLst>
          </p:cNvPr>
          <p:cNvSpPr txBox="1">
            <a:spLocks/>
          </p:cNvSpPr>
          <p:nvPr/>
        </p:nvSpPr>
        <p:spPr bwMode="auto">
          <a:xfrm>
            <a:off x="587375" y="11323638"/>
            <a:ext cx="23458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LID4096" altLang="LID4096" sz="250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9698" name="AutoShape 2">
            <a:extLst>
              <a:ext uri="{FF2B5EF4-FFF2-40B4-BE49-F238E27FC236}">
                <a16:creationId xmlns:a16="http://schemas.microsoft.com/office/drawing/2014/main" id="{F492E0E0-502A-24C8-DD3E-512EF342E547}"/>
              </a:ext>
            </a:extLst>
          </p:cNvPr>
          <p:cNvSpPr>
            <a:spLocks/>
          </p:cNvSpPr>
          <p:nvPr/>
        </p:nvSpPr>
        <p:spPr bwMode="auto">
          <a:xfrm>
            <a:off x="238775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699" name="AutoShape 3">
            <a:extLst>
              <a:ext uri="{FF2B5EF4-FFF2-40B4-BE49-F238E27FC236}">
                <a16:creationId xmlns:a16="http://schemas.microsoft.com/office/drawing/2014/main" id="{32B36BF3-44D5-C9F5-24EE-4726F7E90DE2}"/>
              </a:ext>
            </a:extLst>
          </p:cNvPr>
          <p:cNvSpPr>
            <a:spLocks/>
          </p:cNvSpPr>
          <p:nvPr/>
        </p:nvSpPr>
        <p:spPr bwMode="auto">
          <a:xfrm>
            <a:off x="233886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0" name="AutoShape 4">
            <a:extLst>
              <a:ext uri="{FF2B5EF4-FFF2-40B4-BE49-F238E27FC236}">
                <a16:creationId xmlns:a16="http://schemas.microsoft.com/office/drawing/2014/main" id="{F8CD77D9-419B-E782-03F0-45E260BA82A2}"/>
              </a:ext>
            </a:extLst>
          </p:cNvPr>
          <p:cNvSpPr>
            <a:spLocks/>
          </p:cNvSpPr>
          <p:nvPr/>
        </p:nvSpPr>
        <p:spPr bwMode="auto">
          <a:xfrm>
            <a:off x="228949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1" name="AutoShape 5">
            <a:extLst>
              <a:ext uri="{FF2B5EF4-FFF2-40B4-BE49-F238E27FC236}">
                <a16:creationId xmlns:a16="http://schemas.microsoft.com/office/drawing/2014/main" id="{DD1E49E6-7040-CD30-3EBC-1440296A47D5}"/>
              </a:ext>
            </a:extLst>
          </p:cNvPr>
          <p:cNvSpPr>
            <a:spLocks/>
          </p:cNvSpPr>
          <p:nvPr/>
        </p:nvSpPr>
        <p:spPr bwMode="auto">
          <a:xfrm>
            <a:off x="2240597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2" name="AutoShape 6">
            <a:extLst>
              <a:ext uri="{FF2B5EF4-FFF2-40B4-BE49-F238E27FC236}">
                <a16:creationId xmlns:a16="http://schemas.microsoft.com/office/drawing/2014/main" id="{131C2CA5-D224-B471-13AC-D2CA96FA4B2C}"/>
              </a:ext>
            </a:extLst>
          </p:cNvPr>
          <p:cNvSpPr>
            <a:spLocks/>
          </p:cNvSpPr>
          <p:nvPr/>
        </p:nvSpPr>
        <p:spPr bwMode="auto">
          <a:xfrm>
            <a:off x="219170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3" name="AutoShape 7">
            <a:extLst>
              <a:ext uri="{FF2B5EF4-FFF2-40B4-BE49-F238E27FC236}">
                <a16:creationId xmlns:a16="http://schemas.microsoft.com/office/drawing/2014/main" id="{C5E4049F-49CC-E1D5-D976-DBDAEEF10C9D}"/>
              </a:ext>
            </a:extLst>
          </p:cNvPr>
          <p:cNvSpPr>
            <a:spLocks/>
          </p:cNvSpPr>
          <p:nvPr/>
        </p:nvSpPr>
        <p:spPr bwMode="auto">
          <a:xfrm>
            <a:off x="2142490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4" name="AutoShape 8">
            <a:extLst>
              <a:ext uri="{FF2B5EF4-FFF2-40B4-BE49-F238E27FC236}">
                <a16:creationId xmlns:a16="http://schemas.microsoft.com/office/drawing/2014/main" id="{F418A44D-8029-7011-3CAF-55080AB79B24}"/>
              </a:ext>
            </a:extLst>
          </p:cNvPr>
          <p:cNvSpPr>
            <a:spLocks/>
          </p:cNvSpPr>
          <p:nvPr/>
        </p:nvSpPr>
        <p:spPr bwMode="auto">
          <a:xfrm>
            <a:off x="2093595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5" name="AutoShape 9">
            <a:extLst>
              <a:ext uri="{FF2B5EF4-FFF2-40B4-BE49-F238E27FC236}">
                <a16:creationId xmlns:a16="http://schemas.microsoft.com/office/drawing/2014/main" id="{14EC06B8-3D23-2468-ABB6-C7FD7AD575D9}"/>
              </a:ext>
            </a:extLst>
          </p:cNvPr>
          <p:cNvSpPr>
            <a:spLocks/>
          </p:cNvSpPr>
          <p:nvPr/>
        </p:nvSpPr>
        <p:spPr bwMode="auto">
          <a:xfrm>
            <a:off x="204422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6" name="AutoShape 10">
            <a:extLst>
              <a:ext uri="{FF2B5EF4-FFF2-40B4-BE49-F238E27FC236}">
                <a16:creationId xmlns:a16="http://schemas.microsoft.com/office/drawing/2014/main" id="{B603A857-035D-413C-D3DB-5A39C8B0E748}"/>
              </a:ext>
            </a:extLst>
          </p:cNvPr>
          <p:cNvSpPr>
            <a:spLocks/>
          </p:cNvSpPr>
          <p:nvPr/>
        </p:nvSpPr>
        <p:spPr bwMode="auto">
          <a:xfrm>
            <a:off x="199532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29707" name="AutoShape 11">
            <a:extLst>
              <a:ext uri="{FF2B5EF4-FFF2-40B4-BE49-F238E27FC236}">
                <a16:creationId xmlns:a16="http://schemas.microsoft.com/office/drawing/2014/main" id="{D2783CF6-EF7C-EE85-7CBA-CDFF187D5C57}"/>
              </a:ext>
            </a:extLst>
          </p:cNvPr>
          <p:cNvSpPr>
            <a:spLocks/>
          </p:cNvSpPr>
          <p:nvPr/>
        </p:nvSpPr>
        <p:spPr bwMode="auto">
          <a:xfrm>
            <a:off x="194643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pic>
        <p:nvPicPr>
          <p:cNvPr id="29708" name="Picture 12">
            <a:extLst>
              <a:ext uri="{FF2B5EF4-FFF2-40B4-BE49-F238E27FC236}">
                <a16:creationId xmlns:a16="http://schemas.microsoft.com/office/drawing/2014/main" id="{29EB9165-4709-F394-249C-B20A80357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 bwMode="auto">
          <a:xfrm>
            <a:off x="333375" y="230188"/>
            <a:ext cx="19021425" cy="10699750"/>
          </a:xfrm>
          <a:prstGeom prst="rect">
            <a:avLst/>
          </a:prstGeom>
          <a:noFill/>
          <a:ln w="25400" cap="flat" cmpd="sng">
            <a:solidFill>
              <a:srgbClr val="173883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709" name="Picture 13">
            <a:hlinkClick r:id="rId3" action="ppaction://hlinksldjump"/>
            <a:extLst>
              <a:ext uri="{FF2B5EF4-FFF2-40B4-BE49-F238E27FC236}">
                <a16:creationId xmlns:a16="http://schemas.microsoft.com/office/drawing/2014/main" id="{D70CE2B0-CE78-561A-155E-30432B1635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575" y="9332913"/>
            <a:ext cx="7826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1" descr="TextBox 31">
            <a:extLst>
              <a:ext uri="{FF2B5EF4-FFF2-40B4-BE49-F238E27FC236}">
                <a16:creationId xmlns:a16="http://schemas.microsoft.com/office/drawing/2014/main" id="{D78CA06E-C357-EEAC-9A7E-82B3F7DD161D}"/>
              </a:ext>
            </a:extLst>
          </p:cNvPr>
          <p:cNvSpPr txBox="1">
            <a:spLocks/>
          </p:cNvSpPr>
          <p:nvPr/>
        </p:nvSpPr>
        <p:spPr bwMode="auto">
          <a:xfrm>
            <a:off x="587375" y="11323638"/>
            <a:ext cx="23458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LID4096" altLang="LID4096" sz="250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0722" name="AutoShape 2">
            <a:extLst>
              <a:ext uri="{FF2B5EF4-FFF2-40B4-BE49-F238E27FC236}">
                <a16:creationId xmlns:a16="http://schemas.microsoft.com/office/drawing/2014/main" id="{20418FFE-97CC-24E0-C981-0DE080AA0EF0}"/>
              </a:ext>
            </a:extLst>
          </p:cNvPr>
          <p:cNvSpPr>
            <a:spLocks/>
          </p:cNvSpPr>
          <p:nvPr/>
        </p:nvSpPr>
        <p:spPr bwMode="auto">
          <a:xfrm>
            <a:off x="238775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0723" name="AutoShape 3">
            <a:extLst>
              <a:ext uri="{FF2B5EF4-FFF2-40B4-BE49-F238E27FC236}">
                <a16:creationId xmlns:a16="http://schemas.microsoft.com/office/drawing/2014/main" id="{FA74CE6B-6D9C-8A4F-455C-073082E8E400}"/>
              </a:ext>
            </a:extLst>
          </p:cNvPr>
          <p:cNvSpPr>
            <a:spLocks/>
          </p:cNvSpPr>
          <p:nvPr/>
        </p:nvSpPr>
        <p:spPr bwMode="auto">
          <a:xfrm>
            <a:off x="233886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0724" name="AutoShape 4">
            <a:extLst>
              <a:ext uri="{FF2B5EF4-FFF2-40B4-BE49-F238E27FC236}">
                <a16:creationId xmlns:a16="http://schemas.microsoft.com/office/drawing/2014/main" id="{69DA1B00-E4BD-9D02-71C1-0427FA758145}"/>
              </a:ext>
            </a:extLst>
          </p:cNvPr>
          <p:cNvSpPr>
            <a:spLocks/>
          </p:cNvSpPr>
          <p:nvPr/>
        </p:nvSpPr>
        <p:spPr bwMode="auto">
          <a:xfrm>
            <a:off x="228949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0725" name="AutoShape 5">
            <a:extLst>
              <a:ext uri="{FF2B5EF4-FFF2-40B4-BE49-F238E27FC236}">
                <a16:creationId xmlns:a16="http://schemas.microsoft.com/office/drawing/2014/main" id="{B71474ED-F654-BE31-C4F7-9192CDEFF3B4}"/>
              </a:ext>
            </a:extLst>
          </p:cNvPr>
          <p:cNvSpPr>
            <a:spLocks/>
          </p:cNvSpPr>
          <p:nvPr/>
        </p:nvSpPr>
        <p:spPr bwMode="auto">
          <a:xfrm>
            <a:off x="2240597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0726" name="AutoShape 6">
            <a:extLst>
              <a:ext uri="{FF2B5EF4-FFF2-40B4-BE49-F238E27FC236}">
                <a16:creationId xmlns:a16="http://schemas.microsoft.com/office/drawing/2014/main" id="{FF00486C-7DB6-D717-DC3D-2DCA9516F5B8}"/>
              </a:ext>
            </a:extLst>
          </p:cNvPr>
          <p:cNvSpPr>
            <a:spLocks/>
          </p:cNvSpPr>
          <p:nvPr/>
        </p:nvSpPr>
        <p:spPr bwMode="auto">
          <a:xfrm>
            <a:off x="219170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0727" name="AutoShape 7">
            <a:extLst>
              <a:ext uri="{FF2B5EF4-FFF2-40B4-BE49-F238E27FC236}">
                <a16:creationId xmlns:a16="http://schemas.microsoft.com/office/drawing/2014/main" id="{BEB1082F-6E05-B370-EDA3-47097020D50B}"/>
              </a:ext>
            </a:extLst>
          </p:cNvPr>
          <p:cNvSpPr>
            <a:spLocks/>
          </p:cNvSpPr>
          <p:nvPr/>
        </p:nvSpPr>
        <p:spPr bwMode="auto">
          <a:xfrm>
            <a:off x="2142490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0728" name="AutoShape 8">
            <a:extLst>
              <a:ext uri="{FF2B5EF4-FFF2-40B4-BE49-F238E27FC236}">
                <a16:creationId xmlns:a16="http://schemas.microsoft.com/office/drawing/2014/main" id="{F60C755F-DD82-4E93-D07F-CE3227DF93B6}"/>
              </a:ext>
            </a:extLst>
          </p:cNvPr>
          <p:cNvSpPr>
            <a:spLocks/>
          </p:cNvSpPr>
          <p:nvPr/>
        </p:nvSpPr>
        <p:spPr bwMode="auto">
          <a:xfrm>
            <a:off x="2093595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0729" name="AutoShape 9">
            <a:extLst>
              <a:ext uri="{FF2B5EF4-FFF2-40B4-BE49-F238E27FC236}">
                <a16:creationId xmlns:a16="http://schemas.microsoft.com/office/drawing/2014/main" id="{D2E24CE1-D077-EA6E-64EA-0FECBA0D0099}"/>
              </a:ext>
            </a:extLst>
          </p:cNvPr>
          <p:cNvSpPr>
            <a:spLocks/>
          </p:cNvSpPr>
          <p:nvPr/>
        </p:nvSpPr>
        <p:spPr bwMode="auto">
          <a:xfrm>
            <a:off x="204422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0730" name="AutoShape 10">
            <a:extLst>
              <a:ext uri="{FF2B5EF4-FFF2-40B4-BE49-F238E27FC236}">
                <a16:creationId xmlns:a16="http://schemas.microsoft.com/office/drawing/2014/main" id="{9335B3B1-810B-229D-9430-6A8D62E3113A}"/>
              </a:ext>
            </a:extLst>
          </p:cNvPr>
          <p:cNvSpPr>
            <a:spLocks/>
          </p:cNvSpPr>
          <p:nvPr/>
        </p:nvSpPr>
        <p:spPr bwMode="auto">
          <a:xfrm>
            <a:off x="199532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0731" name="AutoShape 11">
            <a:extLst>
              <a:ext uri="{FF2B5EF4-FFF2-40B4-BE49-F238E27FC236}">
                <a16:creationId xmlns:a16="http://schemas.microsoft.com/office/drawing/2014/main" id="{2E8E2713-7EED-12D9-D1A4-27670C5F0445}"/>
              </a:ext>
            </a:extLst>
          </p:cNvPr>
          <p:cNvSpPr>
            <a:spLocks/>
          </p:cNvSpPr>
          <p:nvPr/>
        </p:nvSpPr>
        <p:spPr bwMode="auto">
          <a:xfrm>
            <a:off x="194643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pic>
        <p:nvPicPr>
          <p:cNvPr id="30732" name="Picture 12">
            <a:extLst>
              <a:ext uri="{FF2B5EF4-FFF2-40B4-BE49-F238E27FC236}">
                <a16:creationId xmlns:a16="http://schemas.microsoft.com/office/drawing/2014/main" id="{7C6FF9E6-2DEF-9BCB-CE44-9CC45E526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 bwMode="auto">
          <a:xfrm>
            <a:off x="333375" y="230188"/>
            <a:ext cx="19021425" cy="10699750"/>
          </a:xfrm>
          <a:prstGeom prst="rect">
            <a:avLst/>
          </a:prstGeom>
          <a:noFill/>
          <a:ln w="25400" cap="flat" cmpd="sng">
            <a:solidFill>
              <a:srgbClr val="173883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33" name="Picture 13">
            <a:hlinkClick r:id="rId3" action="ppaction://hlinksldjump"/>
            <a:extLst>
              <a:ext uri="{FF2B5EF4-FFF2-40B4-BE49-F238E27FC236}">
                <a16:creationId xmlns:a16="http://schemas.microsoft.com/office/drawing/2014/main" id="{6F408E99-C13D-684B-2C64-B9386E2D32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575" y="9332913"/>
            <a:ext cx="7826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1" descr="TextBox 31">
            <a:extLst>
              <a:ext uri="{FF2B5EF4-FFF2-40B4-BE49-F238E27FC236}">
                <a16:creationId xmlns:a16="http://schemas.microsoft.com/office/drawing/2014/main" id="{0C08570A-3C8E-533F-FA6B-8B3CA29C858F}"/>
              </a:ext>
            </a:extLst>
          </p:cNvPr>
          <p:cNvSpPr txBox="1">
            <a:spLocks/>
          </p:cNvSpPr>
          <p:nvPr/>
        </p:nvSpPr>
        <p:spPr bwMode="auto">
          <a:xfrm>
            <a:off x="587375" y="11323638"/>
            <a:ext cx="234584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85875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85875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lvl="1" indent="0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LID4096" altLang="LID4096" sz="2500">
              <a:latin typeface="Century Gothic" panose="020B0502020202020204" pitchFamily="34" charset="0"/>
              <a:ea typeface="Century Gothic" panose="020B0502020202020204" pitchFamily="34" charset="0"/>
              <a:cs typeface="Century Gothic" panose="020B0502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31746" name="AutoShape 2">
            <a:extLst>
              <a:ext uri="{FF2B5EF4-FFF2-40B4-BE49-F238E27FC236}">
                <a16:creationId xmlns:a16="http://schemas.microsoft.com/office/drawing/2014/main" id="{BD776204-7BD8-1C49-358C-477A7DB2EEAB}"/>
              </a:ext>
            </a:extLst>
          </p:cNvPr>
          <p:cNvSpPr>
            <a:spLocks/>
          </p:cNvSpPr>
          <p:nvPr/>
        </p:nvSpPr>
        <p:spPr bwMode="auto">
          <a:xfrm>
            <a:off x="238775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1747" name="AutoShape 3">
            <a:extLst>
              <a:ext uri="{FF2B5EF4-FFF2-40B4-BE49-F238E27FC236}">
                <a16:creationId xmlns:a16="http://schemas.microsoft.com/office/drawing/2014/main" id="{D45AE7EC-58FA-5D3A-BCB4-33BE4246CAE7}"/>
              </a:ext>
            </a:extLst>
          </p:cNvPr>
          <p:cNvSpPr>
            <a:spLocks/>
          </p:cNvSpPr>
          <p:nvPr/>
        </p:nvSpPr>
        <p:spPr bwMode="auto">
          <a:xfrm>
            <a:off x="233886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1748" name="AutoShape 4">
            <a:extLst>
              <a:ext uri="{FF2B5EF4-FFF2-40B4-BE49-F238E27FC236}">
                <a16:creationId xmlns:a16="http://schemas.microsoft.com/office/drawing/2014/main" id="{CB614925-E56A-0B5B-B1D6-D1CF3E25B481}"/>
              </a:ext>
            </a:extLst>
          </p:cNvPr>
          <p:cNvSpPr>
            <a:spLocks/>
          </p:cNvSpPr>
          <p:nvPr/>
        </p:nvSpPr>
        <p:spPr bwMode="auto">
          <a:xfrm>
            <a:off x="228949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1749" name="AutoShape 5">
            <a:extLst>
              <a:ext uri="{FF2B5EF4-FFF2-40B4-BE49-F238E27FC236}">
                <a16:creationId xmlns:a16="http://schemas.microsoft.com/office/drawing/2014/main" id="{407760D6-B382-4B51-65E4-225E4D62139F}"/>
              </a:ext>
            </a:extLst>
          </p:cNvPr>
          <p:cNvSpPr>
            <a:spLocks/>
          </p:cNvSpPr>
          <p:nvPr/>
        </p:nvSpPr>
        <p:spPr bwMode="auto">
          <a:xfrm>
            <a:off x="2240597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1750" name="AutoShape 6">
            <a:extLst>
              <a:ext uri="{FF2B5EF4-FFF2-40B4-BE49-F238E27FC236}">
                <a16:creationId xmlns:a16="http://schemas.microsoft.com/office/drawing/2014/main" id="{6E534FE5-DB93-4C10-9967-B0CC1863783F}"/>
              </a:ext>
            </a:extLst>
          </p:cNvPr>
          <p:cNvSpPr>
            <a:spLocks/>
          </p:cNvSpPr>
          <p:nvPr/>
        </p:nvSpPr>
        <p:spPr bwMode="auto">
          <a:xfrm>
            <a:off x="21917025" y="10494963"/>
            <a:ext cx="401638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1751" name="AutoShape 7">
            <a:extLst>
              <a:ext uri="{FF2B5EF4-FFF2-40B4-BE49-F238E27FC236}">
                <a16:creationId xmlns:a16="http://schemas.microsoft.com/office/drawing/2014/main" id="{77F68A2C-9197-4851-87DE-4D0C5021DDA1}"/>
              </a:ext>
            </a:extLst>
          </p:cNvPr>
          <p:cNvSpPr>
            <a:spLocks/>
          </p:cNvSpPr>
          <p:nvPr/>
        </p:nvSpPr>
        <p:spPr bwMode="auto">
          <a:xfrm>
            <a:off x="2142490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1752" name="AutoShape 8">
            <a:extLst>
              <a:ext uri="{FF2B5EF4-FFF2-40B4-BE49-F238E27FC236}">
                <a16:creationId xmlns:a16="http://schemas.microsoft.com/office/drawing/2014/main" id="{FDE433AB-AB5C-15F7-974E-D8692940A79A}"/>
              </a:ext>
            </a:extLst>
          </p:cNvPr>
          <p:cNvSpPr>
            <a:spLocks/>
          </p:cNvSpPr>
          <p:nvPr/>
        </p:nvSpPr>
        <p:spPr bwMode="auto">
          <a:xfrm>
            <a:off x="20935950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1753" name="AutoShape 9">
            <a:extLst>
              <a:ext uri="{FF2B5EF4-FFF2-40B4-BE49-F238E27FC236}">
                <a16:creationId xmlns:a16="http://schemas.microsoft.com/office/drawing/2014/main" id="{8DD7B771-9BD4-FA97-4C5C-BF908C2DB95D}"/>
              </a:ext>
            </a:extLst>
          </p:cNvPr>
          <p:cNvSpPr>
            <a:spLocks/>
          </p:cNvSpPr>
          <p:nvPr/>
        </p:nvSpPr>
        <p:spPr bwMode="auto">
          <a:xfrm>
            <a:off x="204422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1754" name="AutoShape 10">
            <a:extLst>
              <a:ext uri="{FF2B5EF4-FFF2-40B4-BE49-F238E27FC236}">
                <a16:creationId xmlns:a16="http://schemas.microsoft.com/office/drawing/2014/main" id="{01AF7593-BBED-A247-E1E6-C3A1F1E90B37}"/>
              </a:ext>
            </a:extLst>
          </p:cNvPr>
          <p:cNvSpPr>
            <a:spLocks/>
          </p:cNvSpPr>
          <p:nvPr/>
        </p:nvSpPr>
        <p:spPr bwMode="auto">
          <a:xfrm>
            <a:off x="1995328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31755" name="AutoShape 11">
            <a:extLst>
              <a:ext uri="{FF2B5EF4-FFF2-40B4-BE49-F238E27FC236}">
                <a16:creationId xmlns:a16="http://schemas.microsoft.com/office/drawing/2014/main" id="{8A68C615-448E-70DC-E247-969B43DB736B}"/>
              </a:ext>
            </a:extLst>
          </p:cNvPr>
          <p:cNvSpPr>
            <a:spLocks/>
          </p:cNvSpPr>
          <p:nvPr/>
        </p:nvSpPr>
        <p:spPr bwMode="auto">
          <a:xfrm>
            <a:off x="19464338" y="10494963"/>
            <a:ext cx="400050" cy="3810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0" y="0"/>
                </a:moveTo>
                <a:lnTo>
                  <a:pt x="14153" y="7087"/>
                </a:lnTo>
                <a:lnTo>
                  <a:pt x="21600" y="8250"/>
                </a:lnTo>
                <a:lnTo>
                  <a:pt x="16226" y="13794"/>
                </a:lnTo>
                <a:lnTo>
                  <a:pt x="17475" y="21600"/>
                </a:lnTo>
                <a:lnTo>
                  <a:pt x="10800" y="17939"/>
                </a:lnTo>
                <a:lnTo>
                  <a:pt x="4125" y="21600"/>
                </a:lnTo>
                <a:lnTo>
                  <a:pt x="5374" y="13794"/>
                </a:lnTo>
                <a:lnTo>
                  <a:pt x="0" y="8250"/>
                </a:lnTo>
                <a:lnTo>
                  <a:pt x="7447" y="7087"/>
                </a:lnTo>
                <a:close/>
              </a:path>
            </a:pathLst>
          </a:cu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pic>
        <p:nvPicPr>
          <p:cNvPr id="31756" name="Picture 12">
            <a:extLst>
              <a:ext uri="{FF2B5EF4-FFF2-40B4-BE49-F238E27FC236}">
                <a16:creationId xmlns:a16="http://schemas.microsoft.com/office/drawing/2014/main" id="{5097A4B9-5A05-6629-2CB1-C6DE10B0D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 b="58"/>
          <a:stretch>
            <a:fillRect/>
          </a:stretch>
        </p:blipFill>
        <p:spPr bwMode="auto">
          <a:xfrm>
            <a:off x="333375" y="230188"/>
            <a:ext cx="19021425" cy="10699750"/>
          </a:xfrm>
          <a:prstGeom prst="rect">
            <a:avLst/>
          </a:prstGeom>
          <a:noFill/>
          <a:ln w="25400" cap="flat" cmpd="sng">
            <a:solidFill>
              <a:srgbClr val="173883"/>
            </a:solidFill>
            <a:prstDash val="solid"/>
            <a:miter lim="4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757" name="Picture 13">
            <a:hlinkClick r:id="rId3" action="ppaction://hlinksldjump"/>
            <a:extLst>
              <a:ext uri="{FF2B5EF4-FFF2-40B4-BE49-F238E27FC236}">
                <a16:creationId xmlns:a16="http://schemas.microsoft.com/office/drawing/2014/main" id="{D8185EA0-C434-F65B-6E23-A154028041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575" y="9332913"/>
            <a:ext cx="78263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1" descr="TextBox 28">
            <a:extLst>
              <a:ext uri="{FF2B5EF4-FFF2-40B4-BE49-F238E27FC236}">
                <a16:creationId xmlns:a16="http://schemas.microsoft.com/office/drawing/2014/main" id="{1295A8E6-903F-F7CF-CD3C-DD1E3E57BACD}"/>
              </a:ext>
            </a:extLst>
          </p:cNvPr>
          <p:cNvSpPr txBox="1">
            <a:spLocks/>
          </p:cNvSpPr>
          <p:nvPr/>
        </p:nvSpPr>
        <p:spPr bwMode="auto">
          <a:xfrm>
            <a:off x="15306675" y="8777288"/>
            <a:ext cx="1947863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457200"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45720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endParaRPr lang="LID4096" altLang="LID4096" sz="6400">
              <a:solidFill>
                <a:srgbClr val="2769C3"/>
              </a:solidFill>
              <a:latin typeface="Avenir Next Regular" charset="0"/>
              <a:ea typeface="Avenir Next Regular" charset="0"/>
              <a:cs typeface="Avenir Next Regular" charset="0"/>
              <a:sym typeface="Avenir Next Regular" charset="0"/>
            </a:endParaRPr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21_Basic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1_BasicWhite - Combinatiespel (NL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Combinatiespel (NL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1_BasicWhite - Achtergrond kopie 2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Achtergrond kopie 2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1_BasicWhite - Flair (NL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Flair (NL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21_BasicWhite - Duelkracht (NL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Duelkracht (NL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21_BasicWhite - Doorzettingsvermogen (NL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Doorzettingsvermogen (NL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21_BasicWhite - Achtergrond kopi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Achtergrond kopi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21_BasicWhite - 7 vakjes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7 vakjes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21_BasicWhite - Leeg kopie 5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Leeg kopie 5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21_BasicWhite - Doelgerichtheid (NL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Doelgerichtheid (NL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21_BasicWhite - Positie kiezen (A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Positie kiezen (A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2.xml><?xml version="1.0" encoding="utf-8"?>
<a:theme xmlns:a="http://schemas.openxmlformats.org/drawingml/2006/main" name="21_BasicWhite - Offensief Koppen (NL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Offensief Koppen (NL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3.xml><?xml version="1.0" encoding="utf-8"?>
<a:theme xmlns:a="http://schemas.openxmlformats.org/drawingml/2006/main" name="21_BasicWhite - (NL)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(NL)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4.xml><?xml version="1.0" encoding="utf-8"?>
<a:theme xmlns:a="http://schemas.openxmlformats.org/drawingml/2006/main" name="21_BasicWhite - Leeg kopie 7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Leeg kopie 7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5.xml><?xml version="1.0" encoding="utf-8"?>
<a:theme xmlns:a="http://schemas.openxmlformats.org/drawingml/2006/main" name="21_BasicWhite - Leeg kopie 6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Leeg kopie 6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6.xml><?xml version="1.0" encoding="utf-8"?>
<a:theme xmlns:a="http://schemas.openxmlformats.org/drawingml/2006/main" name="21_BasicWhite - Leeg kopie 4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21_BasicWhite - Leeg kopie 4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l" defTabSz="2436813" rtl="0" eaLnBrk="1" fontAlgn="base" latinLnBrk="0" hangingPunct="0">
          <a:lnSpc>
            <a:spcPct val="90000"/>
          </a:lnSpc>
          <a:spcBef>
            <a:spcPts val="4500"/>
          </a:spcBef>
          <a:spcAft>
            <a:spcPct val="0"/>
          </a:spcAft>
          <a:buClrTx/>
          <a:buSzTx/>
          <a:buFontTx/>
          <a:buNone/>
          <a:tabLst/>
          <a:defRPr kumimoji="0" lang="LID4096" altLang="LID4096" sz="4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Microsoft Office PowerPoint</Application>
  <PresentationFormat>Custom</PresentationFormat>
  <Paragraphs>202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16</vt:i4>
      </vt:variant>
      <vt:variant>
        <vt:lpstr>Slide Titles</vt:lpstr>
      </vt:variant>
      <vt:variant>
        <vt:i4>15</vt:i4>
      </vt:variant>
    </vt:vector>
  </HeadingPairs>
  <TitlesOfParts>
    <vt:vector size="49" baseType="lpstr">
      <vt:lpstr>Helvetica Neue</vt:lpstr>
      <vt:lpstr>Helvetica Light</vt:lpstr>
      <vt:lpstr>Helvetica Neue Medium</vt:lpstr>
      <vt:lpstr>Avenir Next Regular</vt:lpstr>
      <vt:lpstr>Futura Condensed</vt:lpstr>
      <vt:lpstr>Calibri</vt:lpstr>
      <vt:lpstr>Century Gothic</vt:lpstr>
      <vt:lpstr>Gill Sans Light</vt:lpstr>
      <vt:lpstr>Arial</vt:lpstr>
      <vt:lpstr>Gill Sans</vt:lpstr>
      <vt:lpstr>Avenir Next Condensed Regular</vt:lpstr>
      <vt:lpstr>Cabin</vt:lpstr>
      <vt:lpstr>Aptos</vt:lpstr>
      <vt:lpstr>Cabin Bold</vt:lpstr>
      <vt:lpstr>Cabin Medium</vt:lpstr>
      <vt:lpstr>Helvetica</vt:lpstr>
      <vt:lpstr>+mn-lt</vt:lpstr>
      <vt:lpstr>+mn-ea</vt:lpstr>
      <vt:lpstr>21_BasicWhite</vt:lpstr>
      <vt:lpstr>21_BasicWhite - Combinatiespel (NL)</vt:lpstr>
      <vt:lpstr>21_BasicWhite - Achtergrond kopie 2</vt:lpstr>
      <vt:lpstr>21_BasicWhite - Flair (NL)</vt:lpstr>
      <vt:lpstr>21_BasicWhite - Duelkracht (NL)</vt:lpstr>
      <vt:lpstr>21_BasicWhite - Doorzettingsvermogen (NL)</vt:lpstr>
      <vt:lpstr>21_BasicWhite - Achtergrond kopie</vt:lpstr>
      <vt:lpstr>21_BasicWhite - 7 vakjes</vt:lpstr>
      <vt:lpstr>21_BasicWhite - Leeg kopie 5</vt:lpstr>
      <vt:lpstr>21_BasicWhite - Doelgerichtheid (NL)</vt:lpstr>
      <vt:lpstr>21_BasicWhite - Positie kiezen (A)</vt:lpstr>
      <vt:lpstr>21_BasicWhite - Offensief Koppen (NL)</vt:lpstr>
      <vt:lpstr>21_BasicWhite - (NL)</vt:lpstr>
      <vt:lpstr>21_BasicWhite - Leeg kopie 7</vt:lpstr>
      <vt:lpstr>21_BasicWhite - Leeg kopie 6</vt:lpstr>
      <vt:lpstr>21_BasicWhite - Leeg kopie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roeland kramer</cp:lastModifiedBy>
  <cp:revision>1</cp:revision>
  <dcterms:modified xsi:type="dcterms:W3CDTF">2026-04-01T12:04:11Z</dcterms:modified>
</cp:coreProperties>
</file>