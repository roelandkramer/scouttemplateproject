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media/image1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33" name="Shape 103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Relationship Id="rId3" Type="http://schemas.openxmlformats.org/officeDocument/2006/relationships/image" Target="../media/image4.png"/><Relationship Id="rId4" Type="http://schemas.openxmlformats.org/officeDocument/2006/relationships/image" Target="../media/image1.tif"/></Relationships>
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Rectangle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" name="Line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" name="Line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5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6" name="Rectangle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38" name="Rectangle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" name="Rectangle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2" name="Group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40" name="Rounded Rectangle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1" name="Image" descr="Image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43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Line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57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58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59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60" name="Line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9" name="Rectangle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" name="Line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" name="Line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7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73" name="Rectangle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VOETBAL</a:t>
            </a:r>
          </a:p>
        </p:txBody>
      </p:sp>
      <p:sp>
        <p:nvSpPr>
          <p:cNvPr id="75" name="Rectangle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" name="Rectangle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79" name="Group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77" name="Rounded Rectangle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78" name="Image" descr="Image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Line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BEHOEFTEN</a:t>
            </a:r>
          </a:p>
        </p:txBody>
      </p:sp>
      <p:sp>
        <p:nvSpPr>
          <p:cNvPr id="9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VOORKEUR</a:t>
            </a:r>
          </a:p>
        </p:txBody>
      </p:sp>
      <p:sp>
        <p:nvSpPr>
          <p:cNvPr id="9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FYSIEK</a:t>
            </a:r>
          </a:p>
        </p:txBody>
      </p:sp>
      <p:sp>
        <p:nvSpPr>
          <p:cNvPr id="9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PERSOONLIJKHEID</a:t>
            </a:r>
          </a:p>
        </p:txBody>
      </p:sp>
      <p:sp>
        <p:nvSpPr>
          <p:cNvPr id="97" name="Line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lide Numb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7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Rectangle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Rectangle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Rectangle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Rectangle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Rectangle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Rectangle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Rectangle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36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37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38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39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40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41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42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Rectangle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Rectangle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Rectangle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Rectangle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Rectangle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Rectangle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Rectangle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Rectangle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52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53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54" name="Rectangle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Rectangle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Rectangle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Rectangle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59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60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61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62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63" name="Rectangle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Rectangle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Rectangle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Rectangle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Rectangle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Rectangle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Rectangle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71" name="Rectangle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73" name="Rectangle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Rectangle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Rectangle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77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78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79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80" name="Rectangle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82" name="Image" descr="Image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3" name="Rectangle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84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85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198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19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2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46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247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5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6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7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8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0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1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2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7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8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9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0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1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0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1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2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3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94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295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7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8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9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0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1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2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5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6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7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8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9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10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1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2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3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4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15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7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8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9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0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1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2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3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4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3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4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5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6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37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338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9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0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1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2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3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4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5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6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7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8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9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0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1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2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3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6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8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9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0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1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2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3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4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5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67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80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38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0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18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41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4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ithoudingsvermo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3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4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5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7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59" name="Uithoudings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Uithoudings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vermogen</a:t>
            </a:r>
          </a:p>
        </p:txBody>
      </p:sp>
      <p:sp>
        <p:nvSpPr>
          <p:cNvPr id="460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“Volhouden van de positie specifieke voetbalacties”</a:t>
            </a:r>
          </a:p>
        </p:txBody>
      </p:sp>
      <p:sp>
        <p:nvSpPr>
          <p:cNvPr id="46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Intensiteit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Total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HI-runs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Sprints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90 min volhouden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Gemiddelde p/w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Voorkomen vs verdedi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70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1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2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3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5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77" name="Voorkomen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Voorkomen 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vs verdedigen</a:t>
            </a:r>
          </a:p>
        </p:txBody>
      </p:sp>
      <p:sp>
        <p:nvSpPr>
          <p:cNvPr id="47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“Lezen, anticiperen en reageren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 1vs1, diepte bespelen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 flankballen”</a:t>
            </a:r>
          </a:p>
        </p:txBody>
      </p:sp>
      <p:sp>
        <p:nvSpPr>
          <p:cNvPr id="47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Keuzes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Vervolg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al verwerking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8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9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3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9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95" name="BAL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 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Verwerking</a:t>
            </a:r>
          </a:p>
        </p:txBody>
      </p:sp>
      <p:sp>
        <p:nvSpPr>
          <p:cNvPr id="49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“Uittrappen, passen en gooien”</a:t>
            </a:r>
          </a:p>
        </p:txBody>
      </p:sp>
      <p:sp>
        <p:nvSpPr>
          <p:cNvPr id="497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van 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passes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pc="-59"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Beide benen / armen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&amp; hoogte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Wend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06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7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8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9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1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13" name="wendbaarheid"/>
          <p:cNvSpPr txBox="1"/>
          <p:nvPr/>
        </p:nvSpPr>
        <p:spPr>
          <a:xfrm>
            <a:off x="19522346" y="1015292"/>
            <a:ext cx="22098604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514" name="TextBox 30"/>
          <p:cNvSpPr txBox="1"/>
          <p:nvPr/>
        </p:nvSpPr>
        <p:spPr>
          <a:xfrm>
            <a:off x="19792143" y="2271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51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Moe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24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5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6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7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2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9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3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31" name="MOED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532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“Heeft veel vertrouwen in eigen kwaliteiten (lef / durf)”</a:t>
            </a:r>
          </a:p>
        </p:txBody>
      </p:sp>
      <p:sp>
        <p:nvSpPr>
          <p:cNvPr id="53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3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nverstoor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42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3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4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5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49" name="Onverstoor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Onverstoor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baarheid</a:t>
            </a:r>
          </a:p>
        </p:txBody>
      </p:sp>
      <p:sp>
        <p:nvSpPr>
          <p:cNvPr id="550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“Voert zijn taken uit ongeacht de omstandigheden”</a:t>
            </a:r>
          </a:p>
        </p:txBody>
      </p:sp>
      <p:sp>
        <p:nvSpPr>
          <p:cNvPr id="55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Stabiel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Beïnvloeden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Bewust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Reactie na een fout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Omgaan met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5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60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1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2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3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6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5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6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67" name="Handling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568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“Houdt veel ballen tegen”</a:t>
            </a:r>
          </a:p>
        </p:txBody>
      </p:sp>
      <p:sp>
        <p:nvSpPr>
          <p:cNvPr id="56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Buiten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 op 1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Standaard situaties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7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7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84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85" name="Handl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58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5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reventie vs defending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96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7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8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9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02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03" name="Prevention vs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Prevention vs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defending</a:t>
            </a:r>
          </a:p>
        </p:txBody>
      </p:sp>
      <p:sp>
        <p:nvSpPr>
          <p:cNvPr id="6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60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stib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14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5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6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7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20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21" name="Distribu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622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62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3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4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5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38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9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640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64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50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1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2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3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56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7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6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65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sisten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6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6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74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5" name="Consistenc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67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6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2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88" name="Group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686" name="Rounded Rectangle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687" name="Image" descr="Image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89" name="Rectangle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90" name="TextBox 28"/>
          <p:cNvSpPr txBox="1"/>
          <p:nvPr/>
        </p:nvSpPr>
        <p:spPr>
          <a:xfrm>
            <a:off x="9228608" y="5951167"/>
            <a:ext cx="6159931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WELKOM</a:t>
            </a:r>
          </a:p>
        </p:txBody>
      </p:sp>
      <p:pic>
        <p:nvPicPr>
          <p:cNvPr id="691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692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693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6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6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02" name="CLub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703" name="Line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704" name="TextBox 21"/>
          <p:cNvSpPr txBox="1"/>
          <p:nvPr/>
        </p:nvSpPr>
        <p:spPr>
          <a:xfrm>
            <a:off x="5171907" y="1741291"/>
            <a:ext cx="15078763" cy="52070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Bossche club, een Bosschenaar is trots op onze stad en club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strijdbaar, we buigen wel, maar barsten niet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Met heel ons hart staan we achter FC Den Bosch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Hier leren we van tegenslagen om vervolgens samen te groeien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hartverwarmende Bossche club, voor iedereen</a:t>
            </a:r>
          </a:p>
        </p:txBody>
      </p:sp>
      <p:pic>
        <p:nvPicPr>
          <p:cNvPr id="705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06" name="geplakte-afbeelding.pdf" descr="geplakte-afbeelding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07" name="Heart"/>
          <p:cNvSpPr/>
          <p:nvPr/>
        </p:nvSpPr>
        <p:spPr>
          <a:xfrm>
            <a:off x="12037284" y="9582878"/>
            <a:ext cx="1791039" cy="1582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fill="norm" stroke="1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8" name="Hartstocht"/>
          <p:cNvSpPr txBox="1"/>
          <p:nvPr/>
        </p:nvSpPr>
        <p:spPr>
          <a:xfrm>
            <a:off x="11012435" y="8175049"/>
            <a:ext cx="3840739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Hartstocht</a:t>
            </a:r>
          </a:p>
        </p:txBody>
      </p:sp>
      <p:sp>
        <p:nvSpPr>
          <p:cNvPr id="709" name="Growth"/>
          <p:cNvSpPr/>
          <p:nvPr/>
        </p:nvSpPr>
        <p:spPr>
          <a:xfrm>
            <a:off x="16601766" y="9575118"/>
            <a:ext cx="1878982" cy="14533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fill="norm" stroke="1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0" name="Groei"/>
          <p:cNvSpPr txBox="1"/>
          <p:nvPr/>
        </p:nvSpPr>
        <p:spPr>
          <a:xfrm>
            <a:off x="16444772" y="8175049"/>
            <a:ext cx="1999735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Groei</a:t>
            </a:r>
          </a:p>
        </p:txBody>
      </p:sp>
      <p:sp>
        <p:nvSpPr>
          <p:cNvPr id="711" name="Bosch"/>
          <p:cNvSpPr txBox="1"/>
          <p:nvPr/>
        </p:nvSpPr>
        <p:spPr>
          <a:xfrm>
            <a:off x="1511459" y="8175049"/>
            <a:ext cx="2207202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Bosch</a:t>
            </a:r>
          </a:p>
        </p:txBody>
      </p:sp>
      <p:sp>
        <p:nvSpPr>
          <p:cNvPr id="712" name="Strijdbaar"/>
          <p:cNvSpPr txBox="1"/>
          <p:nvPr/>
        </p:nvSpPr>
        <p:spPr>
          <a:xfrm>
            <a:off x="5860490" y="8175049"/>
            <a:ext cx="356034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Strijdbaar</a:t>
            </a:r>
          </a:p>
        </p:txBody>
      </p:sp>
      <p:sp>
        <p:nvSpPr>
          <p:cNvPr id="713" name="Gastvrij"/>
          <p:cNvSpPr txBox="1"/>
          <p:nvPr/>
        </p:nvSpPr>
        <p:spPr>
          <a:xfrm>
            <a:off x="20229340" y="8175049"/>
            <a:ext cx="291413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Gastvrij</a:t>
            </a:r>
          </a:p>
        </p:txBody>
      </p:sp>
      <p:pic>
        <p:nvPicPr>
          <p:cNvPr id="714" name="png-clipart-handshake-others-blue-hand.png" descr="png-clipart-handshake-others-blue-hand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0427039" y="9537758"/>
            <a:ext cx="2518735" cy="1528033"/>
          </a:xfrm>
          <a:prstGeom prst="rect">
            <a:avLst/>
          </a:prstGeom>
          <a:ln w="12700">
            <a:miter lim="400000"/>
          </a:ln>
        </p:spPr>
      </p:pic>
      <p:sp>
        <p:nvSpPr>
          <p:cNvPr id="715" name="Rectangle"/>
          <p:cNvSpPr/>
          <p:nvPr/>
        </p:nvSpPr>
        <p:spPr>
          <a:xfrm>
            <a:off x="6192523" y="10189485"/>
            <a:ext cx="994252" cy="931864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6" name="Rectangle"/>
          <p:cNvSpPr/>
          <p:nvPr/>
        </p:nvSpPr>
        <p:spPr>
          <a:xfrm>
            <a:off x="8111162" y="10189484"/>
            <a:ext cx="994252" cy="931863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Rectangle"/>
          <p:cNvSpPr/>
          <p:nvPr/>
        </p:nvSpPr>
        <p:spPr>
          <a:xfrm>
            <a:off x="7177419" y="9627182"/>
            <a:ext cx="994252" cy="1494166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8" name="1"/>
          <p:cNvSpPr txBox="1"/>
          <p:nvPr/>
        </p:nvSpPr>
        <p:spPr>
          <a:xfrm>
            <a:off x="7412014" y="9859236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19" name="3"/>
          <p:cNvSpPr txBox="1"/>
          <p:nvPr/>
        </p:nvSpPr>
        <p:spPr>
          <a:xfrm>
            <a:off x="8455107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20" name="2"/>
          <p:cNvSpPr txBox="1"/>
          <p:nvPr/>
        </p:nvSpPr>
        <p:spPr>
          <a:xfrm>
            <a:off x="6427118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721" name="2b0643c0c0b5949fdfe730edb3ff8947.psd" descr="2b0643c0c0b5949fdfe730edb3ff8947.psd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16132" y="8946827"/>
            <a:ext cx="2854876" cy="2854876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Line"/>
          <p:cNvSpPr/>
          <p:nvPr/>
        </p:nvSpPr>
        <p:spPr>
          <a:xfrm flipV="1">
            <a:off x="5064691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3" name="Line"/>
          <p:cNvSpPr/>
          <p:nvPr/>
        </p:nvSpPr>
        <p:spPr>
          <a:xfrm flipV="1">
            <a:off x="10216635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4" name="Line"/>
          <p:cNvSpPr/>
          <p:nvPr/>
        </p:nvSpPr>
        <p:spPr>
          <a:xfrm flipV="1">
            <a:off x="15426918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Line"/>
          <p:cNvSpPr/>
          <p:nvPr/>
        </p:nvSpPr>
        <p:spPr>
          <a:xfrm flipV="1">
            <a:off x="19462360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Kernwaarden"/>
          <p:cNvSpPr txBox="1"/>
          <p:nvPr/>
        </p:nvSpPr>
        <p:spPr>
          <a:xfrm>
            <a:off x="5735738" y="16606"/>
            <a:ext cx="14379804" cy="2484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15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Kernwaarden</a:t>
            </a:r>
          </a:p>
        </p:txBody>
      </p:sp>
      <p:sp>
        <p:nvSpPr>
          <p:cNvPr id="7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5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35" name="Playing style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Playing style</a:t>
            </a:r>
          </a:p>
        </p:txBody>
      </p:sp>
      <p:sp>
        <p:nvSpPr>
          <p:cNvPr id="736" name="Line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pic>
        <p:nvPicPr>
          <p:cNvPr id="737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38" name="geplakte-afbeelding.pdf" descr="geplakte-afbeelding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47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748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9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50" name="Rectangle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5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welcome page #03 #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8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5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66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652843" y="11597034"/>
            <a:ext cx="1321258" cy="1825537"/>
          </a:xfrm>
          <a:prstGeom prst="rect">
            <a:avLst/>
          </a:prstGeom>
          <a:ln w="12700">
            <a:miter lim="400000"/>
          </a:ln>
        </p:spPr>
      </p:pic>
      <p:pic>
        <p:nvPicPr>
          <p:cNvPr id="767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68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69" name="Rectangle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sisten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7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7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84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85" name="Consistenc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78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7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5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96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7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8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9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02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3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8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80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3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14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5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6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7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20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21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822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823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stib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1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32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3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4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5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38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9" name="Distribu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840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84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reventie vs defending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9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50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1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2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3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56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7" name="Prevention vs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Prevention vs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defending</a:t>
            </a:r>
          </a:p>
        </p:txBody>
      </p:sp>
      <p:sp>
        <p:nvSpPr>
          <p:cNvPr id="8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85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6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6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74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5" name="Handl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87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8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boxes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890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89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1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3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24" name="Rectangle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5" name="Line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26" name="Line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927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583054" y="331010"/>
            <a:ext cx="1211120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928" name="Rectangle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9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930" name="Rectangle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1" name="Rectangle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934" name="Group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932" name="Rounded Rectangle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933" name="Image" descr="Image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35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7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8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9" name="Line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40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1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2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3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4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5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6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949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950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951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952" name="Line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Rectangle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1" name="Rectangle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2" name="Rectangle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3" name="Rectangle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4" name="Rectangle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5" name="Rectangle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6" name="Rectangle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7" name="Rectangle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8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969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970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971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972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973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974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975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6" name="Rectangle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7" name="Rectangle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8" name="Rectangle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9" name="Rectangle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0" name="Rectangle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1" name="Rectangle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2" name="Rectangle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3" name="Rectangle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4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985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986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987" name="Rectangle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8" name="Rectangle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9" name="Rectangle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0" name="Rectangle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1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992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993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994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995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996" name="Rectangle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7" name="Rectangle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8" name="Rectangle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9" name="Rectangle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Rectangle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Rectangle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2" name="Rectangle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3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004" name="Rectangle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5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006" name="Rectangle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7" name="Rectangle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8" name="Rectangle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9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010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011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012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013" name="Rectangle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4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015" name="Image" descr="Image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016" name="Rectangle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017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018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0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Slide Numb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13.xml"/><Relationship Id="rId20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17.xml"/><Relationship Id="rId24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0.xml"/><Relationship Id="rId27" Type="http://schemas.openxmlformats.org/officeDocument/2006/relationships/slideLayout" Target="../slideLayouts/slideLayout21.xml"/><Relationship Id="rId28" Type="http://schemas.openxmlformats.org/officeDocument/2006/relationships/slideLayout" Target="../slideLayouts/slideLayout22.xml"/><Relationship Id="rId29" Type="http://schemas.openxmlformats.org/officeDocument/2006/relationships/slideLayout" Target="../slideLayouts/slideLayout23.xml"/><Relationship Id="rId30" Type="http://schemas.openxmlformats.org/officeDocument/2006/relationships/slideLayout" Target="../slideLayouts/slideLayout24.xml"/><Relationship Id="rId31" Type="http://schemas.openxmlformats.org/officeDocument/2006/relationships/slideLayout" Target="../slideLayouts/slideLayout25.xml"/><Relationship Id="rId32" Type="http://schemas.openxmlformats.org/officeDocument/2006/relationships/slideLayout" Target="../slideLayouts/slideLayout26.xml"/><Relationship Id="rId33" Type="http://schemas.openxmlformats.org/officeDocument/2006/relationships/slideLayout" Target="../slideLayouts/slideLayout27.xml"/><Relationship Id="rId34" Type="http://schemas.openxmlformats.org/officeDocument/2006/relationships/slideLayout" Target="../slideLayouts/slideLayout28.xml"/><Relationship Id="rId35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0.xml"/><Relationship Id="rId37" Type="http://schemas.openxmlformats.org/officeDocument/2006/relationships/slideLayout" Target="../slideLayouts/slideLayout31.xml"/><Relationship Id="rId38" Type="http://schemas.openxmlformats.org/officeDocument/2006/relationships/slideLayout" Target="../slideLayouts/slideLayout32.xml"/><Relationship Id="rId39" Type="http://schemas.openxmlformats.org/officeDocument/2006/relationships/slideLayout" Target="../slideLayouts/slideLayout33.xml"/><Relationship Id="rId40" Type="http://schemas.openxmlformats.org/officeDocument/2006/relationships/slideLayout" Target="../slideLayouts/slideLayout34.xml"/><Relationship Id="rId41" Type="http://schemas.openxmlformats.org/officeDocument/2006/relationships/slideLayout" Target="../slideLayouts/slideLayout35.xml"/><Relationship Id="rId42" Type="http://schemas.openxmlformats.org/officeDocument/2006/relationships/slideLayout" Target="../slideLayouts/slideLayout36.xml"/><Relationship Id="rId43" Type="http://schemas.openxmlformats.org/officeDocument/2006/relationships/slideLayout" Target="../slideLayouts/slideLayout37.xml"/><Relationship Id="rId44" Type="http://schemas.openxmlformats.org/officeDocument/2006/relationships/slideLayout" Target="../slideLayouts/slideLayout38.xml"/><Relationship Id="rId45" Type="http://schemas.openxmlformats.org/officeDocument/2006/relationships/slideLayout" Target="../slideLayouts/slideLayout39.xml"/><Relationship Id="rId46" Type="http://schemas.openxmlformats.org/officeDocument/2006/relationships/slideLayout" Target="../slideLayouts/slideLayout40.xml"/><Relationship Id="rId47" Type="http://schemas.openxmlformats.org/officeDocument/2006/relationships/slideLayout" Target="../slideLayouts/slideLayout4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gradFill flip="none" rotWithShape="1">
          <a:gsLst>
            <a:gs pos="0">
              <a:srgbClr val="DA3832"/>
            </a:gs>
            <a:gs pos="100000">
              <a:srgbClr val="000000"/>
            </a:gs>
          </a:gsLst>
          <a:lin ang="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3" name="Rounded Rectangle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" name="Image" descr="Image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tangle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sp>
        <p:nvSpPr>
          <p:cNvPr id="8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9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1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6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7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8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9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FC_Pro_Vercelli_1892.svg.png" descr="FC_Pro_Vercelli_1892.svg.png"/>
          <p:cNvPicPr>
            <a:picLocks noChangeAspect="1"/>
          </p:cNvPicPr>
          <p:nvPr/>
        </p:nvPicPr>
        <p:blipFill>
          <a:blip r:embed="rId6">
            <a:extLst/>
          </a:blip>
          <a:srcRect l="0" t="0" r="0" b="0"/>
          <a:stretch>
            <a:fillRect/>
          </a:stretch>
        </p:blipFill>
        <p:spPr>
          <a:xfrm>
            <a:off x="772309" y="11635487"/>
            <a:ext cx="1265608" cy="1748648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Naam presentati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b">
            <a:normAutofit fontScale="100000" lnSpcReduction="0"/>
          </a:bodyPr>
          <a:lstStyle/>
          <a:p>
            <a:pPr/>
            <a:r>
              <a:t>Naam presentatie</a:t>
            </a:r>
          </a:p>
        </p:txBody>
      </p:sp>
      <p:sp>
        <p:nvSpPr>
          <p:cNvPr id="23" name="Body Level One…"/>
          <p:cNvSpPr txBox="1"/>
          <p:nvPr>
            <p:ph type="body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Ondertitel presentatie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  <p:sldLayoutId id="2147483661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72" r:id="rId30"/>
    <p:sldLayoutId id="2147483673" r:id="rId31"/>
    <p:sldLayoutId id="2147483674" r:id="rId32"/>
    <p:sldLayoutId id="2147483675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684" r:id="rId42"/>
    <p:sldLayoutId id="2147483685" r:id="rId43"/>
    <p:sldLayoutId id="2147483686" r:id="rId44"/>
    <p:sldLayoutId id="2147483687" r:id="rId45"/>
    <p:sldLayoutId id="2147483688" r:id="rId46"/>
    <p:sldLayoutId id="2147483689" r:id="rId4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10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recruitment.scisports.app/" TargetMode="External"/><Relationship Id="rId3" Type="http://schemas.openxmlformats.org/officeDocument/2006/relationships/image" Target="../media/image11.png"/><Relationship Id="rId4" Type="http://schemas.openxmlformats.org/officeDocument/2006/relationships/slide" Target="slide1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8.xml"/><Relationship Id="rId3" Type="http://schemas.openxmlformats.org/officeDocument/2006/relationships/slide" Target="slide9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3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5" name="achterkant FC Den Bosch nummer 1.png" descr="achterkant FC Den Bosch nummer 1.png"/>
          <p:cNvPicPr>
            <a:picLocks noChangeAspect="1"/>
          </p:cNvPicPr>
          <p:nvPr/>
        </p:nvPicPr>
        <p:blipFill>
          <a:blip r:embed="rId2">
            <a:extLst/>
          </a:blip>
          <a:srcRect l="3345" t="0" r="3345" b="0"/>
          <a:stretch>
            <a:fillRect/>
          </a:stretch>
        </p:blipFill>
        <p:spPr>
          <a:xfrm>
            <a:off x="18600539" y="7097845"/>
            <a:ext cx="2458435" cy="263473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1036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037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38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039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040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041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042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043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044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045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046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047" name="TextBox 28"/>
          <p:cNvSpPr txBox="1"/>
          <p:nvPr/>
        </p:nvSpPr>
        <p:spPr>
          <a:xfrm>
            <a:off x="13106657" y="7643110"/>
            <a:ext cx="194797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TextBox 21"/>
          <p:cNvSpPr txBox="1"/>
          <p:nvPr/>
        </p:nvSpPr>
        <p:spPr>
          <a:xfrm>
            <a:off x="4333035" y="1013466"/>
            <a:ext cx="15717931" cy="12446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Kernwaarden —&gt; Voetbal: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b="1" cap="all" sz="3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</a:t>
            </a:r>
            <a:r>
              <a:rPr b="0"/>
              <a:t>Strijders Die spelen om te winnen en die elke dag beter willen worden”</a:t>
            </a:r>
          </a:p>
        </p:txBody>
      </p:sp>
      <p:sp>
        <p:nvSpPr>
          <p:cNvPr id="1051" name="Line"/>
          <p:cNvSpPr/>
          <p:nvPr/>
        </p:nvSpPr>
        <p:spPr>
          <a:xfrm>
            <a:off x="12152585" y="4118138"/>
            <a:ext cx="1" cy="3383270"/>
          </a:xfrm>
          <a:prstGeom prst="line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1052" name="Freeform 7"/>
          <p:cNvSpPr/>
          <p:nvPr/>
        </p:nvSpPr>
        <p:spPr>
          <a:xfrm>
            <a:off x="4473952" y="4440175"/>
            <a:ext cx="6261666" cy="2946401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76200" dir="3243361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3" name="Rectangle"/>
          <p:cNvSpPr/>
          <p:nvPr/>
        </p:nvSpPr>
        <p:spPr>
          <a:xfrm>
            <a:off x="4506295" y="5470044"/>
            <a:ext cx="6196980" cy="28794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4" name="TextBox 13"/>
          <p:cNvSpPr txBox="1"/>
          <p:nvPr/>
        </p:nvSpPr>
        <p:spPr>
          <a:xfrm>
            <a:off x="4646195" y="5976140"/>
            <a:ext cx="5917180" cy="1156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1: Top-3 goals </a:t>
            </a:r>
            <a:r>
              <a:rPr>
                <a:solidFill>
                  <a:schemeClr val="accent4">
                    <a:hueOff val="-858837"/>
                    <a:lumOff val="-9791"/>
                  </a:schemeClr>
                </a:solidFill>
              </a:rPr>
              <a:t>(6th)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2: Top-3 challenge intensity </a:t>
            </a:r>
            <a:r>
              <a:rPr>
                <a:solidFill>
                  <a:schemeClr val="accent4">
                    <a:hueOff val="-858837"/>
                    <a:lumOff val="-9791"/>
                  </a:schemeClr>
                </a:solidFill>
              </a:rPr>
              <a:t>(10th)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3: Top-3 doelpogingen</a:t>
            </a:r>
            <a:r>
              <a:rPr>
                <a:solidFill>
                  <a:srgbClr val="FF2600"/>
                </a:solidFill>
              </a:rPr>
              <a:t>(12th)</a:t>
            </a:r>
          </a:p>
        </p:txBody>
      </p:sp>
      <p:sp>
        <p:nvSpPr>
          <p:cNvPr id="1055" name="TextBox 16"/>
          <p:cNvSpPr txBox="1"/>
          <p:nvPr/>
        </p:nvSpPr>
        <p:spPr>
          <a:xfrm>
            <a:off x="5285314" y="4420544"/>
            <a:ext cx="4638942" cy="107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Speelstijl</a:t>
            </a:r>
          </a:p>
        </p:txBody>
      </p:sp>
      <p:sp>
        <p:nvSpPr>
          <p:cNvPr id="1056" name="Freeform 7"/>
          <p:cNvSpPr/>
          <p:nvPr/>
        </p:nvSpPr>
        <p:spPr>
          <a:xfrm>
            <a:off x="13682778" y="4440175"/>
            <a:ext cx="6261666" cy="2946401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76200" dir="3243361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7" name="Rectangle"/>
          <p:cNvSpPr/>
          <p:nvPr/>
        </p:nvSpPr>
        <p:spPr>
          <a:xfrm>
            <a:off x="13680723" y="5470044"/>
            <a:ext cx="6265774" cy="28794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8" name="TextBox 13"/>
          <p:cNvSpPr txBox="1"/>
          <p:nvPr/>
        </p:nvSpPr>
        <p:spPr>
          <a:xfrm>
            <a:off x="14077925" y="5944025"/>
            <a:ext cx="5471371" cy="879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Scouting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IDP</a:t>
            </a:r>
          </a:p>
        </p:txBody>
      </p:sp>
      <p:sp>
        <p:nvSpPr>
          <p:cNvPr id="1059" name="TextBox 16"/>
          <p:cNvSpPr txBox="1"/>
          <p:nvPr/>
        </p:nvSpPr>
        <p:spPr>
          <a:xfrm>
            <a:off x="14494140" y="4420544"/>
            <a:ext cx="4638941" cy="107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Profielen &amp; Begrippen</a:t>
            </a:r>
          </a:p>
        </p:txBody>
      </p:sp>
      <p:sp>
        <p:nvSpPr>
          <p:cNvPr id="1060" name="Rounded Rectangle"/>
          <p:cNvSpPr/>
          <p:nvPr/>
        </p:nvSpPr>
        <p:spPr>
          <a:xfrm>
            <a:off x="5718043" y="9151601"/>
            <a:ext cx="440356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1" name="Rounded Rectangle"/>
          <p:cNvSpPr/>
          <p:nvPr/>
        </p:nvSpPr>
        <p:spPr>
          <a:xfrm>
            <a:off x="6440531" y="9151601"/>
            <a:ext cx="440356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2" name="Rounded Rectangle"/>
          <p:cNvSpPr/>
          <p:nvPr/>
        </p:nvSpPr>
        <p:spPr>
          <a:xfrm>
            <a:off x="7163020" y="9151601"/>
            <a:ext cx="440355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3" name="Rounded Rectangle"/>
          <p:cNvSpPr/>
          <p:nvPr/>
        </p:nvSpPr>
        <p:spPr>
          <a:xfrm>
            <a:off x="7885510" y="9151601"/>
            <a:ext cx="440355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4" name="Freeform 7"/>
          <p:cNvSpPr/>
          <p:nvPr/>
        </p:nvSpPr>
        <p:spPr>
          <a:xfrm>
            <a:off x="5155257" y="9569121"/>
            <a:ext cx="3558234" cy="1938277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5" name="Rectangle"/>
          <p:cNvSpPr/>
          <p:nvPr/>
        </p:nvSpPr>
        <p:spPr>
          <a:xfrm>
            <a:off x="5153202" y="10368234"/>
            <a:ext cx="3562343" cy="115609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6" name="TextBox 8"/>
          <p:cNvSpPr txBox="1"/>
          <p:nvPr/>
        </p:nvSpPr>
        <p:spPr>
          <a:xfrm>
            <a:off x="5253436" y="10506338"/>
            <a:ext cx="3361875" cy="879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Transfer target: +€750K</a:t>
            </a:r>
          </a:p>
          <a:p>
            <a:pPr marL="339131" indent="-339131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rgbClr val="9BBB59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transfers: &gt;1M</a:t>
            </a:r>
          </a:p>
        </p:txBody>
      </p:sp>
      <p:sp>
        <p:nvSpPr>
          <p:cNvPr id="1067" name="TextBox 16"/>
          <p:cNvSpPr txBox="1"/>
          <p:nvPr/>
        </p:nvSpPr>
        <p:spPr>
          <a:xfrm>
            <a:off x="5259874" y="9561502"/>
            <a:ext cx="3348999" cy="707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1</a:t>
            </a:r>
          </a:p>
        </p:txBody>
      </p:sp>
      <p:sp>
        <p:nvSpPr>
          <p:cNvPr id="1068" name="Rounded Rectangle"/>
          <p:cNvSpPr/>
          <p:nvPr/>
        </p:nvSpPr>
        <p:spPr>
          <a:xfrm>
            <a:off x="10975668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9" name="Rounded Rectangle"/>
          <p:cNvSpPr/>
          <p:nvPr/>
        </p:nvSpPr>
        <p:spPr>
          <a:xfrm>
            <a:off x="11698158" y="9158784"/>
            <a:ext cx="440355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0" name="Rounded Rectangle"/>
          <p:cNvSpPr/>
          <p:nvPr/>
        </p:nvSpPr>
        <p:spPr>
          <a:xfrm>
            <a:off x="12420646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1" name="Rounded Rectangle"/>
          <p:cNvSpPr/>
          <p:nvPr/>
        </p:nvSpPr>
        <p:spPr>
          <a:xfrm>
            <a:off x="13143137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2" name="Freeform 7"/>
          <p:cNvSpPr/>
          <p:nvPr/>
        </p:nvSpPr>
        <p:spPr>
          <a:xfrm>
            <a:off x="10412883" y="9576304"/>
            <a:ext cx="3558234" cy="193827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3" name="Rectangle"/>
          <p:cNvSpPr/>
          <p:nvPr/>
        </p:nvSpPr>
        <p:spPr>
          <a:xfrm>
            <a:off x="10410828" y="10375417"/>
            <a:ext cx="3562343" cy="11560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4" name="TextBox 8"/>
          <p:cNvSpPr txBox="1"/>
          <p:nvPr/>
        </p:nvSpPr>
        <p:spPr>
          <a:xfrm>
            <a:off x="10517501" y="10530274"/>
            <a:ext cx="3361876" cy="846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KKD: Top 10</a:t>
            </a:r>
          </a:p>
          <a:p>
            <a:pPr marL="339131" indent="-339131" defTabSz="1285875">
              <a:lnSpc>
                <a:spcPct val="13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10e positie in de KKD</a:t>
            </a:r>
          </a:p>
        </p:txBody>
      </p:sp>
      <p:sp>
        <p:nvSpPr>
          <p:cNvPr id="1075" name="TextBox 16"/>
          <p:cNvSpPr txBox="1"/>
          <p:nvPr/>
        </p:nvSpPr>
        <p:spPr>
          <a:xfrm>
            <a:off x="10517501" y="9568684"/>
            <a:ext cx="3348998" cy="707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2</a:t>
            </a:r>
          </a:p>
        </p:txBody>
      </p:sp>
      <p:sp>
        <p:nvSpPr>
          <p:cNvPr id="1076" name="Rounded Rectangle"/>
          <p:cNvSpPr/>
          <p:nvPr/>
        </p:nvSpPr>
        <p:spPr>
          <a:xfrm>
            <a:off x="16233295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7" name="Rounded Rectangle"/>
          <p:cNvSpPr/>
          <p:nvPr/>
        </p:nvSpPr>
        <p:spPr>
          <a:xfrm>
            <a:off x="16955785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Rounded Rectangle"/>
          <p:cNvSpPr/>
          <p:nvPr/>
        </p:nvSpPr>
        <p:spPr>
          <a:xfrm>
            <a:off x="17678271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9" name="Rounded Rectangle"/>
          <p:cNvSpPr/>
          <p:nvPr/>
        </p:nvSpPr>
        <p:spPr>
          <a:xfrm>
            <a:off x="18400762" y="9158784"/>
            <a:ext cx="440355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0" name="Freeform 7"/>
          <p:cNvSpPr/>
          <p:nvPr/>
        </p:nvSpPr>
        <p:spPr>
          <a:xfrm>
            <a:off x="15670510" y="9576304"/>
            <a:ext cx="3558234" cy="193827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1" name="Rectangle"/>
          <p:cNvSpPr/>
          <p:nvPr/>
        </p:nvSpPr>
        <p:spPr>
          <a:xfrm>
            <a:off x="15668456" y="10375417"/>
            <a:ext cx="3562342" cy="11560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82" name="TextBox 8"/>
          <p:cNvSpPr txBox="1"/>
          <p:nvPr/>
        </p:nvSpPr>
        <p:spPr>
          <a:xfrm>
            <a:off x="15775128" y="10530274"/>
            <a:ext cx="3361876" cy="846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Academy players: 50%*</a:t>
            </a:r>
          </a:p>
          <a:p>
            <a:pPr marL="339131" indent="-339131" defTabSz="1285875">
              <a:lnSpc>
                <a:spcPct val="13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Competitieminuten: 38%</a:t>
            </a:r>
          </a:p>
        </p:txBody>
      </p:sp>
      <p:sp>
        <p:nvSpPr>
          <p:cNvPr id="1083" name="TextBox 16"/>
          <p:cNvSpPr txBox="1"/>
          <p:nvPr/>
        </p:nvSpPr>
        <p:spPr>
          <a:xfrm>
            <a:off x="15775128" y="9568684"/>
            <a:ext cx="3348999" cy="707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3</a:t>
            </a:r>
          </a:p>
        </p:txBody>
      </p:sp>
      <p:sp>
        <p:nvSpPr>
          <p:cNvPr id="1084" name="**Minimaal 3 jaar in de academy…"/>
          <p:cNvSpPr txBox="1"/>
          <p:nvPr/>
        </p:nvSpPr>
        <p:spPr>
          <a:xfrm>
            <a:off x="458653" y="12996598"/>
            <a:ext cx="4843365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1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**Minimaal 3 jaar in de academy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1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(Stan, Mees, Kevin, Danny, Nick, Sheddy, TJemme, Ilias)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38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TextBox 11"/>
          <p:cNvSpPr txBox="1"/>
          <p:nvPr/>
        </p:nvSpPr>
        <p:spPr>
          <a:xfrm>
            <a:off x="3436486" y="2190748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87" name="TextBox 37"/>
          <p:cNvSpPr txBox="1"/>
          <p:nvPr/>
        </p:nvSpPr>
        <p:spPr>
          <a:xfrm>
            <a:off x="2262943" y="839474"/>
            <a:ext cx="4440638" cy="659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b="1" sz="4500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pPr/>
            <a:r>
              <a:t>Player name</a:t>
            </a:r>
          </a:p>
        </p:txBody>
      </p:sp>
      <p:sp>
        <p:nvSpPr>
          <p:cNvPr id="1088" name="TextBox 23"/>
          <p:cNvSpPr txBox="1"/>
          <p:nvPr/>
        </p:nvSpPr>
        <p:spPr>
          <a:xfrm>
            <a:off x="18363004" y="584214"/>
            <a:ext cx="5467955" cy="3223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1089" name="TextBox 11"/>
          <p:cNvSpPr txBox="1"/>
          <p:nvPr/>
        </p:nvSpPr>
        <p:spPr>
          <a:xfrm>
            <a:off x="3445861" y="294447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0" name="TextBox 11"/>
          <p:cNvSpPr txBox="1"/>
          <p:nvPr/>
        </p:nvSpPr>
        <p:spPr>
          <a:xfrm>
            <a:off x="3443265" y="3701887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1" name="TextBox 11"/>
          <p:cNvSpPr txBox="1"/>
          <p:nvPr/>
        </p:nvSpPr>
        <p:spPr>
          <a:xfrm>
            <a:off x="3468167" y="445930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2" name="TextBox 11"/>
          <p:cNvSpPr txBox="1"/>
          <p:nvPr/>
        </p:nvSpPr>
        <p:spPr>
          <a:xfrm>
            <a:off x="3468167" y="5211678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3" name="TextBox 11"/>
          <p:cNvSpPr txBox="1"/>
          <p:nvPr/>
        </p:nvSpPr>
        <p:spPr>
          <a:xfrm>
            <a:off x="3468167" y="5945826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4" name="TextBox 11"/>
          <p:cNvSpPr txBox="1"/>
          <p:nvPr/>
        </p:nvSpPr>
        <p:spPr>
          <a:xfrm>
            <a:off x="3468167" y="6678032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5" name="TextBox 11"/>
          <p:cNvSpPr txBox="1"/>
          <p:nvPr/>
        </p:nvSpPr>
        <p:spPr>
          <a:xfrm>
            <a:off x="11203802" y="1088478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6" name="TextBox 11"/>
          <p:cNvSpPr txBox="1"/>
          <p:nvPr/>
        </p:nvSpPr>
        <p:spPr>
          <a:xfrm>
            <a:off x="11203802" y="1806760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7" name="TextBox 11"/>
          <p:cNvSpPr txBox="1"/>
          <p:nvPr/>
        </p:nvSpPr>
        <p:spPr>
          <a:xfrm>
            <a:off x="11203802" y="2611665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8" name="TextBox 11"/>
          <p:cNvSpPr txBox="1"/>
          <p:nvPr/>
        </p:nvSpPr>
        <p:spPr>
          <a:xfrm>
            <a:off x="11203802" y="3370677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9" name="TextBox 11"/>
          <p:cNvSpPr txBox="1"/>
          <p:nvPr/>
        </p:nvSpPr>
        <p:spPr>
          <a:xfrm>
            <a:off x="13587460" y="1088478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0" name="TextBox 11"/>
          <p:cNvSpPr txBox="1"/>
          <p:nvPr/>
        </p:nvSpPr>
        <p:spPr>
          <a:xfrm>
            <a:off x="13587460" y="1806760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1" name="TextBox 11"/>
          <p:cNvSpPr txBox="1"/>
          <p:nvPr/>
        </p:nvSpPr>
        <p:spPr>
          <a:xfrm>
            <a:off x="13587460" y="2611665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2" name="TextBox 11"/>
          <p:cNvSpPr txBox="1"/>
          <p:nvPr/>
        </p:nvSpPr>
        <p:spPr>
          <a:xfrm>
            <a:off x="13587460" y="3370677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3" name="xxxx"/>
          <p:cNvSpPr txBox="1"/>
          <p:nvPr/>
        </p:nvSpPr>
        <p:spPr>
          <a:xfrm>
            <a:off x="19741483" y="9664487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4" name="xxxx"/>
          <p:cNvSpPr txBox="1"/>
          <p:nvPr/>
        </p:nvSpPr>
        <p:spPr>
          <a:xfrm>
            <a:off x="19741483" y="10420204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5" name="xxxx"/>
          <p:cNvSpPr txBox="1"/>
          <p:nvPr/>
        </p:nvSpPr>
        <p:spPr>
          <a:xfrm>
            <a:off x="19741483" y="11197829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6" name="xxxx"/>
          <p:cNvSpPr txBox="1"/>
          <p:nvPr/>
        </p:nvSpPr>
        <p:spPr>
          <a:xfrm>
            <a:off x="19753848" y="11925556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7" name="xxxx"/>
          <p:cNvSpPr txBox="1"/>
          <p:nvPr/>
        </p:nvSpPr>
        <p:spPr>
          <a:xfrm>
            <a:off x="19753848" y="12652539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8" name="TextBox 31"/>
          <p:cNvSpPr txBox="1"/>
          <p:nvPr/>
        </p:nvSpPr>
        <p:spPr>
          <a:xfrm>
            <a:off x="8032505" y="9220708"/>
            <a:ext cx="7940022" cy="3429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9" name="TextBox 11"/>
          <p:cNvSpPr txBox="1"/>
          <p:nvPr/>
        </p:nvSpPr>
        <p:spPr>
          <a:xfrm>
            <a:off x="3468167" y="7435014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10" name="TextBox 11"/>
          <p:cNvSpPr txBox="1"/>
          <p:nvPr/>
        </p:nvSpPr>
        <p:spPr>
          <a:xfrm>
            <a:off x="3468015" y="8147343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11" name="xx"/>
          <p:cNvSpPr/>
          <p:nvPr/>
        </p:nvSpPr>
        <p:spPr>
          <a:xfrm>
            <a:off x="8372141" y="5119587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</a:t>
            </a:r>
          </a:p>
        </p:txBody>
      </p:sp>
      <p:sp>
        <p:nvSpPr>
          <p:cNvPr id="1112" name="xx%"/>
          <p:cNvSpPr/>
          <p:nvPr/>
        </p:nvSpPr>
        <p:spPr>
          <a:xfrm>
            <a:off x="12695199" y="5123876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xx%</a:t>
            </a:r>
          </a:p>
        </p:txBody>
      </p:sp>
      <p:sp>
        <p:nvSpPr>
          <p:cNvPr id="1113" name="DATE: DD-MM-JJJJ"/>
          <p:cNvSpPr txBox="1"/>
          <p:nvPr/>
        </p:nvSpPr>
        <p:spPr>
          <a:xfrm>
            <a:off x="4875976" y="268498"/>
            <a:ext cx="267701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DATE: DD-MM-JJJJ</a:t>
            </a:r>
          </a:p>
        </p:txBody>
      </p:sp>
      <p:sp>
        <p:nvSpPr>
          <p:cNvPr id="1114" name="MOED"/>
          <p:cNvSpPr txBox="1"/>
          <p:nvPr/>
        </p:nvSpPr>
        <p:spPr>
          <a:xfrm>
            <a:off x="16838432" y="7061357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115" name="Wendbaarheid"/>
          <p:cNvSpPr txBox="1"/>
          <p:nvPr/>
        </p:nvSpPr>
        <p:spPr>
          <a:xfrm>
            <a:off x="16856595" y="6555277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116" name="Bal verwerking"/>
          <p:cNvSpPr txBox="1"/>
          <p:nvPr/>
        </p:nvSpPr>
        <p:spPr>
          <a:xfrm>
            <a:off x="16856595" y="6037170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117" name="Voorkomen vs verdedigen"/>
          <p:cNvSpPr txBox="1"/>
          <p:nvPr/>
        </p:nvSpPr>
        <p:spPr>
          <a:xfrm>
            <a:off x="16856595" y="5493119"/>
            <a:ext cx="3000827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118" name="Balbehandeling"/>
          <p:cNvSpPr txBox="1"/>
          <p:nvPr/>
        </p:nvSpPr>
        <p:spPr>
          <a:xfrm>
            <a:off x="16856595" y="4962312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Balbehandeling</a:t>
            </a:r>
          </a:p>
        </p:txBody>
      </p:sp>
      <p:sp>
        <p:nvSpPr>
          <p:cNvPr id="1119" name="Star"/>
          <p:cNvSpPr/>
          <p:nvPr/>
        </p:nvSpPr>
        <p:spPr>
          <a:xfrm>
            <a:off x="20512512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0" name="Star"/>
          <p:cNvSpPr/>
          <p:nvPr/>
        </p:nvSpPr>
        <p:spPr>
          <a:xfrm>
            <a:off x="20851100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1" name="Star"/>
          <p:cNvSpPr/>
          <p:nvPr/>
        </p:nvSpPr>
        <p:spPr>
          <a:xfrm>
            <a:off x="21189691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2" name="Star"/>
          <p:cNvSpPr/>
          <p:nvPr/>
        </p:nvSpPr>
        <p:spPr>
          <a:xfrm>
            <a:off x="21528279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3" name="Star"/>
          <p:cNvSpPr/>
          <p:nvPr/>
        </p:nvSpPr>
        <p:spPr>
          <a:xfrm>
            <a:off x="21862129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4" name="Star"/>
          <p:cNvSpPr/>
          <p:nvPr/>
        </p:nvSpPr>
        <p:spPr>
          <a:xfrm>
            <a:off x="22200717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5" name="Star"/>
          <p:cNvSpPr/>
          <p:nvPr/>
        </p:nvSpPr>
        <p:spPr>
          <a:xfrm>
            <a:off x="22539307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6" name="Star"/>
          <p:cNvSpPr/>
          <p:nvPr/>
        </p:nvSpPr>
        <p:spPr>
          <a:xfrm>
            <a:off x="22877896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7" name="Star"/>
          <p:cNvSpPr/>
          <p:nvPr/>
        </p:nvSpPr>
        <p:spPr>
          <a:xfrm>
            <a:off x="23212485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8" name="Star"/>
          <p:cNvSpPr/>
          <p:nvPr/>
        </p:nvSpPr>
        <p:spPr>
          <a:xfrm>
            <a:off x="23551074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9" name="Star"/>
          <p:cNvSpPr/>
          <p:nvPr/>
        </p:nvSpPr>
        <p:spPr>
          <a:xfrm>
            <a:off x="20516318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0" name="Star"/>
          <p:cNvSpPr/>
          <p:nvPr/>
        </p:nvSpPr>
        <p:spPr>
          <a:xfrm>
            <a:off x="20854906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1" name="Star"/>
          <p:cNvSpPr/>
          <p:nvPr/>
        </p:nvSpPr>
        <p:spPr>
          <a:xfrm>
            <a:off x="21193497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2" name="Star"/>
          <p:cNvSpPr/>
          <p:nvPr/>
        </p:nvSpPr>
        <p:spPr>
          <a:xfrm>
            <a:off x="21532085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3" name="Star"/>
          <p:cNvSpPr/>
          <p:nvPr/>
        </p:nvSpPr>
        <p:spPr>
          <a:xfrm>
            <a:off x="21865935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4" name="Star"/>
          <p:cNvSpPr/>
          <p:nvPr/>
        </p:nvSpPr>
        <p:spPr>
          <a:xfrm>
            <a:off x="22204523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5" name="Star"/>
          <p:cNvSpPr/>
          <p:nvPr/>
        </p:nvSpPr>
        <p:spPr>
          <a:xfrm>
            <a:off x="22543113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6" name="Star"/>
          <p:cNvSpPr/>
          <p:nvPr/>
        </p:nvSpPr>
        <p:spPr>
          <a:xfrm>
            <a:off x="22881702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7" name="Star"/>
          <p:cNvSpPr/>
          <p:nvPr/>
        </p:nvSpPr>
        <p:spPr>
          <a:xfrm>
            <a:off x="23216291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8" name="Star"/>
          <p:cNvSpPr/>
          <p:nvPr/>
        </p:nvSpPr>
        <p:spPr>
          <a:xfrm>
            <a:off x="23554880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9" name="Star"/>
          <p:cNvSpPr/>
          <p:nvPr/>
        </p:nvSpPr>
        <p:spPr>
          <a:xfrm>
            <a:off x="20521565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0" name="Star"/>
          <p:cNvSpPr/>
          <p:nvPr/>
        </p:nvSpPr>
        <p:spPr>
          <a:xfrm>
            <a:off x="20860154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1" name="Star"/>
          <p:cNvSpPr/>
          <p:nvPr/>
        </p:nvSpPr>
        <p:spPr>
          <a:xfrm>
            <a:off x="21198743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2" name="Star"/>
          <p:cNvSpPr/>
          <p:nvPr/>
        </p:nvSpPr>
        <p:spPr>
          <a:xfrm>
            <a:off x="21537331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3" name="Star"/>
          <p:cNvSpPr/>
          <p:nvPr/>
        </p:nvSpPr>
        <p:spPr>
          <a:xfrm>
            <a:off x="21871182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4" name="Star"/>
          <p:cNvSpPr/>
          <p:nvPr/>
        </p:nvSpPr>
        <p:spPr>
          <a:xfrm>
            <a:off x="22209771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5" name="Star"/>
          <p:cNvSpPr/>
          <p:nvPr/>
        </p:nvSpPr>
        <p:spPr>
          <a:xfrm>
            <a:off x="22548360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6" name="Star"/>
          <p:cNvSpPr/>
          <p:nvPr/>
        </p:nvSpPr>
        <p:spPr>
          <a:xfrm>
            <a:off x="22886948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7" name="Star"/>
          <p:cNvSpPr/>
          <p:nvPr/>
        </p:nvSpPr>
        <p:spPr>
          <a:xfrm>
            <a:off x="23221539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8" name="Star"/>
          <p:cNvSpPr/>
          <p:nvPr/>
        </p:nvSpPr>
        <p:spPr>
          <a:xfrm>
            <a:off x="23560127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9" name="Star"/>
          <p:cNvSpPr/>
          <p:nvPr/>
        </p:nvSpPr>
        <p:spPr>
          <a:xfrm>
            <a:off x="20521565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0" name="Star"/>
          <p:cNvSpPr/>
          <p:nvPr/>
        </p:nvSpPr>
        <p:spPr>
          <a:xfrm>
            <a:off x="20860154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1" name="Star"/>
          <p:cNvSpPr/>
          <p:nvPr/>
        </p:nvSpPr>
        <p:spPr>
          <a:xfrm>
            <a:off x="21198743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2" name="Star"/>
          <p:cNvSpPr/>
          <p:nvPr/>
        </p:nvSpPr>
        <p:spPr>
          <a:xfrm>
            <a:off x="21537331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3" name="Star"/>
          <p:cNvSpPr/>
          <p:nvPr/>
        </p:nvSpPr>
        <p:spPr>
          <a:xfrm>
            <a:off x="21871182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4" name="Star"/>
          <p:cNvSpPr/>
          <p:nvPr/>
        </p:nvSpPr>
        <p:spPr>
          <a:xfrm>
            <a:off x="22209771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5" name="Star"/>
          <p:cNvSpPr/>
          <p:nvPr/>
        </p:nvSpPr>
        <p:spPr>
          <a:xfrm>
            <a:off x="22548360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6" name="Star"/>
          <p:cNvSpPr/>
          <p:nvPr/>
        </p:nvSpPr>
        <p:spPr>
          <a:xfrm>
            <a:off x="22886948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7" name="Star"/>
          <p:cNvSpPr/>
          <p:nvPr/>
        </p:nvSpPr>
        <p:spPr>
          <a:xfrm>
            <a:off x="23221539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8" name="Star"/>
          <p:cNvSpPr/>
          <p:nvPr/>
        </p:nvSpPr>
        <p:spPr>
          <a:xfrm>
            <a:off x="23560127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9" name="Star"/>
          <p:cNvSpPr/>
          <p:nvPr/>
        </p:nvSpPr>
        <p:spPr>
          <a:xfrm>
            <a:off x="20521565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0" name="Star"/>
          <p:cNvSpPr/>
          <p:nvPr/>
        </p:nvSpPr>
        <p:spPr>
          <a:xfrm>
            <a:off x="20860154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1" name="Star"/>
          <p:cNvSpPr/>
          <p:nvPr/>
        </p:nvSpPr>
        <p:spPr>
          <a:xfrm>
            <a:off x="21198743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2" name="Star"/>
          <p:cNvSpPr/>
          <p:nvPr/>
        </p:nvSpPr>
        <p:spPr>
          <a:xfrm>
            <a:off x="21537331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3" name="Star"/>
          <p:cNvSpPr/>
          <p:nvPr/>
        </p:nvSpPr>
        <p:spPr>
          <a:xfrm>
            <a:off x="21871182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4" name="Star"/>
          <p:cNvSpPr/>
          <p:nvPr/>
        </p:nvSpPr>
        <p:spPr>
          <a:xfrm>
            <a:off x="22209771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5" name="Star"/>
          <p:cNvSpPr/>
          <p:nvPr/>
        </p:nvSpPr>
        <p:spPr>
          <a:xfrm>
            <a:off x="22548360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6" name="Star"/>
          <p:cNvSpPr/>
          <p:nvPr/>
        </p:nvSpPr>
        <p:spPr>
          <a:xfrm>
            <a:off x="22886948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7" name="Star"/>
          <p:cNvSpPr/>
          <p:nvPr/>
        </p:nvSpPr>
        <p:spPr>
          <a:xfrm>
            <a:off x="23221539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8" name="Star"/>
          <p:cNvSpPr/>
          <p:nvPr/>
        </p:nvSpPr>
        <p:spPr>
          <a:xfrm>
            <a:off x="23560127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1171" name="9"/>
          <p:cNvGrpSpPr/>
          <p:nvPr/>
        </p:nvGrpSpPr>
        <p:grpSpPr>
          <a:xfrm>
            <a:off x="5636046" y="9988295"/>
            <a:ext cx="369517" cy="383519"/>
            <a:chOff x="0" y="0"/>
            <a:chExt cx="369516" cy="383518"/>
          </a:xfrm>
        </p:grpSpPr>
        <p:sp>
          <p:nvSpPr>
            <p:cNvPr id="1169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0" name="9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9</a:t>
              </a:r>
            </a:p>
          </p:txBody>
        </p:sp>
      </p:grpSp>
      <p:grpSp>
        <p:nvGrpSpPr>
          <p:cNvPr id="1174" name="11"/>
          <p:cNvGrpSpPr/>
          <p:nvPr/>
        </p:nvGrpSpPr>
        <p:grpSpPr>
          <a:xfrm>
            <a:off x="4831430" y="10316581"/>
            <a:ext cx="369517" cy="383519"/>
            <a:chOff x="0" y="0"/>
            <a:chExt cx="369516" cy="383518"/>
          </a:xfrm>
        </p:grpSpPr>
        <p:sp>
          <p:nvSpPr>
            <p:cNvPr id="1172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3" name="1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1177" name="7"/>
          <p:cNvGrpSpPr/>
          <p:nvPr/>
        </p:nvGrpSpPr>
        <p:grpSpPr>
          <a:xfrm>
            <a:off x="6440658" y="10316581"/>
            <a:ext cx="369517" cy="383519"/>
            <a:chOff x="0" y="0"/>
            <a:chExt cx="369516" cy="383518"/>
          </a:xfrm>
        </p:grpSpPr>
        <p:sp>
          <p:nvSpPr>
            <p:cNvPr id="1175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6" name="7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1180" name="8"/>
          <p:cNvGrpSpPr/>
          <p:nvPr/>
        </p:nvGrpSpPr>
        <p:grpSpPr>
          <a:xfrm>
            <a:off x="5244725" y="10893821"/>
            <a:ext cx="369517" cy="383519"/>
            <a:chOff x="0" y="0"/>
            <a:chExt cx="369516" cy="383518"/>
          </a:xfrm>
        </p:grpSpPr>
        <p:sp>
          <p:nvSpPr>
            <p:cNvPr id="1178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9" name="8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8</a:t>
              </a:r>
            </a:p>
          </p:txBody>
        </p:sp>
      </p:grpSp>
      <p:grpSp>
        <p:nvGrpSpPr>
          <p:cNvPr id="1183" name="6"/>
          <p:cNvGrpSpPr/>
          <p:nvPr/>
        </p:nvGrpSpPr>
        <p:grpSpPr>
          <a:xfrm>
            <a:off x="5636046" y="11377755"/>
            <a:ext cx="369517" cy="383519"/>
            <a:chOff x="0" y="0"/>
            <a:chExt cx="369516" cy="383518"/>
          </a:xfrm>
        </p:grpSpPr>
        <p:sp>
          <p:nvSpPr>
            <p:cNvPr id="1181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2" name="6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6</a:t>
              </a:r>
            </a:p>
          </p:txBody>
        </p:sp>
      </p:grpSp>
      <p:grpSp>
        <p:nvGrpSpPr>
          <p:cNvPr id="1186" name="5"/>
          <p:cNvGrpSpPr/>
          <p:nvPr/>
        </p:nvGrpSpPr>
        <p:grpSpPr>
          <a:xfrm>
            <a:off x="4778064" y="11609513"/>
            <a:ext cx="369517" cy="383519"/>
            <a:chOff x="0" y="0"/>
            <a:chExt cx="369516" cy="383518"/>
          </a:xfrm>
        </p:grpSpPr>
        <p:sp>
          <p:nvSpPr>
            <p:cNvPr id="1184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5" name="5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5</a:t>
              </a:r>
            </a:p>
          </p:txBody>
        </p:sp>
      </p:grpSp>
      <p:grpSp>
        <p:nvGrpSpPr>
          <p:cNvPr id="1189" name="2"/>
          <p:cNvGrpSpPr/>
          <p:nvPr/>
        </p:nvGrpSpPr>
        <p:grpSpPr>
          <a:xfrm>
            <a:off x="6511809" y="11609513"/>
            <a:ext cx="369517" cy="383519"/>
            <a:chOff x="0" y="0"/>
            <a:chExt cx="369516" cy="383518"/>
          </a:xfrm>
        </p:grpSpPr>
        <p:sp>
          <p:nvSpPr>
            <p:cNvPr id="1187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8" name="2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1192" name="4"/>
          <p:cNvGrpSpPr/>
          <p:nvPr/>
        </p:nvGrpSpPr>
        <p:grpSpPr>
          <a:xfrm>
            <a:off x="5244725" y="11923923"/>
            <a:ext cx="369517" cy="383519"/>
            <a:chOff x="0" y="0"/>
            <a:chExt cx="369516" cy="383518"/>
          </a:xfrm>
        </p:grpSpPr>
        <p:sp>
          <p:nvSpPr>
            <p:cNvPr id="1190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1" name="4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4</a:t>
              </a:r>
            </a:p>
          </p:txBody>
        </p:sp>
      </p:grpSp>
      <p:grpSp>
        <p:nvGrpSpPr>
          <p:cNvPr id="1195" name="3"/>
          <p:cNvGrpSpPr/>
          <p:nvPr/>
        </p:nvGrpSpPr>
        <p:grpSpPr>
          <a:xfrm>
            <a:off x="6029723" y="11923923"/>
            <a:ext cx="369517" cy="383519"/>
            <a:chOff x="0" y="0"/>
            <a:chExt cx="369516" cy="383518"/>
          </a:xfrm>
        </p:grpSpPr>
        <p:sp>
          <p:nvSpPr>
            <p:cNvPr id="1193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4" name="3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1198" name="1"/>
          <p:cNvGrpSpPr/>
          <p:nvPr/>
        </p:nvGrpSpPr>
        <p:grpSpPr>
          <a:xfrm>
            <a:off x="5636046" y="12531862"/>
            <a:ext cx="369517" cy="383519"/>
            <a:chOff x="0" y="0"/>
            <a:chExt cx="369516" cy="383518"/>
          </a:xfrm>
        </p:grpSpPr>
        <p:sp>
          <p:nvSpPr>
            <p:cNvPr id="1196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3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7" name="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1201" name="10"/>
          <p:cNvGrpSpPr/>
          <p:nvPr/>
        </p:nvGrpSpPr>
        <p:grpSpPr>
          <a:xfrm>
            <a:off x="5858298" y="10651021"/>
            <a:ext cx="369517" cy="383519"/>
            <a:chOff x="0" y="0"/>
            <a:chExt cx="369516" cy="383518"/>
          </a:xfrm>
        </p:grpSpPr>
        <p:sp>
          <p:nvSpPr>
            <p:cNvPr id="1199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00" name="10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sp>
        <p:nvSpPr>
          <p:cNvPr id="1202" name="TextBox 31"/>
          <p:cNvSpPr txBox="1"/>
          <p:nvPr/>
        </p:nvSpPr>
        <p:spPr>
          <a:xfrm>
            <a:off x="2609789" y="11554262"/>
            <a:ext cx="1556417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</p:txBody>
      </p:sp>
      <p:pic>
        <p:nvPicPr>
          <p:cNvPr id="1203" name="Logo_Scisports.png" descr="Logo_Scisports.png">
            <a:hlinkClick r:id="rId2" invalidUrl="" action="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rcRect l="37777" t="0" r="0" b="0"/>
          <a:stretch>
            <a:fillRect/>
          </a:stretch>
        </p:blipFill>
        <p:spPr>
          <a:xfrm>
            <a:off x="16586944" y="785320"/>
            <a:ext cx="922534" cy="510944"/>
          </a:xfrm>
          <a:prstGeom prst="rect">
            <a:avLst/>
          </a:prstGeom>
          <a:ln w="12700">
            <a:miter lim="400000"/>
          </a:ln>
        </p:spPr>
      </p:pic>
      <p:sp>
        <p:nvSpPr>
          <p:cNvPr id="1204" name="Browse…">
            <a:hlinkClick r:id="rId4" invalidUrl="" action="ppaction://hlinksldjump" tgtFrame="" tooltip="" history="1" highlightClick="0" endSnd="0"/>
          </p:cNvPr>
          <p:cNvSpPr/>
          <p:nvPr/>
        </p:nvSpPr>
        <p:spPr>
          <a:xfrm>
            <a:off x="463550" y="296333"/>
            <a:ext cx="1397069" cy="1397069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Browse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Foto</a:t>
            </a:r>
          </a:p>
        </p:txBody>
      </p:sp>
      <p:sp>
        <p:nvSpPr>
          <p:cNvPr id="1205" name="Onverstoorbaarheid"/>
          <p:cNvSpPr txBox="1"/>
          <p:nvPr/>
        </p:nvSpPr>
        <p:spPr>
          <a:xfrm>
            <a:off x="16838432" y="7520984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Onverstoorbaarheid</a:t>
            </a:r>
          </a:p>
        </p:txBody>
      </p:sp>
      <p:sp>
        <p:nvSpPr>
          <p:cNvPr id="1206" name="Star"/>
          <p:cNvSpPr/>
          <p:nvPr/>
        </p:nvSpPr>
        <p:spPr>
          <a:xfrm>
            <a:off x="20512512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7" name="Star"/>
          <p:cNvSpPr/>
          <p:nvPr/>
        </p:nvSpPr>
        <p:spPr>
          <a:xfrm>
            <a:off x="20851100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8" name="Star"/>
          <p:cNvSpPr/>
          <p:nvPr/>
        </p:nvSpPr>
        <p:spPr>
          <a:xfrm>
            <a:off x="21189691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9" name="Star"/>
          <p:cNvSpPr/>
          <p:nvPr/>
        </p:nvSpPr>
        <p:spPr>
          <a:xfrm>
            <a:off x="21528279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0" name="Star"/>
          <p:cNvSpPr/>
          <p:nvPr/>
        </p:nvSpPr>
        <p:spPr>
          <a:xfrm>
            <a:off x="21862129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1" name="Star"/>
          <p:cNvSpPr/>
          <p:nvPr/>
        </p:nvSpPr>
        <p:spPr>
          <a:xfrm>
            <a:off x="22200717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2" name="Star"/>
          <p:cNvSpPr/>
          <p:nvPr/>
        </p:nvSpPr>
        <p:spPr>
          <a:xfrm>
            <a:off x="22539307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3" name="Star"/>
          <p:cNvSpPr/>
          <p:nvPr/>
        </p:nvSpPr>
        <p:spPr>
          <a:xfrm>
            <a:off x="22877896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4" name="Star"/>
          <p:cNvSpPr/>
          <p:nvPr/>
        </p:nvSpPr>
        <p:spPr>
          <a:xfrm>
            <a:off x="23212485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5" name="Star"/>
          <p:cNvSpPr/>
          <p:nvPr/>
        </p:nvSpPr>
        <p:spPr>
          <a:xfrm>
            <a:off x="23551074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6" name="GOALKeeper #01"/>
          <p:cNvSpPr txBox="1"/>
          <p:nvPr/>
        </p:nvSpPr>
        <p:spPr>
          <a:xfrm>
            <a:off x="374971" y="10045556"/>
            <a:ext cx="3265267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3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GOALKeeper #01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Tabel 1"/>
          <p:cNvGraphicFramePr/>
          <p:nvPr/>
        </p:nvGraphicFramePr>
        <p:xfrm>
          <a:off x="4052286" y="673006"/>
          <a:ext cx="17879300" cy="1238268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573319"/>
                <a:gridCol w="3573319"/>
                <a:gridCol w="4482413"/>
                <a:gridCol w="2664226"/>
                <a:gridCol w="3573319"/>
              </a:tblGrid>
              <a:tr h="1124544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GK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Vermenigvuldigingsfactor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Resultaat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Handling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Voorkomen vs verdedigen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Bal verwerking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Wendbaarheid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MOED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Onverstoorbaarheid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Gemiddelde 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0.00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9"/>
          <p:cNvSpPr/>
          <p:nvPr/>
        </p:nvSpPr>
        <p:spPr>
          <a:xfrm>
            <a:off x="20427404" y="495506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221" name="11"/>
          <p:cNvSpPr/>
          <p:nvPr/>
        </p:nvSpPr>
        <p:spPr>
          <a:xfrm>
            <a:off x="18995767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7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222" name="7"/>
          <p:cNvSpPr/>
          <p:nvPr/>
        </p:nvSpPr>
        <p:spPr>
          <a:xfrm>
            <a:off x="21859042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223" name="5"/>
          <p:cNvSpPr/>
          <p:nvPr/>
        </p:nvSpPr>
        <p:spPr>
          <a:xfrm>
            <a:off x="18900818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224" name="2"/>
          <p:cNvSpPr/>
          <p:nvPr/>
        </p:nvSpPr>
        <p:spPr>
          <a:xfrm>
            <a:off x="21985640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25" name="4"/>
          <p:cNvSpPr/>
          <p:nvPr/>
        </p:nvSpPr>
        <p:spPr>
          <a:xfrm>
            <a:off x="19731139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26" name="3"/>
          <p:cNvSpPr/>
          <p:nvPr/>
        </p:nvSpPr>
        <p:spPr>
          <a:xfrm>
            <a:off x="21127868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27" name="1"/>
          <p:cNvSpPr/>
          <p:nvPr/>
        </p:nvSpPr>
        <p:spPr>
          <a:xfrm>
            <a:off x="20427404" y="9762007"/>
            <a:ext cx="657473" cy="682385"/>
          </a:xfrm>
          <a:prstGeom prst="ellipse">
            <a:avLst/>
          </a:prstGeom>
          <a:solidFill>
            <a:srgbClr val="173883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solidFill>
                  <a:srgbClr val="FFFFFF"/>
                </a:solidFill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28" name="6"/>
          <p:cNvSpPr/>
          <p:nvPr/>
        </p:nvSpPr>
        <p:spPr>
          <a:xfrm>
            <a:off x="20653123" y="7600564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229" name="8"/>
          <p:cNvSpPr/>
          <p:nvPr/>
        </p:nvSpPr>
        <p:spPr>
          <a:xfrm>
            <a:off x="19920776" y="691404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230" name="10"/>
          <p:cNvSpPr/>
          <p:nvPr/>
        </p:nvSpPr>
        <p:spPr>
          <a:xfrm>
            <a:off x="20933539" y="6424333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6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231" name="TextBox 17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2681283" y="614927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1232" name="TextBox 17">
            <a:hlinkClick r:id="rId3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7046021"/>
            <a:ext cx="4370794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233" name="TextBox 17">
            <a:hlinkClick r:id="rId4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234" name="TextBox 17">
            <a:hlinkClick r:id="rId5" invalidUrl="" action="ppaction://hlinksldjump" tgtFrame="" tooltip="" history="1" highlightClick="0" endSnd="0"/>
          </p:cNvPr>
          <p:cNvSpPr txBox="1"/>
          <p:nvPr/>
        </p:nvSpPr>
        <p:spPr>
          <a:xfrm>
            <a:off x="7588917" y="616832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235" name="TextBox 17">
            <a:hlinkClick r:id="rId6" invalidUrl="" action="ppaction://hlinksldjump" tgtFrame="" tooltip="" history="1" highlightClick="0" endSnd="0"/>
          </p:cNvPr>
          <p:cNvSpPr txBox="1"/>
          <p:nvPr/>
        </p:nvSpPr>
        <p:spPr>
          <a:xfrm>
            <a:off x="12365868" y="615714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236" name="TextBox 17">
            <a:hlinkClick r:id="rId7" invalidUrl="" action="ppaction://hlinksldjump" tgtFrame="" tooltip="" history="1" highlightClick="0" endSnd="0"/>
          </p:cNvPr>
          <p:cNvSpPr txBox="1"/>
          <p:nvPr/>
        </p:nvSpPr>
        <p:spPr>
          <a:xfrm>
            <a:off x="12421113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Onverstoorbaarheid</a:t>
            </a:r>
          </a:p>
        </p:txBody>
      </p:sp>
      <p:sp>
        <p:nvSpPr>
          <p:cNvPr id="1237" name="Goalkeeper #01"/>
          <p:cNvSpPr txBox="1"/>
          <p:nvPr/>
        </p:nvSpPr>
        <p:spPr>
          <a:xfrm>
            <a:off x="2585137" y="43415"/>
            <a:ext cx="11134958" cy="9271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8100" dist="57611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b="1" cap="all" sz="6000">
                <a:solidFill>
                  <a:srgbClr val="18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Goalkeeper #01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TextBox 31"/>
          <p:cNvSpPr txBox="1"/>
          <p:nvPr/>
        </p:nvSpPr>
        <p:spPr>
          <a:xfrm>
            <a:off x="469900" y="4585372"/>
            <a:ext cx="4887608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Buiten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 op 1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Standaard situaties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0" name="TextBox 30"/>
          <p:cNvSpPr txBox="1"/>
          <p:nvPr/>
        </p:nvSpPr>
        <p:spPr>
          <a:xfrm>
            <a:off x="240575" y="2700670"/>
            <a:ext cx="58910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“Houdt veel ballen tegen”</a:t>
            </a:r>
          </a:p>
        </p:txBody>
      </p:sp>
      <p:sp>
        <p:nvSpPr>
          <p:cNvPr id="1241" name="TextBox 17"/>
          <p:cNvSpPr txBox="1"/>
          <p:nvPr/>
        </p:nvSpPr>
        <p:spPr>
          <a:xfrm>
            <a:off x="242426" y="121369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1242" name="TextBox 31"/>
          <p:cNvSpPr txBox="1"/>
          <p:nvPr/>
        </p:nvSpPr>
        <p:spPr>
          <a:xfrm>
            <a:off x="6439242" y="4585372"/>
            <a:ext cx="4887609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Keuzes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Vervolg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3" name="TextBox 30"/>
          <p:cNvSpPr txBox="1"/>
          <p:nvPr/>
        </p:nvSpPr>
        <p:spPr>
          <a:xfrm>
            <a:off x="6232100" y="229899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“Lezen, anticiperen en reageren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 1vs1, diepte bespelen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 flankballen”</a:t>
            </a:r>
          </a:p>
        </p:txBody>
      </p:sp>
      <p:sp>
        <p:nvSpPr>
          <p:cNvPr id="1244" name="TextBox 17"/>
          <p:cNvSpPr txBox="1"/>
          <p:nvPr/>
        </p:nvSpPr>
        <p:spPr>
          <a:xfrm>
            <a:off x="6233952" y="1294610"/>
            <a:ext cx="5878328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1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245" name="TextBox 30"/>
          <p:cNvSpPr txBox="1"/>
          <p:nvPr/>
        </p:nvSpPr>
        <p:spPr>
          <a:xfrm>
            <a:off x="12222267" y="2705390"/>
            <a:ext cx="58910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“Uittrappen, passen en gooien”</a:t>
            </a:r>
          </a:p>
        </p:txBody>
      </p:sp>
      <p:sp>
        <p:nvSpPr>
          <p:cNvPr id="1246" name="TextBox 17"/>
          <p:cNvSpPr txBox="1"/>
          <p:nvPr/>
        </p:nvSpPr>
        <p:spPr>
          <a:xfrm>
            <a:off x="12224118" y="12311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247" name="TextBox 31"/>
          <p:cNvSpPr txBox="1"/>
          <p:nvPr/>
        </p:nvSpPr>
        <p:spPr>
          <a:xfrm>
            <a:off x="12440273" y="4585372"/>
            <a:ext cx="5102071" cy="2514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van 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passes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pc="-53"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Beide benen / armen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&amp; hoogte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8" name="TextBox 31"/>
          <p:cNvSpPr txBox="1"/>
          <p:nvPr/>
        </p:nvSpPr>
        <p:spPr>
          <a:xfrm>
            <a:off x="18441305" y="4585372"/>
            <a:ext cx="3780774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9" name="TextBox 30"/>
          <p:cNvSpPr txBox="1"/>
          <p:nvPr/>
        </p:nvSpPr>
        <p:spPr>
          <a:xfrm>
            <a:off x="18203191" y="2339630"/>
            <a:ext cx="5891026" cy="11379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1250" name="TextBox 17"/>
          <p:cNvSpPr txBox="1"/>
          <p:nvPr/>
        </p:nvSpPr>
        <p:spPr>
          <a:xfrm>
            <a:off x="18205043" y="12311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251" name="TextBox 30"/>
          <p:cNvSpPr txBox="1"/>
          <p:nvPr/>
        </p:nvSpPr>
        <p:spPr>
          <a:xfrm>
            <a:off x="550879" y="8758218"/>
            <a:ext cx="5359311" cy="812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“Volhouden van de positie specifieke voetbalacties”</a:t>
            </a:r>
          </a:p>
        </p:txBody>
      </p:sp>
      <p:sp>
        <p:nvSpPr>
          <p:cNvPr id="1252" name="TextBox 17"/>
          <p:cNvSpPr txBox="1"/>
          <p:nvPr/>
        </p:nvSpPr>
        <p:spPr>
          <a:xfrm>
            <a:off x="263590" y="7474438"/>
            <a:ext cx="5883091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253" name="TextBox 31"/>
          <p:cNvSpPr txBox="1"/>
          <p:nvPr/>
        </p:nvSpPr>
        <p:spPr>
          <a:xfrm>
            <a:off x="480211" y="10841514"/>
            <a:ext cx="2750188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54" name="TextBox 31"/>
          <p:cNvSpPr txBox="1"/>
          <p:nvPr/>
        </p:nvSpPr>
        <p:spPr>
          <a:xfrm>
            <a:off x="6445592" y="10841514"/>
            <a:ext cx="3780774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Stabiel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Beïnvloeden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Bewust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Reactie na een fout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Omgaan met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55" name="TextBox 30"/>
          <p:cNvSpPr txBox="1"/>
          <p:nvPr/>
        </p:nvSpPr>
        <p:spPr>
          <a:xfrm>
            <a:off x="6231304" y="8761565"/>
            <a:ext cx="5891026" cy="748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25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“Voert zijn taken uit ongeacht de omstandigheden”</a:t>
            </a:r>
          </a:p>
        </p:txBody>
      </p:sp>
      <p:sp>
        <p:nvSpPr>
          <p:cNvPr id="1256" name="TextBox 17"/>
          <p:cNvSpPr txBox="1"/>
          <p:nvPr/>
        </p:nvSpPr>
        <p:spPr>
          <a:xfrm>
            <a:off x="6233156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Onverstoorbaarheid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59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0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1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2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3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4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5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6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7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8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69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70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73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4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5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6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7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8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9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0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1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2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83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84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87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8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9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0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1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2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3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4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5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6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97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98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01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2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3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4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5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6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7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8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9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0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11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12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15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6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7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8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9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0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1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2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3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4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25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26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29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0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1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2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3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4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5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6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7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8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39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40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TextBox 28"/>
          <p:cNvSpPr txBox="1"/>
          <p:nvPr/>
        </p:nvSpPr>
        <p:spPr>
          <a:xfrm>
            <a:off x="15307991" y="8777643"/>
            <a:ext cx="194797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