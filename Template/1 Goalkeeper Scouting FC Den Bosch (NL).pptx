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24384000" cy="13716000"/>
  <p:notesSz cx="6858000" cy="9144000"/>
  <p:defaultTextStyle>
    <a:defPPr>
      <a:defRPr lang="LID4096"/>
    </a:defPPr>
    <a:lvl1pPr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4572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9144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13716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1828800" algn="l" defTabSz="2436813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48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hape 1032">
            <a:extLst>
              <a:ext uri="{FF2B5EF4-FFF2-40B4-BE49-F238E27FC236}">
                <a16:creationId xmlns:a16="http://schemas.microsoft.com/office/drawing/2014/main" id="{5DF649B9-9640-2556-C6F3-3C070118B5B5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3011" name="Shape 1033">
            <a:extLst>
              <a:ext uri="{FF2B5EF4-FFF2-40B4-BE49-F238E27FC236}">
                <a16:creationId xmlns:a16="http://schemas.microsoft.com/office/drawing/2014/main" id="{6C19FC36-BF32-40EC-2FFF-AB77E4494987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LID4096" altLang="LID4096">
              <a:sym typeface="Helvetica Neue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1pPr>
    <a:lvl2pPr marL="742950" indent="-28575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2pPr>
    <a:lvl3pPr marL="11430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3pPr>
    <a:lvl4pPr marL="16002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4pPr>
    <a:lvl5pPr marL="20574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+mn-lt"/>
        <a:ea typeface="+mn-ea"/>
        <a:cs typeface="+mn-cs"/>
        <a:sym typeface="Helvetica Neue" charset="0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t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ti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ti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(EN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83F7E708-723B-8BC2-D461-ED508F24DDA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237AF305-50BD-8C9F-3386-23918DAA1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134938"/>
            <a:ext cx="24536400" cy="1282701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409A2A8B-210E-45B4-795A-C9032D686B61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8400"/>
            <a:ext cx="24898350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22EC0E43-CADD-C928-6E18-416811CCBC4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9675" y="5089525"/>
            <a:ext cx="15568613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pic>
        <p:nvPicPr>
          <p:cNvPr id="6" name="FC DEN BOSCH LOGO.png" descr="FC DEN BOSCH LOGO.png">
            <a:extLst>
              <a:ext uri="{FF2B5EF4-FFF2-40B4-BE49-F238E27FC236}">
                <a16:creationId xmlns:a16="http://schemas.microsoft.com/office/drawing/2014/main" id="{6FF460C7-2CBC-2579-07F5-78DB011A4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blurRad="139700" dist="148130" dir="5400000" rotWithShape="0">
              <a:srgbClr val="000000">
                <a:alpha val="50000"/>
              </a:srgbClr>
            </a:outerShdw>
            <a:reflection stA="50000" endPos="40000" dir="5400000" sy="-100000" algn="bl" rotWithShape="0"/>
          </a:effectLst>
        </p:spPr>
      </p:pic>
      <p:sp>
        <p:nvSpPr>
          <p:cNvPr id="7" name="Rectangle">
            <a:extLst>
              <a:ext uri="{FF2B5EF4-FFF2-40B4-BE49-F238E27FC236}">
                <a16:creationId xmlns:a16="http://schemas.microsoft.com/office/drawing/2014/main" id="{CF949CA0-D7B2-170E-7172-9C92E90E8FA1}"/>
              </a:ext>
            </a:extLst>
          </p:cNvPr>
          <p:cNvSpPr/>
          <p:nvPr/>
        </p:nvSpPr>
        <p:spPr>
          <a:xfrm>
            <a:off x="2628900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269D9A6-AD8A-69E1-CF6A-081C3F114143}"/>
              </a:ext>
            </a:extLst>
          </p:cNvPr>
          <p:cNvSpPr txBox="1"/>
          <p:nvPr/>
        </p:nvSpPr>
        <p:spPr>
          <a:xfrm>
            <a:off x="2582863" y="3613150"/>
            <a:ext cx="4479925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FOOTBALL</a:t>
            </a: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84657119-15DE-5145-E6CA-6E89001222A9}"/>
              </a:ext>
            </a:extLst>
          </p:cNvPr>
          <p:cNvSpPr/>
          <p:nvPr/>
        </p:nvSpPr>
        <p:spPr>
          <a:xfrm>
            <a:off x="7481888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65DF4943-CCEE-1C7D-1EEF-25112022CDF3}"/>
              </a:ext>
            </a:extLst>
          </p:cNvPr>
          <p:cNvSpPr/>
          <p:nvPr/>
        </p:nvSpPr>
        <p:spPr>
          <a:xfrm>
            <a:off x="12393613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05CD06DE-2589-F897-F61A-B72DA7FA5251}"/>
              </a:ext>
            </a:extLst>
          </p:cNvPr>
          <p:cNvGrpSpPr>
            <a:grpSpLocks/>
          </p:cNvGrpSpPr>
          <p:nvPr/>
        </p:nvGrpSpPr>
        <p:grpSpPr bwMode="auto">
          <a:xfrm>
            <a:off x="18383250" y="3832225"/>
            <a:ext cx="4746625" cy="7153275"/>
            <a:chOff x="0" y="0"/>
            <a:chExt cx="4746646" cy="7153726"/>
          </a:xfrm>
        </p:grpSpPr>
        <p:sp>
          <p:nvSpPr>
            <p:cNvPr id="12" name="Rounded Rectangle">
              <a:extLst>
                <a:ext uri="{FF2B5EF4-FFF2-40B4-BE49-F238E27FC236}">
                  <a16:creationId xmlns:a16="http://schemas.microsoft.com/office/drawing/2014/main" id="{237DFA9E-ECD8-347F-DA85-EEAAF904C0EC}"/>
                </a:ext>
              </a:extLst>
            </p:cNvPr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DEA17CAA-410C-DBCE-8AFF-57809518BC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311"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4" name="Freeform 7">
            <a:extLst>
              <a:ext uri="{FF2B5EF4-FFF2-40B4-BE49-F238E27FC236}">
                <a16:creationId xmlns:a16="http://schemas.microsoft.com/office/drawing/2014/main" id="{659D4C56-CB51-6786-61A4-72372DC03870}"/>
              </a:ext>
            </a:extLst>
          </p:cNvPr>
          <p:cNvSpPr/>
          <p:nvPr/>
        </p:nvSpPr>
        <p:spPr>
          <a:xfrm>
            <a:off x="2663825" y="5924550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17476B22-B577-F14D-5F29-6CF0080E096C}"/>
              </a:ext>
            </a:extLst>
          </p:cNvPr>
          <p:cNvSpPr/>
          <p:nvPr/>
        </p:nvSpPr>
        <p:spPr>
          <a:xfrm>
            <a:off x="2663825" y="6988175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D69BF700-C31F-AB01-F61F-91373EE3CD25}"/>
              </a:ext>
            </a:extLst>
          </p:cNvPr>
          <p:cNvSpPr/>
          <p:nvPr/>
        </p:nvSpPr>
        <p:spPr>
          <a:xfrm>
            <a:off x="2663825" y="9725025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6BC379D3-97D1-23DD-93B8-B329FE5AA721}"/>
              </a:ext>
            </a:extLst>
          </p:cNvPr>
          <p:cNvSpPr/>
          <p:nvPr/>
        </p:nvSpPr>
        <p:spPr>
          <a:xfrm>
            <a:off x="2663825" y="10788650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ABA4AF1D-C2B0-F1A9-ECAA-3C61ADA65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880903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3027A892-62EE-4BA1-ADB8-BBB5FCE1C4BE}"/>
              </a:ext>
            </a:extLst>
          </p:cNvPr>
          <p:cNvSpPr/>
          <p:nvPr/>
        </p:nvSpPr>
        <p:spPr>
          <a:xfrm>
            <a:off x="755332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E7005AAA-E871-F457-E30A-E5DDE8B59D52}"/>
              </a:ext>
            </a:extLst>
          </p:cNvPr>
          <p:cNvSpPr/>
          <p:nvPr/>
        </p:nvSpPr>
        <p:spPr>
          <a:xfrm>
            <a:off x="755332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42514AAD-CB99-B059-A84B-C7C359D604A0}"/>
              </a:ext>
            </a:extLst>
          </p:cNvPr>
          <p:cNvSpPr/>
          <p:nvPr/>
        </p:nvSpPr>
        <p:spPr>
          <a:xfrm>
            <a:off x="755332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4DEE69E-38DC-0F15-6BBF-89DA65BBB97B}"/>
              </a:ext>
            </a:extLst>
          </p:cNvPr>
          <p:cNvSpPr/>
          <p:nvPr/>
        </p:nvSpPr>
        <p:spPr>
          <a:xfrm>
            <a:off x="755332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24220654-4043-EA29-5D8A-B2B53D0598AE}"/>
              </a:ext>
            </a:extLst>
          </p:cNvPr>
          <p:cNvSpPr/>
          <p:nvPr/>
        </p:nvSpPr>
        <p:spPr>
          <a:xfrm>
            <a:off x="1238567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60F01033-2B1E-D334-444B-91D3007B6158}"/>
              </a:ext>
            </a:extLst>
          </p:cNvPr>
          <p:cNvSpPr/>
          <p:nvPr/>
        </p:nvSpPr>
        <p:spPr>
          <a:xfrm>
            <a:off x="1238567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8E5E815E-1C3A-F8C7-4F82-EDD87EE62278}"/>
              </a:ext>
            </a:extLst>
          </p:cNvPr>
          <p:cNvSpPr/>
          <p:nvPr/>
        </p:nvSpPr>
        <p:spPr>
          <a:xfrm>
            <a:off x="1238567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55015ECD-5833-7CC3-0E7F-58E3D8968DFA}"/>
              </a:ext>
            </a:extLst>
          </p:cNvPr>
          <p:cNvSpPr/>
          <p:nvPr/>
        </p:nvSpPr>
        <p:spPr>
          <a:xfrm>
            <a:off x="1238567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5930DE92-CBEB-4796-A777-458E6D5F7BD8}"/>
              </a:ext>
            </a:extLst>
          </p:cNvPr>
          <p:cNvSpPr txBox="1"/>
          <p:nvPr/>
        </p:nvSpPr>
        <p:spPr>
          <a:xfrm rot="16200000">
            <a:off x="-234156" y="6557169"/>
            <a:ext cx="3771900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NEEDS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6721C570-1F49-5F05-877A-6F1330CA314D}"/>
              </a:ext>
            </a:extLst>
          </p:cNvPr>
          <p:cNvSpPr txBox="1"/>
          <p:nvPr/>
        </p:nvSpPr>
        <p:spPr>
          <a:xfrm rot="16200000">
            <a:off x="-236538" y="10309226"/>
            <a:ext cx="3776663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PREFENCES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8E41986C-5F19-7691-72F3-43E9655D50D9}"/>
              </a:ext>
            </a:extLst>
          </p:cNvPr>
          <p:cNvSpPr txBox="1"/>
          <p:nvPr/>
        </p:nvSpPr>
        <p:spPr>
          <a:xfrm>
            <a:off x="7488238" y="3613150"/>
            <a:ext cx="4481512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physical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5D63BFD4-31B2-5455-52EE-FD3ECFBF1D78}"/>
              </a:ext>
            </a:extLst>
          </p:cNvPr>
          <p:cNvSpPr txBox="1"/>
          <p:nvPr/>
        </p:nvSpPr>
        <p:spPr>
          <a:xfrm>
            <a:off x="12392025" y="3613150"/>
            <a:ext cx="4481513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PERSONALITY</a:t>
            </a:r>
          </a:p>
        </p:txBody>
      </p:sp>
      <p:sp>
        <p:nvSpPr>
          <p:cNvPr id="31" name="Line">
            <a:extLst>
              <a:ext uri="{FF2B5EF4-FFF2-40B4-BE49-F238E27FC236}">
                <a16:creationId xmlns:a16="http://schemas.microsoft.com/office/drawing/2014/main" id="{B10529E2-8BD1-29B9-A682-A2FC9523C4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1256188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BF58443D-A4EA-AB9A-EAF4-5E577CB1BD55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C9157B-50D2-4A4D-B626-90CC3649EE5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32378656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CC8B191B-A240-497C-2E10-E6434F3932B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373C1C08-9CBC-D0BC-E886-0C6D17D91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76200" y="-134938"/>
            <a:ext cx="24536400" cy="1282701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B8BB05F1-8F60-4D56-BC12-504B6FDE9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-257175" y="1168400"/>
            <a:ext cx="24898350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D156AAE4-B009-8E7A-45C0-CA5C00A15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9675" y="5089525"/>
            <a:ext cx="15568613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pic>
        <p:nvPicPr>
          <p:cNvPr id="6" name="FC DEN BOSCH LOGO.png" descr="FC DEN BOSCH LOGO.png">
            <a:extLst>
              <a:ext uri="{FF2B5EF4-FFF2-40B4-BE49-F238E27FC236}">
                <a16:creationId xmlns:a16="http://schemas.microsoft.com/office/drawing/2014/main" id="{6B892021-590E-3610-9A83-DEA5BA947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blurRad="139700" dist="148130" dir="5400000" rotWithShape="0">
              <a:srgbClr val="000000">
                <a:alpha val="50000"/>
              </a:srgbClr>
            </a:outerShdw>
            <a:reflection stA="50000" endPos="40000" dir="5400000" sy="-100000" algn="bl" rotWithShape="0"/>
          </a:effectLst>
        </p:spPr>
      </p:pic>
      <p:sp>
        <p:nvSpPr>
          <p:cNvPr id="7" name="Rectangle">
            <a:extLst>
              <a:ext uri="{FF2B5EF4-FFF2-40B4-BE49-F238E27FC236}">
                <a16:creationId xmlns:a16="http://schemas.microsoft.com/office/drawing/2014/main" id="{BBBD67AC-55E7-2EB7-37D7-0865A4A0A749}"/>
              </a:ext>
            </a:extLst>
          </p:cNvPr>
          <p:cNvSpPr/>
          <p:nvPr/>
        </p:nvSpPr>
        <p:spPr>
          <a:xfrm>
            <a:off x="2628900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17BE999-6ED6-6102-2FEC-7E3066DBD55C}"/>
              </a:ext>
            </a:extLst>
          </p:cNvPr>
          <p:cNvSpPr txBox="1"/>
          <p:nvPr/>
        </p:nvSpPr>
        <p:spPr>
          <a:xfrm>
            <a:off x="2582863" y="3613150"/>
            <a:ext cx="4479925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VOETBAL</a:t>
            </a: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399871A0-F5AD-2459-4155-E48FE4F91C2D}"/>
              </a:ext>
            </a:extLst>
          </p:cNvPr>
          <p:cNvSpPr/>
          <p:nvPr/>
        </p:nvSpPr>
        <p:spPr>
          <a:xfrm>
            <a:off x="7481888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67FBE961-94D1-FA67-698B-601C62AC5592}"/>
              </a:ext>
            </a:extLst>
          </p:cNvPr>
          <p:cNvSpPr/>
          <p:nvPr/>
        </p:nvSpPr>
        <p:spPr>
          <a:xfrm>
            <a:off x="12393613" y="3340100"/>
            <a:ext cx="4425950" cy="1058863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D0E4DCF9-CF06-28BF-69C1-8E3EE64AA190}"/>
              </a:ext>
            </a:extLst>
          </p:cNvPr>
          <p:cNvGrpSpPr>
            <a:grpSpLocks/>
          </p:cNvGrpSpPr>
          <p:nvPr/>
        </p:nvGrpSpPr>
        <p:grpSpPr bwMode="auto">
          <a:xfrm>
            <a:off x="18383250" y="3832225"/>
            <a:ext cx="4746625" cy="7153275"/>
            <a:chOff x="0" y="0"/>
            <a:chExt cx="4746646" cy="7153726"/>
          </a:xfrm>
        </p:grpSpPr>
        <p:sp>
          <p:nvSpPr>
            <p:cNvPr id="12" name="Rounded Rectangle">
              <a:extLst>
                <a:ext uri="{FF2B5EF4-FFF2-40B4-BE49-F238E27FC236}">
                  <a16:creationId xmlns:a16="http://schemas.microsoft.com/office/drawing/2014/main" id="{C2ED6D84-98AD-D025-622A-F6104840CBAA}"/>
                </a:ext>
              </a:extLst>
            </p:cNvPr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17B2B11D-C1F5-C27D-F923-8E962117A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311"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4" name="Freeform 7">
            <a:extLst>
              <a:ext uri="{FF2B5EF4-FFF2-40B4-BE49-F238E27FC236}">
                <a16:creationId xmlns:a16="http://schemas.microsoft.com/office/drawing/2014/main" id="{90310755-808C-B881-DD77-A5C7EE1FCA9E}"/>
              </a:ext>
            </a:extLst>
          </p:cNvPr>
          <p:cNvSpPr/>
          <p:nvPr/>
        </p:nvSpPr>
        <p:spPr>
          <a:xfrm>
            <a:off x="2663825" y="5924550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9EC48A38-1513-035E-358A-5C766C9C2A25}"/>
              </a:ext>
            </a:extLst>
          </p:cNvPr>
          <p:cNvSpPr/>
          <p:nvPr/>
        </p:nvSpPr>
        <p:spPr>
          <a:xfrm>
            <a:off x="2663825" y="6988175"/>
            <a:ext cx="4443413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474BBDBF-3312-5736-A621-C6D79DE40F2C}"/>
              </a:ext>
            </a:extLst>
          </p:cNvPr>
          <p:cNvSpPr/>
          <p:nvPr/>
        </p:nvSpPr>
        <p:spPr>
          <a:xfrm>
            <a:off x="2663825" y="9725025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12E5EFE0-1412-2F23-7C8B-684C281CDAB5}"/>
              </a:ext>
            </a:extLst>
          </p:cNvPr>
          <p:cNvSpPr/>
          <p:nvPr/>
        </p:nvSpPr>
        <p:spPr>
          <a:xfrm>
            <a:off x="2663825" y="10788650"/>
            <a:ext cx="4443413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6DA20FD6-E878-4041-1133-764600B15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880903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4E796A73-2B38-9E09-2D78-52FE8EE9BF04}"/>
              </a:ext>
            </a:extLst>
          </p:cNvPr>
          <p:cNvSpPr/>
          <p:nvPr/>
        </p:nvSpPr>
        <p:spPr>
          <a:xfrm>
            <a:off x="755332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FE6FBD74-520A-050B-E39E-4006A77EC19C}"/>
              </a:ext>
            </a:extLst>
          </p:cNvPr>
          <p:cNvSpPr/>
          <p:nvPr/>
        </p:nvSpPr>
        <p:spPr>
          <a:xfrm>
            <a:off x="755332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ED41A858-70CD-645A-F3CD-CD0A05A934F2}"/>
              </a:ext>
            </a:extLst>
          </p:cNvPr>
          <p:cNvSpPr/>
          <p:nvPr/>
        </p:nvSpPr>
        <p:spPr>
          <a:xfrm>
            <a:off x="755332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FFC1F4E4-BB3B-52E2-66FB-C80FBC7AA0B5}"/>
              </a:ext>
            </a:extLst>
          </p:cNvPr>
          <p:cNvSpPr/>
          <p:nvPr/>
        </p:nvSpPr>
        <p:spPr>
          <a:xfrm>
            <a:off x="755332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3F291BA-D10B-ABA3-7C01-5FF4DEDD7145}"/>
              </a:ext>
            </a:extLst>
          </p:cNvPr>
          <p:cNvSpPr/>
          <p:nvPr/>
        </p:nvSpPr>
        <p:spPr>
          <a:xfrm>
            <a:off x="12385675" y="5924550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948655C4-EE1C-DDBC-BCCD-590D04062147}"/>
              </a:ext>
            </a:extLst>
          </p:cNvPr>
          <p:cNvSpPr/>
          <p:nvPr/>
        </p:nvSpPr>
        <p:spPr>
          <a:xfrm>
            <a:off x="12385675" y="6988175"/>
            <a:ext cx="4441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77A65D58-796B-3018-25DC-0991F1AAFFFB}"/>
              </a:ext>
            </a:extLst>
          </p:cNvPr>
          <p:cNvSpPr/>
          <p:nvPr/>
        </p:nvSpPr>
        <p:spPr>
          <a:xfrm>
            <a:off x="12385675" y="9725025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ED2D8CE4-9A80-CE5F-44E4-992549AF9265}"/>
              </a:ext>
            </a:extLst>
          </p:cNvPr>
          <p:cNvSpPr/>
          <p:nvPr/>
        </p:nvSpPr>
        <p:spPr>
          <a:xfrm>
            <a:off x="12385675" y="10788650"/>
            <a:ext cx="4441825" cy="879475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E8A67538-91FD-59FE-F69E-A2BD8B4BC7C3}"/>
              </a:ext>
            </a:extLst>
          </p:cNvPr>
          <p:cNvSpPr txBox="1"/>
          <p:nvPr/>
        </p:nvSpPr>
        <p:spPr>
          <a:xfrm rot="16200000">
            <a:off x="-234156" y="6557169"/>
            <a:ext cx="3771900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BEHOEFTEN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8DB18C42-1D8D-3CC7-084A-A47E69512490}"/>
              </a:ext>
            </a:extLst>
          </p:cNvPr>
          <p:cNvSpPr txBox="1"/>
          <p:nvPr/>
        </p:nvSpPr>
        <p:spPr>
          <a:xfrm rot="16200000">
            <a:off x="-236538" y="10309226"/>
            <a:ext cx="3776663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VOORKEUR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CCB301D2-7E29-2FE1-14EB-C912ACFAADDF}"/>
              </a:ext>
            </a:extLst>
          </p:cNvPr>
          <p:cNvSpPr txBox="1"/>
          <p:nvPr/>
        </p:nvSpPr>
        <p:spPr>
          <a:xfrm>
            <a:off x="7488238" y="3613150"/>
            <a:ext cx="4481512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FYSIEK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85EC1BE0-1046-7C6D-9342-D11F34623A09}"/>
              </a:ext>
            </a:extLst>
          </p:cNvPr>
          <p:cNvSpPr txBox="1"/>
          <p:nvPr/>
        </p:nvSpPr>
        <p:spPr>
          <a:xfrm>
            <a:off x="12392025" y="3613150"/>
            <a:ext cx="4481513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PERSOONLIJKHEID</a:t>
            </a:r>
          </a:p>
        </p:txBody>
      </p:sp>
      <p:sp>
        <p:nvSpPr>
          <p:cNvPr id="31" name="Line">
            <a:extLst>
              <a:ext uri="{FF2B5EF4-FFF2-40B4-BE49-F238E27FC236}">
                <a16:creationId xmlns:a16="http://schemas.microsoft.com/office/drawing/2014/main" id="{C7ABE0DE-A437-927F-DC4A-A938C41619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54125" y="12561888"/>
            <a:ext cx="15570200" cy="0"/>
          </a:xfrm>
          <a:prstGeom prst="line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B4F7B137-FF33-EB3C-5099-919B4BE8571A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54A310A-E598-4494-A7D0-E817E1EDBB1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9850526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06FC89BF-081E-757A-8588-187A44226327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12050713" y="12344400"/>
            <a:ext cx="1970087" cy="736600"/>
          </a:xfrm>
        </p:spPr>
        <p:txBody>
          <a:bodyPr lIns="12660" tIns="12660" rIns="12660" bIns="12660" anchor="ctr"/>
          <a:lstStyle>
            <a:lvl1pPr algn="r" defTabSz="125413">
              <a:defRPr sz="3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FCCFFAEA-14CF-40E0-8210-38E7CFE58FC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8141432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 kopie 3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2223862A-5F1D-3775-488A-76F1861A0E0F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290A94-B9BB-45CF-8628-9274D3F4712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5219668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 kopie 7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>
            <a:extLst>
              <a:ext uri="{FF2B5EF4-FFF2-40B4-BE49-F238E27FC236}">
                <a16:creationId xmlns:a16="http://schemas.microsoft.com/office/drawing/2014/main" id="{12979DFD-03B2-3B65-5223-C84085EEC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Slide Number">
            <a:extLst>
              <a:ext uri="{FF2B5EF4-FFF2-40B4-BE49-F238E27FC236}">
                <a16:creationId xmlns:a16="http://schemas.microsoft.com/office/drawing/2014/main" id="{1BFC90F2-99FD-937A-73EB-F3EE8B911CB3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A021D97-DCED-49CB-932E-53ED0C2FCD4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3684751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 kopie 4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80F40BE9-F5A5-A43F-2931-BFA293B14D52}"/>
              </a:ext>
            </a:extLst>
          </p:cNvPr>
          <p:cNvSpPr/>
          <p:nvPr/>
        </p:nvSpPr>
        <p:spPr>
          <a:xfrm>
            <a:off x="228600" y="9285288"/>
            <a:ext cx="7296150" cy="415925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7A69FD9A-D5DA-BCC5-7374-DAE0F11934D6}"/>
              </a:ext>
            </a:extLst>
          </p:cNvPr>
          <p:cNvSpPr/>
          <p:nvPr/>
        </p:nvSpPr>
        <p:spPr>
          <a:xfrm>
            <a:off x="16452850" y="4481513"/>
            <a:ext cx="7805738" cy="38449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588EBA3D-62EA-50D1-F175-19E73DC7CC21}"/>
              </a:ext>
            </a:extLst>
          </p:cNvPr>
          <p:cNvSpPr/>
          <p:nvPr/>
        </p:nvSpPr>
        <p:spPr>
          <a:xfrm>
            <a:off x="7858125" y="8534400"/>
            <a:ext cx="8289925" cy="491966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B76D4CEC-65D3-3ADD-8EA4-D99667FF8A2C}"/>
              </a:ext>
            </a:extLst>
          </p:cNvPr>
          <p:cNvSpPr/>
          <p:nvPr/>
        </p:nvSpPr>
        <p:spPr>
          <a:xfrm>
            <a:off x="16452850" y="8534400"/>
            <a:ext cx="7805738" cy="491966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5B932899-FE5B-E94F-BCA3-1A1EC8F44450}"/>
              </a:ext>
            </a:extLst>
          </p:cNvPr>
          <p:cNvSpPr/>
          <p:nvPr/>
        </p:nvSpPr>
        <p:spPr>
          <a:xfrm>
            <a:off x="16452850" y="238125"/>
            <a:ext cx="7805738" cy="40354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D1A0E63D-2F5E-4299-3E18-9E5201541972}"/>
              </a:ext>
            </a:extLst>
          </p:cNvPr>
          <p:cNvSpPr/>
          <p:nvPr/>
        </p:nvSpPr>
        <p:spPr>
          <a:xfrm>
            <a:off x="7815263" y="4484688"/>
            <a:ext cx="3971925" cy="383857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83BC31CD-F132-E25A-22B8-9EBAA6D89665}"/>
              </a:ext>
            </a:extLst>
          </p:cNvPr>
          <p:cNvSpPr/>
          <p:nvPr/>
        </p:nvSpPr>
        <p:spPr>
          <a:xfrm>
            <a:off x="7815263" y="238125"/>
            <a:ext cx="8289925" cy="403542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D0B65FEC-5FC5-C8B6-5331-46424AB84FC6}"/>
              </a:ext>
            </a:extLst>
          </p:cNvPr>
          <p:cNvSpPr/>
          <p:nvPr/>
        </p:nvSpPr>
        <p:spPr>
          <a:xfrm>
            <a:off x="236538" y="238125"/>
            <a:ext cx="7297737" cy="863123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A9E67DBF-0415-F1EC-588B-CA3EEF3D6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1795463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Date of birth</a:t>
            </a:r>
          </a:p>
        </p:txBody>
      </p:sp>
      <p:sp>
        <p:nvSpPr>
          <p:cNvPr id="11" name="TextBox 38">
            <a:extLst>
              <a:ext uri="{FF2B5EF4-FFF2-40B4-BE49-F238E27FC236}">
                <a16:creationId xmlns:a16="http://schemas.microsoft.com/office/drawing/2014/main" id="{5EDA001E-6F6A-CECD-60EA-5CFC93BBB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2555875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City of Birth </a:t>
            </a:r>
          </a:p>
        </p:txBody>
      </p:sp>
      <p:sp>
        <p:nvSpPr>
          <p:cNvPr id="12" name="TextBox 38">
            <a:extLst>
              <a:ext uri="{FF2B5EF4-FFF2-40B4-BE49-F238E27FC236}">
                <a16:creationId xmlns:a16="http://schemas.microsoft.com/office/drawing/2014/main" id="{C6DC98C0-F6EE-E4E0-3D0E-A8843CFF7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3289300"/>
            <a:ext cx="3000375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Nationality</a:t>
            </a: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DE651A6B-435B-7773-7ADE-6CF2A8F8B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081463"/>
            <a:ext cx="2233612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Height</a:t>
            </a: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60BACA53-8BC7-41FA-53FF-54BA3407A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806950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Preferred foot</a:t>
            </a: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2C979165-4E85-05B8-A20C-2FA127D52E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5570538"/>
            <a:ext cx="2233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Club</a:t>
            </a:r>
          </a:p>
        </p:txBody>
      </p:sp>
      <p:sp>
        <p:nvSpPr>
          <p:cNvPr id="16" name="TextBox 38">
            <a:extLst>
              <a:ext uri="{FF2B5EF4-FFF2-40B4-BE49-F238E27FC236}">
                <a16:creationId xmlns:a16="http://schemas.microsoft.com/office/drawing/2014/main" id="{38289113-FFEF-B26F-1F95-40CF59DEA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264275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League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AF6AA7B0-C16E-A534-FD3E-2E86378F2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1782763"/>
            <a:ext cx="5348288" cy="25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/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Rectangle">
            <a:extLst>
              <a:ext uri="{FF2B5EF4-FFF2-40B4-BE49-F238E27FC236}">
                <a16:creationId xmlns:a16="http://schemas.microsoft.com/office/drawing/2014/main" id="{FB91E203-3E18-A609-29A0-6841AAABF43B}"/>
              </a:ext>
            </a:extLst>
          </p:cNvPr>
          <p:cNvSpPr/>
          <p:nvPr/>
        </p:nvSpPr>
        <p:spPr>
          <a:xfrm>
            <a:off x="11217275" y="979488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714E38C9-16EB-02C3-5119-654BA403D4DB}"/>
              </a:ext>
            </a:extLst>
          </p:cNvPr>
          <p:cNvSpPr/>
          <p:nvPr/>
        </p:nvSpPr>
        <p:spPr>
          <a:xfrm>
            <a:off x="13606463" y="979488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FF0E09D6-3DB3-FF05-7299-49FCCB65FD30}"/>
              </a:ext>
            </a:extLst>
          </p:cNvPr>
          <p:cNvSpPr/>
          <p:nvPr/>
        </p:nvSpPr>
        <p:spPr>
          <a:xfrm>
            <a:off x="11217275" y="1711325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5B509827-65E2-7D3D-38B0-794BF2660FC0}"/>
              </a:ext>
            </a:extLst>
          </p:cNvPr>
          <p:cNvSpPr/>
          <p:nvPr/>
        </p:nvSpPr>
        <p:spPr>
          <a:xfrm>
            <a:off x="13606463" y="1711325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6214B2D7-1673-45E7-66F6-7E6955C87D11}"/>
              </a:ext>
            </a:extLst>
          </p:cNvPr>
          <p:cNvSpPr/>
          <p:nvPr/>
        </p:nvSpPr>
        <p:spPr>
          <a:xfrm>
            <a:off x="11217275" y="2500313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Rectangle">
            <a:extLst>
              <a:ext uri="{FF2B5EF4-FFF2-40B4-BE49-F238E27FC236}">
                <a16:creationId xmlns:a16="http://schemas.microsoft.com/office/drawing/2014/main" id="{42CBBB1E-7BFB-20D2-6CB4-04EE306CCFF2}"/>
              </a:ext>
            </a:extLst>
          </p:cNvPr>
          <p:cNvSpPr/>
          <p:nvPr/>
        </p:nvSpPr>
        <p:spPr>
          <a:xfrm>
            <a:off x="13606463" y="2500313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Rectangle">
            <a:extLst>
              <a:ext uri="{FF2B5EF4-FFF2-40B4-BE49-F238E27FC236}">
                <a16:creationId xmlns:a16="http://schemas.microsoft.com/office/drawing/2014/main" id="{7C09AFBD-95B0-F83B-3BF8-55B755C5918D}"/>
              </a:ext>
            </a:extLst>
          </p:cNvPr>
          <p:cNvSpPr/>
          <p:nvPr/>
        </p:nvSpPr>
        <p:spPr>
          <a:xfrm>
            <a:off x="11217275" y="3276600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913A6932-4C63-6ED7-DA32-15C7BD4291E0}"/>
              </a:ext>
            </a:extLst>
          </p:cNvPr>
          <p:cNvSpPr/>
          <p:nvPr/>
        </p:nvSpPr>
        <p:spPr>
          <a:xfrm>
            <a:off x="13606463" y="3276600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863DFBC7-2A4B-6820-5D33-2FEC8F4E2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131763"/>
            <a:ext cx="1806575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STATS</a:t>
            </a:r>
          </a:p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Matches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Minutes</a:t>
            </a:r>
          </a:p>
          <a:p>
            <a:pPr eaLnBrk="1">
              <a:lnSpc>
                <a:spcPts val="5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Goals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Assists</a:t>
            </a: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6B0C2198-FE17-9554-FE90-6784B24D3C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4521200"/>
            <a:ext cx="27543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RATING</a:t>
            </a:r>
          </a:p>
        </p:txBody>
      </p:sp>
      <p:sp>
        <p:nvSpPr>
          <p:cNvPr id="28" name="TextBox 46">
            <a:extLst>
              <a:ext uri="{FF2B5EF4-FFF2-40B4-BE49-F238E27FC236}">
                <a16:creationId xmlns:a16="http://schemas.microsoft.com/office/drawing/2014/main" id="{A1FCAFB2-92E5-0374-F4DE-A7148ABCB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0361613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Transfer value</a:t>
            </a:r>
          </a:p>
        </p:txBody>
      </p:sp>
      <p:sp>
        <p:nvSpPr>
          <p:cNvPr id="29" name="Rectangle">
            <a:extLst>
              <a:ext uri="{FF2B5EF4-FFF2-40B4-BE49-F238E27FC236}">
                <a16:creationId xmlns:a16="http://schemas.microsoft.com/office/drawing/2014/main" id="{29DD7622-EF0B-96AA-4E1E-D94B38EBF4C6}"/>
              </a:ext>
            </a:extLst>
          </p:cNvPr>
          <p:cNvSpPr/>
          <p:nvPr/>
        </p:nvSpPr>
        <p:spPr>
          <a:xfrm>
            <a:off x="19705638" y="1107122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Rectangle">
            <a:extLst>
              <a:ext uri="{FF2B5EF4-FFF2-40B4-BE49-F238E27FC236}">
                <a16:creationId xmlns:a16="http://schemas.microsoft.com/office/drawing/2014/main" id="{CD89A27F-C841-9476-8781-9E0C317926E7}"/>
              </a:ext>
            </a:extLst>
          </p:cNvPr>
          <p:cNvSpPr/>
          <p:nvPr/>
        </p:nvSpPr>
        <p:spPr>
          <a:xfrm>
            <a:off x="19705638" y="11818938"/>
            <a:ext cx="3648075" cy="60483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5036CD38-4FB5-591A-161F-B2457FFB8339}"/>
              </a:ext>
            </a:extLst>
          </p:cNvPr>
          <p:cNvSpPr/>
          <p:nvPr/>
        </p:nvSpPr>
        <p:spPr>
          <a:xfrm>
            <a:off x="19705638" y="12547600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2E89B53B-60A0-58FE-0B24-CF5FE0017D05}"/>
              </a:ext>
            </a:extLst>
          </p:cNvPr>
          <p:cNvSpPr/>
          <p:nvPr/>
        </p:nvSpPr>
        <p:spPr>
          <a:xfrm>
            <a:off x="18197513" y="398463"/>
            <a:ext cx="5799137" cy="371633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43">
            <a:extLst>
              <a:ext uri="{FF2B5EF4-FFF2-40B4-BE49-F238E27FC236}">
                <a16:creationId xmlns:a16="http://schemas.microsoft.com/office/drawing/2014/main" id="{662740A9-8AF0-1909-2AC9-3AFADEFE63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334963"/>
            <a:ext cx="2138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CURRENT SEASON</a:t>
            </a:r>
          </a:p>
        </p:txBody>
      </p:sp>
      <p:sp>
        <p:nvSpPr>
          <p:cNvPr id="34" name="TextBox 44">
            <a:extLst>
              <a:ext uri="{FF2B5EF4-FFF2-40B4-BE49-F238E27FC236}">
                <a16:creationId xmlns:a16="http://schemas.microsoft.com/office/drawing/2014/main" id="{488D56E1-6775-DD0C-83B3-7592928F3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9063" y="334963"/>
            <a:ext cx="1149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CAREER</a:t>
            </a:r>
          </a:p>
        </p:txBody>
      </p:sp>
      <p:sp>
        <p:nvSpPr>
          <p:cNvPr id="35" name="TextBox 46">
            <a:extLst>
              <a:ext uri="{FF2B5EF4-FFF2-40B4-BE49-F238E27FC236}">
                <a16:creationId xmlns:a16="http://schemas.microsoft.com/office/drawing/2014/main" id="{345096B1-CA9A-9238-220F-11A8187C6311}"/>
              </a:ext>
            </a:extLst>
          </p:cNvPr>
          <p:cNvSpPr txBox="1"/>
          <p:nvPr/>
        </p:nvSpPr>
        <p:spPr>
          <a:xfrm>
            <a:off x="16765588" y="8728075"/>
            <a:ext cx="2914650" cy="419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kern="0"/>
              <a:t>Transfer details</a:t>
            </a:r>
          </a:p>
        </p:txBody>
      </p:sp>
      <p:sp>
        <p:nvSpPr>
          <p:cNvPr id="36" name="TextBox 45">
            <a:extLst>
              <a:ext uri="{FF2B5EF4-FFF2-40B4-BE49-F238E27FC236}">
                <a16:creationId xmlns:a16="http://schemas.microsoft.com/office/drawing/2014/main" id="{0BD04841-970F-CC2F-6B5F-8C45F2182528}"/>
              </a:ext>
            </a:extLst>
          </p:cNvPr>
          <p:cNvSpPr txBox="1"/>
          <p:nvPr/>
        </p:nvSpPr>
        <p:spPr>
          <a:xfrm>
            <a:off x="16681450" y="387350"/>
            <a:ext cx="1743075" cy="419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b="0" cap="none"/>
            </a:pPr>
            <a:r>
              <a:rPr kern="0"/>
              <a:t>Scouting</a:t>
            </a: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E4B93F77-6F24-5E3E-AD88-A32A92EBA1F2}"/>
              </a:ext>
            </a:extLst>
          </p:cNvPr>
          <p:cNvSpPr txBox="1"/>
          <p:nvPr/>
        </p:nvSpPr>
        <p:spPr>
          <a:xfrm>
            <a:off x="8043863" y="8651875"/>
            <a:ext cx="3000375" cy="4635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19200" eaLnBrk="1" fontAlgn="auto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b="1" kern="0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Summary scouting</a:t>
            </a:r>
            <a:r>
              <a:rPr sz="2400" b="1" kern="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:</a:t>
            </a:r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B203D9EB-651E-E00A-3B50-F04AF9FD6D4E}"/>
              </a:ext>
            </a:extLst>
          </p:cNvPr>
          <p:cNvSpPr/>
          <p:nvPr/>
        </p:nvSpPr>
        <p:spPr>
          <a:xfrm>
            <a:off x="3602038" y="20955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Rectangle">
            <a:extLst>
              <a:ext uri="{FF2B5EF4-FFF2-40B4-BE49-F238E27FC236}">
                <a16:creationId xmlns:a16="http://schemas.microsoft.com/office/drawing/2014/main" id="{AB198381-B9AA-FF93-69BE-A24A25ADBB5C}"/>
              </a:ext>
            </a:extLst>
          </p:cNvPr>
          <p:cNvSpPr/>
          <p:nvPr/>
        </p:nvSpPr>
        <p:spPr>
          <a:xfrm>
            <a:off x="3602038" y="28495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Rectangle">
            <a:extLst>
              <a:ext uri="{FF2B5EF4-FFF2-40B4-BE49-F238E27FC236}">
                <a16:creationId xmlns:a16="http://schemas.microsoft.com/office/drawing/2014/main" id="{68181C4E-6E73-E708-C08D-3C3D478822F0}"/>
              </a:ext>
            </a:extLst>
          </p:cNvPr>
          <p:cNvSpPr/>
          <p:nvPr/>
        </p:nvSpPr>
        <p:spPr>
          <a:xfrm>
            <a:off x="3602038" y="36068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Rectangle">
            <a:extLst>
              <a:ext uri="{FF2B5EF4-FFF2-40B4-BE49-F238E27FC236}">
                <a16:creationId xmlns:a16="http://schemas.microsoft.com/office/drawing/2014/main" id="{3BEEFC31-D658-8994-3CB0-D380A4B2E71B}"/>
              </a:ext>
            </a:extLst>
          </p:cNvPr>
          <p:cNvSpPr/>
          <p:nvPr/>
        </p:nvSpPr>
        <p:spPr>
          <a:xfrm>
            <a:off x="3602038" y="436403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Rectangle">
            <a:extLst>
              <a:ext uri="{FF2B5EF4-FFF2-40B4-BE49-F238E27FC236}">
                <a16:creationId xmlns:a16="http://schemas.microsoft.com/office/drawing/2014/main" id="{26E2687F-0367-F3DB-2797-2AF647118D8D}"/>
              </a:ext>
            </a:extLst>
          </p:cNvPr>
          <p:cNvSpPr/>
          <p:nvPr/>
        </p:nvSpPr>
        <p:spPr>
          <a:xfrm>
            <a:off x="3602038" y="51181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Rectangle">
            <a:extLst>
              <a:ext uri="{FF2B5EF4-FFF2-40B4-BE49-F238E27FC236}">
                <a16:creationId xmlns:a16="http://schemas.microsoft.com/office/drawing/2014/main" id="{D4DDC5D3-AA2C-51FF-7ADB-8F74D20C744E}"/>
              </a:ext>
            </a:extLst>
          </p:cNvPr>
          <p:cNvSpPr/>
          <p:nvPr/>
        </p:nvSpPr>
        <p:spPr>
          <a:xfrm>
            <a:off x="3602038" y="5861050"/>
            <a:ext cx="3624262" cy="588963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Rectangle">
            <a:extLst>
              <a:ext uri="{FF2B5EF4-FFF2-40B4-BE49-F238E27FC236}">
                <a16:creationId xmlns:a16="http://schemas.microsoft.com/office/drawing/2014/main" id="{F520722B-9749-CBA1-5054-E2C3F8B5040A}"/>
              </a:ext>
            </a:extLst>
          </p:cNvPr>
          <p:cNvSpPr/>
          <p:nvPr/>
        </p:nvSpPr>
        <p:spPr>
          <a:xfrm>
            <a:off x="3602038" y="661035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TextBox 38">
            <a:extLst>
              <a:ext uri="{FF2B5EF4-FFF2-40B4-BE49-F238E27FC236}">
                <a16:creationId xmlns:a16="http://schemas.microsoft.com/office/drawing/2014/main" id="{C93E55CB-60F0-E59A-6D12-625FB8B0C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999288"/>
            <a:ext cx="2233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Agency</a:t>
            </a:r>
          </a:p>
        </p:txBody>
      </p:sp>
      <p:sp>
        <p:nvSpPr>
          <p:cNvPr id="46" name="Rectangle">
            <a:extLst>
              <a:ext uri="{FF2B5EF4-FFF2-40B4-BE49-F238E27FC236}">
                <a16:creationId xmlns:a16="http://schemas.microsoft.com/office/drawing/2014/main" id="{D3F835DB-B03A-1BBB-CEC9-8040E1098F82}"/>
              </a:ext>
            </a:extLst>
          </p:cNvPr>
          <p:cNvSpPr/>
          <p:nvPr/>
        </p:nvSpPr>
        <p:spPr>
          <a:xfrm>
            <a:off x="3602038" y="73453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TextBox 38">
            <a:extLst>
              <a:ext uri="{FF2B5EF4-FFF2-40B4-BE49-F238E27FC236}">
                <a16:creationId xmlns:a16="http://schemas.microsoft.com/office/drawing/2014/main" id="{7C580B4A-7D54-DF25-A512-BA903FE5A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7734300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Agent</a:t>
            </a:r>
          </a:p>
        </p:txBody>
      </p:sp>
      <p:sp>
        <p:nvSpPr>
          <p:cNvPr id="48" name="Rectangle">
            <a:extLst>
              <a:ext uri="{FF2B5EF4-FFF2-40B4-BE49-F238E27FC236}">
                <a16:creationId xmlns:a16="http://schemas.microsoft.com/office/drawing/2014/main" id="{28A5AFFE-0270-4154-8436-30E1BCE975D5}"/>
              </a:ext>
            </a:extLst>
          </p:cNvPr>
          <p:cNvSpPr/>
          <p:nvPr/>
        </p:nvSpPr>
        <p:spPr>
          <a:xfrm>
            <a:off x="3602038" y="807878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Rectangle">
            <a:extLst>
              <a:ext uri="{FF2B5EF4-FFF2-40B4-BE49-F238E27FC236}">
                <a16:creationId xmlns:a16="http://schemas.microsoft.com/office/drawing/2014/main" id="{BBDBB52D-93FE-E554-18AE-70C1F488D2BB}"/>
              </a:ext>
            </a:extLst>
          </p:cNvPr>
          <p:cNvSpPr/>
          <p:nvPr/>
        </p:nvSpPr>
        <p:spPr>
          <a:xfrm>
            <a:off x="19705638" y="1031557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Rectangle">
            <a:extLst>
              <a:ext uri="{FF2B5EF4-FFF2-40B4-BE49-F238E27FC236}">
                <a16:creationId xmlns:a16="http://schemas.microsoft.com/office/drawing/2014/main" id="{D7867385-3A8C-42D2-55D7-174EE892BFA6}"/>
              </a:ext>
            </a:extLst>
          </p:cNvPr>
          <p:cNvSpPr/>
          <p:nvPr/>
        </p:nvSpPr>
        <p:spPr>
          <a:xfrm>
            <a:off x="19718338" y="955992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TextBox 46">
            <a:extLst>
              <a:ext uri="{FF2B5EF4-FFF2-40B4-BE49-F238E27FC236}">
                <a16:creationId xmlns:a16="http://schemas.microsoft.com/office/drawing/2014/main" id="{1B3C9F70-A2F1-79DF-5DED-938CC6065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2641263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Next step</a:t>
            </a:r>
          </a:p>
        </p:txBody>
      </p:sp>
      <p:sp>
        <p:nvSpPr>
          <p:cNvPr id="52" name="TextBox 46">
            <a:extLst>
              <a:ext uri="{FF2B5EF4-FFF2-40B4-BE49-F238E27FC236}">
                <a16:creationId xmlns:a16="http://schemas.microsoft.com/office/drawing/2014/main" id="{4E498F6B-866C-3675-C73F-AAB522EC1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1884025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2</a:t>
            </a:r>
          </a:p>
        </p:txBody>
      </p:sp>
      <p:sp>
        <p:nvSpPr>
          <p:cNvPr id="53" name="TextBox 46">
            <a:extLst>
              <a:ext uri="{FF2B5EF4-FFF2-40B4-BE49-F238E27FC236}">
                <a16:creationId xmlns:a16="http://schemas.microsoft.com/office/drawing/2014/main" id="{FB5AAFFF-BCCF-040C-852C-ADF7774F9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1101388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1</a:t>
            </a:r>
          </a:p>
        </p:txBody>
      </p:sp>
      <p:sp>
        <p:nvSpPr>
          <p:cNvPr id="54" name="TextBox 46">
            <a:extLst>
              <a:ext uri="{FF2B5EF4-FFF2-40B4-BE49-F238E27FC236}">
                <a16:creationId xmlns:a16="http://schemas.microsoft.com/office/drawing/2014/main" id="{AEF1572A-EDE6-47C6-DADC-2FCBF4A75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9615488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End of contract</a:t>
            </a:r>
          </a:p>
        </p:txBody>
      </p:sp>
      <p:sp>
        <p:nvSpPr>
          <p:cNvPr id="55" name="Rectangle">
            <a:extLst>
              <a:ext uri="{FF2B5EF4-FFF2-40B4-BE49-F238E27FC236}">
                <a16:creationId xmlns:a16="http://schemas.microsoft.com/office/drawing/2014/main" id="{C10BDE1D-E2D3-0BB9-2BDE-881047A676DA}"/>
              </a:ext>
            </a:extLst>
          </p:cNvPr>
          <p:cNvSpPr/>
          <p:nvPr/>
        </p:nvSpPr>
        <p:spPr>
          <a:xfrm>
            <a:off x="12133263" y="4484688"/>
            <a:ext cx="3981450" cy="3838575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70955020-EF7A-C41B-3F6A-BF0B4DD6BD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5825" y="4521200"/>
            <a:ext cx="27559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AVAILABILITY</a:t>
            </a:r>
          </a:p>
        </p:txBody>
      </p:sp>
      <p:pic>
        <p:nvPicPr>
          <p:cNvPr id="57" name="Image" descr="Image">
            <a:extLst>
              <a:ext uri="{FF2B5EF4-FFF2-40B4-BE49-F238E27FC236}">
                <a16:creationId xmlns:a16="http://schemas.microsoft.com/office/drawing/2014/main" id="{FC9B2D98-7E11-1710-CB98-D2D6051B7B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8" name="Rectangle">
            <a:extLst>
              <a:ext uri="{FF2B5EF4-FFF2-40B4-BE49-F238E27FC236}">
                <a16:creationId xmlns:a16="http://schemas.microsoft.com/office/drawing/2014/main" id="{BF84D333-8AC9-A25A-4C06-6D19910EF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9340850"/>
            <a:ext cx="2809875" cy="4048125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 anchor="ctr"/>
          <a:lstStyle>
            <a:lvl1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59" name="TextBox 41">
            <a:extLst>
              <a:ext uri="{FF2B5EF4-FFF2-40B4-BE49-F238E27FC236}">
                <a16:creationId xmlns:a16="http://schemas.microsoft.com/office/drawing/2014/main" id="{ED488E15-A63D-DDE0-A5DA-914D37D6E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9496425"/>
            <a:ext cx="27559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PLAYERS PROFILE</a:t>
            </a: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A148C7B9-DF22-B00D-FFEE-BC55A90B4B8E}"/>
              </a:ext>
            </a:extLst>
          </p:cNvPr>
          <p:cNvSpPr txBox="1"/>
          <p:nvPr/>
        </p:nvSpPr>
        <p:spPr>
          <a:xfrm>
            <a:off x="390525" y="11553825"/>
            <a:ext cx="2151063" cy="167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Total Distance: 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HI-runs: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Sprints: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Top speed:</a:t>
            </a:r>
          </a:p>
        </p:txBody>
      </p:sp>
      <p:sp>
        <p:nvSpPr>
          <p:cNvPr id="61" name="Slide Number">
            <a:extLst>
              <a:ext uri="{FF2B5EF4-FFF2-40B4-BE49-F238E27FC236}">
                <a16:creationId xmlns:a16="http://schemas.microsoft.com/office/drawing/2014/main" id="{5F8ECBC8-DADC-6ADD-0FE8-64B0086E716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1BB20C8-5C9B-4EDE-A223-C0242E8798E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84007760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 vakjes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3D7572D6-4D28-7DCD-E75F-091220029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EC157763-77CF-900E-D311-DADCC33FD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42D2E31B-DE4E-637D-0E01-5680C4E6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A8B132DB-2876-FCD2-19FA-679239FEB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42D3063E-BB5E-8BBB-578A-87A491B0DCF8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7" name="Definities">
            <a:extLst>
              <a:ext uri="{FF2B5EF4-FFF2-40B4-BE49-F238E27FC236}">
                <a16:creationId xmlns:a16="http://schemas.microsoft.com/office/drawing/2014/main" id="{AC917543-B2E7-BC6A-1F27-D75EE7F709F5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Definities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8BC92134-CFCE-CC45-0554-86EDD269E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1F355765-5991-D567-83E3-A3E483D0D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F9802863-8151-4FFE-A7EA-1CD80FF95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F787B3AB-7F00-6C0A-DB31-2F6766C4A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B3F5C4B0-568A-C35B-D134-DD099E0AEC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DACFA280-897B-F8F8-EB6A-6B11C7771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46D59ACF-04F6-AAAC-D311-37D930C66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28B3C052-BACD-9145-528F-4101F2B72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2DB638D6-2699-4A7C-AF81-CF60FEC10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E9A0543E-3EC4-68C7-50D2-3E6556648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3EA4D19E-84B4-46B9-C50E-2987BA6BF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2A5EDE1-1D94-407F-5F58-F484C4267C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62DE62D-1FFE-A2B9-8C76-D6FE3E99F876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F10DC1-616D-7D48-1B18-D6045F7452A2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1D7AE367-3F90-A36F-CF1C-F71EE5B213AA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060DF32-A6F2-D57B-8AE4-0DECF2ABA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C4612CD9-B0CA-B072-9AA5-B3C564D31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6E97084B-C1AA-4E6B-284D-1B91AD49A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1C3F9375-E251-1921-AB8C-781B2CB89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03BF7AA2-6B71-A4D9-C12D-EDE92AA10B0C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8FB3C9CC-28AC-E174-A383-1A7E26736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A3292DE9-8A80-55CE-9DE8-C7D473CF49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BC98123B-A7E8-A3D1-22E4-FD43866A0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336AD8B-4B40-DA1E-67A3-E7A0E916D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E8BEF3BE-9473-6151-0535-10955B022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10163175"/>
            <a:ext cx="5838825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C78DA544-A93E-CFA7-7E0F-8679777A6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4025" y="10163175"/>
            <a:ext cx="5840413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699ACC2E-015C-6D90-AF7D-161CB72D8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01FB261-D6B0-A32B-198C-C7CE7E599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7302500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D2AB446B-70DE-784D-0F27-C7CE76522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ECF16125-1468-A594-8620-40C2E86E9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38825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Freeform 7">
            <a:extLst>
              <a:ext uri="{FF2B5EF4-FFF2-40B4-BE49-F238E27FC236}">
                <a16:creationId xmlns:a16="http://schemas.microsoft.com/office/drawing/2014/main" id="{31575F5F-7DC7-063F-B9E8-239E2782E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D94BE743-180D-53AA-2730-4A32ECA2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7302500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A56D55C2-D732-35DD-7558-AA1DBF3E85E7}"/>
              </a:ext>
            </a:extLst>
          </p:cNvPr>
          <p:cNvSpPr txBox="1"/>
          <p:nvPr/>
        </p:nvSpPr>
        <p:spPr>
          <a:xfrm>
            <a:off x="124063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7CDD3476-12E3-275F-EE11-AF09AC2F378D}"/>
              </a:ext>
            </a:extLst>
          </p:cNvPr>
          <p:cNvSpPr txBox="1"/>
          <p:nvPr/>
        </p:nvSpPr>
        <p:spPr>
          <a:xfrm>
            <a:off x="18449925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3A0AB222-2524-8541-AC70-60646B0EB8D6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43" name="Slide Number">
            <a:extLst>
              <a:ext uri="{FF2B5EF4-FFF2-40B4-BE49-F238E27FC236}">
                <a16:creationId xmlns:a16="http://schemas.microsoft.com/office/drawing/2014/main" id="{2DA64066-0BD9-AD5F-1198-DF66F6DEDC0E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3B15664-5FE5-4DFD-8C04-6B784276DAA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5002554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 vakjes kopie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FB8E61C4-023A-1AEE-3A86-CFC2E676E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55B96693-4221-BEE6-20BE-B0BCF79082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4FAB23A9-1BAA-E791-8161-4866CCE52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E6C9BDEB-2B12-07F3-B50F-424621819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A79A2A38-DD4D-99EC-0495-31ACF48096CF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7" name="Defenitions">
            <a:extLst>
              <a:ext uri="{FF2B5EF4-FFF2-40B4-BE49-F238E27FC236}">
                <a16:creationId xmlns:a16="http://schemas.microsoft.com/office/drawing/2014/main" id="{37DFDE81-8E94-C767-4E79-9ECE6C943228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Defenitions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1800231-63F7-ED99-BFB0-9524CAF02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0144A18D-83DA-F8F2-A3E2-E07315E7D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BACF1D65-61E4-F56A-B498-51BC7251B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478F9C19-2769-8631-5EE2-FB0BD09D6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0D25EEB5-141B-94AA-82BA-1678E0129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2BED758-C6A9-C043-11CD-1EB22C631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BD9A8393-6051-0744-64C6-7072B753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C888F00-A9CC-7C39-6CA8-C70D0A2A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A7E6F8D5-037E-62A4-AB97-84E58C489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5CE6C2BD-0F89-FC53-7285-8D583AE75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D5652592-4110-FB9E-6913-5E8C557C6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E48CD9B6-716D-3068-0627-7B8155951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F77592F6-2E50-2257-27D6-36CFC28ECA7D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305FED-E4A0-98AE-54DA-3E7101D262B7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DA9CA9B3-8998-8CD6-65EF-58F2F6BB3687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964C963-4844-6A25-15F2-774B57208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4F269BC7-4390-3D07-BC78-BF8DB111F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24229211-D83B-588E-E6A1-BB0411BF5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3C4F1D8D-4F50-F648-B5F3-0715E17051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7E922AA6-2310-AA2D-2C0D-FDE134F93965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0F2063EA-BDA8-25ED-C67F-5B0E3BB50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2514B42A-4F06-7923-E623-C797FC6E2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83ACE5D8-AA9B-51C5-BECD-8E230D4CF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39C17016-60E5-CF3B-D5C3-3B922E2A0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60FA566D-01C0-02E4-B51A-5FCCB298F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10163175"/>
            <a:ext cx="5838825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4C8CDF7C-903A-5CE2-ABDD-40B9D9839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4025" y="10163175"/>
            <a:ext cx="5840413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E2FBFDA0-EDD4-CEC9-C484-8806485F8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402BFBC7-A58C-F0C5-E150-BE8C4CBDC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5613" y="7302500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Freeform 7">
            <a:extLst>
              <a:ext uri="{FF2B5EF4-FFF2-40B4-BE49-F238E27FC236}">
                <a16:creationId xmlns:a16="http://schemas.microsoft.com/office/drawing/2014/main" id="{DBDE1FB8-973F-186C-9FA5-63A83D862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347EBEA3-A3C1-8E3A-4AC2-549CF5236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38825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8" name="Freeform 7">
            <a:extLst>
              <a:ext uri="{FF2B5EF4-FFF2-40B4-BE49-F238E27FC236}">
                <a16:creationId xmlns:a16="http://schemas.microsoft.com/office/drawing/2014/main" id="{536D4E50-729D-3C1C-BF95-3AD36EE30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9" name="Freeform 7">
            <a:extLst>
              <a:ext uri="{FF2B5EF4-FFF2-40B4-BE49-F238E27FC236}">
                <a16:creationId xmlns:a16="http://schemas.microsoft.com/office/drawing/2014/main" id="{FFEC1384-EDE7-984E-E347-1AD55981C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7302500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AC43C895-8C0D-FAEE-CD84-E5D886A4E9B4}"/>
              </a:ext>
            </a:extLst>
          </p:cNvPr>
          <p:cNvSpPr txBox="1"/>
          <p:nvPr/>
        </p:nvSpPr>
        <p:spPr>
          <a:xfrm>
            <a:off x="124063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CB474089-5E6E-4095-1F25-9450AAF47C94}"/>
              </a:ext>
            </a:extLst>
          </p:cNvPr>
          <p:cNvSpPr txBox="1"/>
          <p:nvPr/>
        </p:nvSpPr>
        <p:spPr>
          <a:xfrm>
            <a:off x="18449925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2" name="TextBox 20">
            <a:extLst>
              <a:ext uri="{FF2B5EF4-FFF2-40B4-BE49-F238E27FC236}">
                <a16:creationId xmlns:a16="http://schemas.microsoft.com/office/drawing/2014/main" id="{E216B1DC-9EDC-6C13-9019-DE42DF9E0914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43" name="Slide Number">
            <a:extLst>
              <a:ext uri="{FF2B5EF4-FFF2-40B4-BE49-F238E27FC236}">
                <a16:creationId xmlns:a16="http://schemas.microsoft.com/office/drawing/2014/main" id="{CF472E26-46D2-FE56-7D0A-17D2E2AC39F3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7EB270-3865-4416-AFB5-A0B03C9F69B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20184899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 vakjes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B583A436-F020-7B8F-2F7B-FB0241A12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468E7744-D148-5233-2783-027BC8173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6993934F-0990-E076-0E02-0CBF4A1AC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B4A41ABD-A3A2-A0F9-7905-757102056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DE5A9154-0AF5-5BD5-2CC6-C2D9CEFFA42E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7" name="Definities">
            <a:extLst>
              <a:ext uri="{FF2B5EF4-FFF2-40B4-BE49-F238E27FC236}">
                <a16:creationId xmlns:a16="http://schemas.microsoft.com/office/drawing/2014/main" id="{DD20C912-6116-6C90-7A10-6579246DF340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Definities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B9101638-C231-F47B-5CC2-0470E1B36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2E3968E4-6CCE-E59C-6D0E-E7BE34DA4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E23F32E4-8A9C-53E0-1D5E-C1A094241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BAA5E969-A692-54EF-0540-60C781C2B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03F3116-3520-AA89-9308-D10C56507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C03F275C-8BE8-E796-0DE5-7FA7AF832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D9415CE-47CC-1F45-6171-87C032CBB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2CD3212-C446-F84E-1D3E-50B03A1A2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775E69F4-9DB3-B3C3-1E57-BB0B36D3A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61A9B65A-C3D2-345D-7716-C0679F891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EB70AF4B-48F9-291F-346E-C01FE96D8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876C391C-92AF-F1C9-3A0D-F665EC88C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64001B3-3581-F38A-2D18-6092D70E9E1C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294070-A08D-373A-7259-F61F5CA7D1C6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BACC6894-6F14-6481-57CF-F45A58F47397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1D4F67CE-6362-34F5-734A-A4B6387D4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B6428A1A-24F4-43B8-C303-5AE19099C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7DE9195B-E6A4-54F7-CEE6-CEE2D0B56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CFC7771B-DDC7-7CF8-1AE3-817FE5DB8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3F0CE7AE-1D26-CEF9-E6EB-6A8449FF614F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4A332CF4-D324-1788-274F-35E6F4720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E09AE16A-1E23-12E4-933E-E5F4CC466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0118976D-C173-8256-D709-02DDEA051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1E53802-6238-2D8F-FC3D-399C672CC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099129CF-FB56-1788-F4DF-03508F179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E9158947-C464-3292-4E97-3F7D8C5F0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38825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2B053E9F-F9FC-16A5-8607-B2463C022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3CD14B0A-84DE-2B37-213B-8C5F94365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7302500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4E6F0496-2FC9-1870-31F3-1A777C0BC29F}"/>
              </a:ext>
            </a:extLst>
          </p:cNvPr>
          <p:cNvSpPr txBox="1"/>
          <p:nvPr/>
        </p:nvSpPr>
        <p:spPr>
          <a:xfrm>
            <a:off x="124063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3261269E-A49B-8BEE-C314-A4EC8A287AA5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40624C20-5DB4-B50B-2754-AB34325B1497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E6D194-EFAD-4641-A2F0-2B60992F39A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23087606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 vakjes (EN)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73F27D9A-B6E7-5244-D436-243FB15B2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8562FCCE-EE9D-366E-2696-12B6560E0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D104011C-F11E-5BCE-2DEF-4847FAE69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55BC83C5-36DE-DAEE-D5D7-E3CC5A851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1285F11C-A698-947D-397C-82307BF85FB8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7" name="Defenitions">
            <a:extLst>
              <a:ext uri="{FF2B5EF4-FFF2-40B4-BE49-F238E27FC236}">
                <a16:creationId xmlns:a16="http://schemas.microsoft.com/office/drawing/2014/main" id="{294AC125-3E3C-BA10-C1C2-7A3B7A70D5EE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Defenitions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14A88739-0A53-EF2E-6F92-7D897C5239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E7FE22C8-5D7C-764F-6E14-2D76DC95A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FCFB9DA1-1C9F-F54F-BC82-5DCAA453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CA55D381-E699-6967-8B3B-53CDC66EC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794A2BC2-C52D-2FAE-662D-CD5045C86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9D10419F-CF09-84CA-7562-BB1092188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EF12BBD4-B6BF-74E2-E923-0617525E3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2A5467AD-0EB4-FF6C-D9E4-D28C37A91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A83731EB-5F02-58CD-2219-2B4D726218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96E8549-3BDA-7750-AC1A-828BDABB5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F3312663-0331-33B2-AA5A-F87A0FC79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878F73C-0414-CA90-1E20-07D5BE32D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A14AD0A3-BC56-C81A-23B5-6CE3FDDAB2B6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20312A-3CD7-F9BC-0DDD-213DE1771DB1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01B72BC8-5968-5920-CA4C-0FB6496D0D60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2EB1DC5-3916-5841-E2A9-89F51961E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1BFB05EE-0492-8A7A-9F69-268CD6160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5A4371-0C2B-1D5A-3A68-C4BA90B7B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857BDDC6-D498-6E81-DD32-DD744C100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D7DB918A-38AD-FCDC-C350-177961D1F8C7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4B1680DF-A098-DF5F-03C8-5DEFF990B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BBB15A17-E70A-38B8-BB76-49E702AC3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F1E69BC6-EA92-B3E2-EDF1-0F8CBAE47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E834E0C2-008D-06C3-86CF-B5622105B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C0CD3AB7-C9C8-B1F8-E56B-0584CB36A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3" name="Freeform 7">
            <a:extLst>
              <a:ext uri="{FF2B5EF4-FFF2-40B4-BE49-F238E27FC236}">
                <a16:creationId xmlns:a16="http://schemas.microsoft.com/office/drawing/2014/main" id="{BC72809C-496F-66FD-CB36-E1B27D3AD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161588"/>
            <a:ext cx="5838825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67BE3E83-4FC4-7E0E-5C4F-025471347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C06759C7-8610-E7D6-F3A5-8D019676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7302500"/>
            <a:ext cx="5840412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6" name="TextBox 20">
            <a:extLst>
              <a:ext uri="{FF2B5EF4-FFF2-40B4-BE49-F238E27FC236}">
                <a16:creationId xmlns:a16="http://schemas.microsoft.com/office/drawing/2014/main" id="{6212333A-E677-B5D7-39A7-3D9CA8F57A4E}"/>
              </a:ext>
            </a:extLst>
          </p:cNvPr>
          <p:cNvSpPr txBox="1"/>
          <p:nvPr/>
        </p:nvSpPr>
        <p:spPr>
          <a:xfrm>
            <a:off x="124063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7" name="TextBox 20">
            <a:extLst>
              <a:ext uri="{FF2B5EF4-FFF2-40B4-BE49-F238E27FC236}">
                <a16:creationId xmlns:a16="http://schemas.microsoft.com/office/drawing/2014/main" id="{B135A50A-DFF1-E3A4-D13B-071B47CF7458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CD99ED76-1D72-0EA8-EA20-456C582D7DD8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169BF33-4B4C-4B5D-BEE1-87EC1279671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478816975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 vakjes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8E63AAD6-1F20-A936-B728-12C3F64478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171ACED8-CF81-E77A-1899-5944E05304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193B910C-8C56-93C0-B9D8-07FC2E8AFA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40823B45-D53F-5A10-F2C1-FAF820746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C2FC5A6F-8D4D-DBD8-7FF8-6E8874CFC036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7" name="Definities">
            <a:extLst>
              <a:ext uri="{FF2B5EF4-FFF2-40B4-BE49-F238E27FC236}">
                <a16:creationId xmlns:a16="http://schemas.microsoft.com/office/drawing/2014/main" id="{905C69B8-C8D0-B411-E1B2-9078CA1595D7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Definities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73D7787-89A4-003F-60F1-B18AF7DD9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4C1C3C84-0C20-E1FD-F4A0-DD0283685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F4B503C4-9F4D-AA7C-929E-3D042F9C7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1535B5B3-E79A-505D-C6A1-BE1E69E72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FFE2604C-2071-B01A-FEB2-3144E0AC4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4131973A-694E-3979-8930-BF8870A151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0BCD864-0501-64D7-B48C-501EA5C49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4783BF23-D05D-720D-D5DE-A660337A5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DFBB8080-6A60-3F0C-E7D8-DB5AB6E27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C9C53E54-782E-311A-2A77-36BA68F4A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E19B0E1C-DF73-9261-1CBC-075BE1A24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EF1D5803-0821-D1EC-76F1-1B52E618F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16DF98BE-6C6C-2AE7-5680-18EC2DD33249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CD26A6-D62B-9C46-0A25-CC0E971412F9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39F3B70A-084D-8C20-052B-C76C8BC332D9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116EAA6C-CECA-880C-1176-FA146C757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4420D1BE-EFFF-7C38-1C01-99F0DFF3D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B8AA021-7D61-A3AF-7001-F0EADC030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1219E9B7-4200-DE7C-89C4-2440CE911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D6C6689C-B1C2-765C-0F60-4D7EF2B3116B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12610388-C69A-A7D0-02F6-B4E968D38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7B625D19-63AE-1B00-E388-C90015E40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B150324A-B1B5-E9A4-D879-A0D3E2B0A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AB01CDBE-A144-8183-DEDC-79085AA06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55124843-B7E8-C227-19AE-D72DEDB943A9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33" name="Slide Number">
            <a:extLst>
              <a:ext uri="{FF2B5EF4-FFF2-40B4-BE49-F238E27FC236}">
                <a16:creationId xmlns:a16="http://schemas.microsoft.com/office/drawing/2014/main" id="{7B8A0A98-5363-BB56-5F38-DCC3A747B85D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9733BAC-330E-4B5B-9845-0ED9102F57A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71435730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 vakjes (EN)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EB0D9ABA-E492-905D-0AFE-C36905C48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3917950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76B3C94F-0FCA-A558-4509-CD4603F33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058C3E9A-A17C-DD55-1C6E-3C4A33250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9252CDBF-EA82-388D-B059-3518A79AE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DA142249-7C9D-D560-56B2-C4FCDC13BD62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7" name="DEFENITIONS">
            <a:extLst>
              <a:ext uri="{FF2B5EF4-FFF2-40B4-BE49-F238E27FC236}">
                <a16:creationId xmlns:a16="http://schemas.microsoft.com/office/drawing/2014/main" id="{9F66A239-2545-A276-7D11-E67335D4DEF8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DEFENITIONS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5CE58BA-F8EE-B7AB-3669-E9B80D254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3917950"/>
            <a:ext cx="5838825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1BA7188-50C2-1CEB-3B5B-F1339FFDB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7F064385-E634-610E-E85B-7ADE67FAC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FAC68646-CA77-F02E-AAEF-CCC1B6E15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1057275"/>
            <a:ext cx="5838825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871D9431-D4F6-FBC2-D537-CB11775DE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40412" cy="3243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CC5B2527-547B-7CB3-AB08-8FE3FE4AB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5B5A280-8079-73AF-58C3-A53C42478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34D19BD8-D30A-9788-1972-FAF029113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7302500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C99C92FA-E8D2-46D4-A466-947807BF7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10161588"/>
            <a:ext cx="5838825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D2C15E84-260A-0971-A647-A3FDE4E73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1B151EB2-EE6C-4326-BECC-B3C3D939B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327F3B39-5BC6-2898-4310-A045BC5D3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7302500"/>
            <a:ext cx="5838825" cy="8794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C71E293-9D0A-67C2-A963-F9EFC85BB2CF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7DC0C8-CB4B-03A9-F9D4-DA5A9B0CB4D3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BB3FADC3-AC81-9C21-A96E-0CA66D184956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26F402A3-FA62-F6BA-B393-FC8235B4DF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40412" cy="3238500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506FAFA5-AFA5-95AB-6650-BCE9DE83F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0B572DAB-79FA-D352-F69E-2A0E629DB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DC6864E7-B3F0-A7E7-8781-7A44849A9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D7F0C4E4-9A6F-D61C-E900-5D7796A4A40E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F3757033-C5AC-7A07-7D16-38A7FDC75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40412" cy="3241675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96061888-B637-123E-3E7E-C65B5F217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DCD50F6E-0F1E-7E36-7E49-894078C01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A1BED957-6E2F-6EBA-5B72-5D9AF7E77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1057275"/>
            <a:ext cx="5840412" cy="8810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EC5AAD40-DD60-6406-7ABD-481ADD6B5AF2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3" name="Slide Number">
            <a:extLst>
              <a:ext uri="{FF2B5EF4-FFF2-40B4-BE49-F238E27FC236}">
                <a16:creationId xmlns:a16="http://schemas.microsoft.com/office/drawing/2014/main" id="{22A009E7-18C6-1AE8-8682-9AB99BD21C11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6CC25C3-9951-4A46-B41B-5408184E2C3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9211865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Uithoudingsvermogen 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D23A5084-0BDB-B1F0-DE23-B5C4A552831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F2A3D671-D8BB-09EC-8141-BA23F4A69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B904E30C-133D-03D1-6EE0-F3427A961E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3E65558A-F997-7BD8-76FD-FFABA1BA4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3B04F8D8-640C-3B0D-C7CD-E35CC2F62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26BB381-7028-6D30-977F-1B790CF40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59D521CE-EC22-9219-383C-3214FF2AFE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9B01205F-37C9-C999-1A64-21C5C745BB80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Uithoudings…">
            <a:extLst>
              <a:ext uri="{FF2B5EF4-FFF2-40B4-BE49-F238E27FC236}">
                <a16:creationId xmlns:a16="http://schemas.microsoft.com/office/drawing/2014/main" id="{6AD4C669-9712-93CB-C9E3-90F7DB69C54E}"/>
              </a:ext>
            </a:extLst>
          </p:cNvPr>
          <p:cNvSpPr txBox="1"/>
          <p:nvPr/>
        </p:nvSpPr>
        <p:spPr>
          <a:xfrm>
            <a:off x="19523075" y="215900"/>
            <a:ext cx="22098000" cy="154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Uithoudings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vermogen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221BAD6C-A403-CFEF-1D9E-466CB72CD18F}"/>
              </a:ext>
            </a:extLst>
          </p:cNvPr>
          <p:cNvSpPr txBox="1"/>
          <p:nvPr/>
        </p:nvSpPr>
        <p:spPr>
          <a:xfrm>
            <a:off x="19791363" y="2397125"/>
            <a:ext cx="4160837" cy="53181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ern="0"/>
              <a:t>“Volhouden van de positie specifieke voetbalacties”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61D65CAD-39A8-0C1C-5BFB-3CB04F5E0078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Intensiteit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Total distance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HI-runs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Sprints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90 min volhouden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Gemiddelde p/w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56D3ACA1-4F1A-FDB2-6573-1A010DBD8C0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9FC6AD4-87BC-444D-9AD8-2975291219E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10618045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oorkomen vs verdedigen 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7BEADED8-7A99-0598-A8F9-B7EE8C79DAC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308C3369-223C-55A7-7551-3206CFE732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F17D32AF-3D25-AA44-A612-78CD20D379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17953E15-BFAB-559F-6F01-285F0A13F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3544EB13-66E8-D205-7467-C1B4630716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1838DDE-4135-8100-8680-8F9E87559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496228E5-2009-5682-ECAE-70C080D73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319CF1A1-3D1F-701B-1CF8-DE828D49CE34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Voorkomen…">
            <a:extLst>
              <a:ext uri="{FF2B5EF4-FFF2-40B4-BE49-F238E27FC236}">
                <a16:creationId xmlns:a16="http://schemas.microsoft.com/office/drawing/2014/main" id="{1A3E6A32-C98E-1EA7-55EB-9750946DDE96}"/>
              </a:ext>
            </a:extLst>
          </p:cNvPr>
          <p:cNvSpPr txBox="1"/>
          <p:nvPr/>
        </p:nvSpPr>
        <p:spPr>
          <a:xfrm>
            <a:off x="19523075" y="241300"/>
            <a:ext cx="22098000" cy="1524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49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Voorkomen 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49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vs verdedigen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729581BA-B0B0-8117-6E74-D9F768D2F064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“Lezen, anticiperen en reageren 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op 1vs1, diepte bespelen 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 flankballen”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A1833ACE-FAAD-D926-1CFA-A95B357129CC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Positie kiezen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Coaching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Keuzes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Vervolg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4C2B9F50-A696-69AA-5514-8A430C7BCFDD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FB98814-4F53-44D0-800A-EB8CEA19F3C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9699859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al verwerking 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615E0FE4-E28F-73BC-46FB-DB869959DCD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7526D0AF-6756-12B3-AAA8-55699E2D4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F9D44C97-13C9-B16D-F6AB-D6562FBAA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B8820B5E-1635-8695-A039-806E35AD3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39A6753C-E996-C836-21AC-9B9EC6382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FBF5999-5562-B315-3B8E-DB1B13F57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0CFB2F72-8B35-AEB5-F602-68E77E4D0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D26575AB-15A4-444F-5C00-B8911EB9E0AC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BAL…">
            <a:extLst>
              <a:ext uri="{FF2B5EF4-FFF2-40B4-BE49-F238E27FC236}">
                <a16:creationId xmlns:a16="http://schemas.microsoft.com/office/drawing/2014/main" id="{6B6FDE3E-9636-384C-6F00-B792D7963FB3}"/>
              </a:ext>
            </a:extLst>
          </p:cNvPr>
          <p:cNvSpPr txBox="1"/>
          <p:nvPr/>
        </p:nvSpPr>
        <p:spPr>
          <a:xfrm>
            <a:off x="19523075" y="215900"/>
            <a:ext cx="22098000" cy="154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BAL 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Verwerking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1D7D0AE0-9035-0B6A-361F-65CAD05ADD59}"/>
              </a:ext>
            </a:extLst>
          </p:cNvPr>
          <p:cNvSpPr txBox="1"/>
          <p:nvPr/>
        </p:nvSpPr>
        <p:spPr>
          <a:xfrm>
            <a:off x="19791363" y="2524125"/>
            <a:ext cx="4160837" cy="27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“Uittrappen, passen en gooien”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97B298B5-36E4-BE45-5DFD-EC9EFDC06B6E}"/>
              </a:ext>
            </a:extLst>
          </p:cNvPr>
          <p:cNvSpPr txBox="1"/>
          <p:nvPr/>
        </p:nvSpPr>
        <p:spPr>
          <a:xfrm>
            <a:off x="19511963" y="3973513"/>
            <a:ext cx="4721225" cy="2743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Snelheid van acties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Type passes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 spc="-59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 spc="-59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Beide benen / armen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 &amp; 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Snelheid &amp; hoogte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Voorbereiding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BEE5A83C-2EC8-B0BF-81BA-1C4BE70937EA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AEF648-A633-43CA-9993-893CF493948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08656168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Wendbaarheid 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E6E2A518-0CF4-0CCA-E34D-0AB333EBF352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4C5411BD-39FA-BEDD-3169-2B7D3473E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45E4E6A4-221D-9A6D-1EF2-7F4C6AB6A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7E388BD0-35BF-3EDD-F21E-2E11C3F4A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7461DF25-51A1-E8B4-FF16-60640D0BC5B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336AF55-39B3-10C6-C4D5-794F7C5B2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17E1A8EA-C000-F916-E9A1-87CCCBBC3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7D9AC151-6159-71A6-D1F3-B362D5C2471B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wendbaarheid">
            <a:extLst>
              <a:ext uri="{FF2B5EF4-FFF2-40B4-BE49-F238E27FC236}">
                <a16:creationId xmlns:a16="http://schemas.microsoft.com/office/drawing/2014/main" id="{0EC0D795-8B81-7D06-1D4B-C9BC17BCB0B7}"/>
              </a:ext>
            </a:extLst>
          </p:cNvPr>
          <p:cNvSpPr txBox="1"/>
          <p:nvPr/>
        </p:nvSpPr>
        <p:spPr>
          <a:xfrm>
            <a:off x="19523075" y="1016000"/>
            <a:ext cx="22098000" cy="7493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09802961-D0D9-1CA0-6528-CB757BA11839}"/>
              </a:ext>
            </a:extLst>
          </p:cNvPr>
          <p:cNvSpPr txBox="1"/>
          <p:nvPr/>
        </p:nvSpPr>
        <p:spPr>
          <a:xfrm>
            <a:off x="19791363" y="2271713"/>
            <a:ext cx="4160837" cy="7826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“Snel en effectief de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lichaamspositie- en richting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kunnen veranderen”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B46AEB4F-8085-6A6E-A82A-59C1026F2612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(Reactie) 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Voetenwerk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Balans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Zwaartepunt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Richtingsverandering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0F4061C8-3252-03AC-EE46-9157FAAFE15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76BB7E3-B435-4A1B-A341-A07BC5AD60B7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0637594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oed 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6CA6CED8-1B9B-A168-C8AC-70E5013D9189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270CC98D-4446-2E66-1A61-1A6661396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10ECC8E4-B6FD-3EAB-A295-75C76123F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A682E12-97C9-A1AE-9B89-E8E94CD64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113B14F-BB7E-0032-65F9-F6A67C6AE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659C41C-759A-3490-2401-62D1A560D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5E57BBA9-5539-5DF9-5DEA-27B7D25A1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0D0B5A03-7E4A-B4E3-A560-0AD4123F6B0B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MOED">
            <a:extLst>
              <a:ext uri="{FF2B5EF4-FFF2-40B4-BE49-F238E27FC236}">
                <a16:creationId xmlns:a16="http://schemas.microsoft.com/office/drawing/2014/main" id="{701BAD21-4E3D-CA4C-F996-DE6B5347EEBD}"/>
              </a:ext>
            </a:extLst>
          </p:cNvPr>
          <p:cNvSpPr txBox="1"/>
          <p:nvPr/>
        </p:nvSpPr>
        <p:spPr>
          <a:xfrm>
            <a:off x="19523075" y="990600"/>
            <a:ext cx="22098000" cy="774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MOED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2EA7E66-4485-EC4F-A9DB-068C0135DB2C}"/>
              </a:ext>
            </a:extLst>
          </p:cNvPr>
          <p:cNvSpPr txBox="1"/>
          <p:nvPr/>
        </p:nvSpPr>
        <p:spPr>
          <a:xfrm>
            <a:off x="19791363" y="2397125"/>
            <a:ext cx="4160837" cy="53181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ern="0"/>
              <a:t>“Heeft veel vertrouwen in eigen kwaliteiten (lef / durf)”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12A3ECDF-04BD-6BA2-FCCE-9BCCB4094F6A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Initiatief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Risico’s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Vrijheid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Verrassen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Creativiteit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Vrijuit spelen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Zelfvertrouwen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9D429D0B-619B-CE0A-AE59-1B33342CD4C3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DBECB34-DD3C-4351-ABF7-F1D43696C34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78101300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nverstoorbaarheid 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7093A3FE-1033-6D9E-E22A-CA3D7FA5834B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FDAC0C3B-E1C7-2BDC-6833-8F34C1734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CD5BCEF2-84D6-3801-2483-33701C5C4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3082B23-BF05-B7C0-F49D-5F385023C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0D9A1275-6827-C786-27D4-A8CF2B0C5F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FB860B43-CDBC-0BCF-1BD5-905360522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BEED6098-3F2B-1342-E1A2-BC088CE0C7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7F9E9B10-622A-1241-4684-24B8E878E28A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Onverstoor…">
            <a:extLst>
              <a:ext uri="{FF2B5EF4-FFF2-40B4-BE49-F238E27FC236}">
                <a16:creationId xmlns:a16="http://schemas.microsoft.com/office/drawing/2014/main" id="{B74E40B2-7597-96C8-E3F6-B17B9D7DD1C2}"/>
              </a:ext>
            </a:extLst>
          </p:cNvPr>
          <p:cNvSpPr txBox="1"/>
          <p:nvPr/>
        </p:nvSpPr>
        <p:spPr>
          <a:xfrm>
            <a:off x="19523075" y="215900"/>
            <a:ext cx="22098000" cy="154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Onverstoor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50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baarheid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F1086704-7142-2E7A-E119-0D493EB03CE4}"/>
              </a:ext>
            </a:extLst>
          </p:cNvPr>
          <p:cNvSpPr txBox="1"/>
          <p:nvPr/>
        </p:nvSpPr>
        <p:spPr>
          <a:xfrm>
            <a:off x="19791363" y="2384425"/>
            <a:ext cx="4160837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“Voert zijn taken uit ongeacht de omstandigheden”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B51067F4-17A2-7BD9-EF9B-8A2243585858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Stabiel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Beïnvloeden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Solide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 control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Bewust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Reactie na een fout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Omgaan met stress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D2998EA9-E003-1821-8B1B-E769718F2590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6824756-30F8-4069-B498-156EB88E594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11390829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andling (NL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037814E0-7CFF-BD86-5EE7-205A6005DD7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572593A3-A5ED-5132-ADDE-20E444E0D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FADCDB57-6478-FA94-0864-06E20473D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15609508-497D-F6DB-F3F0-75C4091A48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7C09F267-898B-83C8-28CD-B67C7EEF4D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55C6CA0-1B79-5964-5429-726EB86A7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Line">
            <a:extLst>
              <a:ext uri="{FF2B5EF4-FFF2-40B4-BE49-F238E27FC236}">
                <a16:creationId xmlns:a16="http://schemas.microsoft.com/office/drawing/2014/main" id="{349278E5-1375-386C-2187-033B0E6BE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9" name="TextBox 20">
            <a:extLst>
              <a:ext uri="{FF2B5EF4-FFF2-40B4-BE49-F238E27FC236}">
                <a16:creationId xmlns:a16="http://schemas.microsoft.com/office/drawing/2014/main" id="{FF6EF412-9789-30E7-3FC1-5393BD65F1A6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Hoe beoordelen we dit?</a:t>
            </a:r>
          </a:p>
        </p:txBody>
      </p:sp>
      <p:sp>
        <p:nvSpPr>
          <p:cNvPr id="10" name="Handling">
            <a:extLst>
              <a:ext uri="{FF2B5EF4-FFF2-40B4-BE49-F238E27FC236}">
                <a16:creationId xmlns:a16="http://schemas.microsoft.com/office/drawing/2014/main" id="{9CA51A41-F2F4-88A8-B16C-88401AED068B}"/>
              </a:ext>
            </a:extLst>
          </p:cNvPr>
          <p:cNvSpPr txBox="1"/>
          <p:nvPr/>
        </p:nvSpPr>
        <p:spPr>
          <a:xfrm>
            <a:off x="19523075" y="990600"/>
            <a:ext cx="22098000" cy="774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5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Handling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DFE38901-99F6-A3C3-A7A6-159E1552E568}"/>
              </a:ext>
            </a:extLst>
          </p:cNvPr>
          <p:cNvSpPr txBox="1"/>
          <p:nvPr/>
        </p:nvSpPr>
        <p:spPr>
          <a:xfrm>
            <a:off x="19791363" y="2524125"/>
            <a:ext cx="4160837" cy="27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“Houdt veel ballen tegen”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7B110DB5-FE68-6266-B3AB-B6A6A32407C2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 de 16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Buiten de 16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1 op 1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Standaard situaties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Positie kiezen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01E25AE2-9B4F-2E07-EB48-D3EF888D10E1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8A83CEB-BFB4-4A71-8085-8555793AB66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106606303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andl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DAD64BF3-EAEF-A048-09EA-B8577CAA68E0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67CCC6D1-8A8B-4F16-A282-8547ACF0D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29B1F3E7-5E4F-E9C1-6CFD-D35BA595E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A77E241A-DFCC-48DA-9728-982E1D6BC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82792A79-D833-5A3B-6D14-5FD78D1BC30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79D2769-72CC-C622-7B3D-6471777838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9DABF77B-9C83-77BE-E4EA-6CC3F4E14952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3BE3743C-F311-2CAE-9BCA-828F174E78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Handling">
            <a:extLst>
              <a:ext uri="{FF2B5EF4-FFF2-40B4-BE49-F238E27FC236}">
                <a16:creationId xmlns:a16="http://schemas.microsoft.com/office/drawing/2014/main" id="{9038691A-4B52-CFD6-C785-6614BB6202FC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Handling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77DA2647-0011-B0C2-88ED-A644832646F0}"/>
              </a:ext>
            </a:extLst>
          </p:cNvPr>
          <p:cNvSpPr txBox="1"/>
          <p:nvPr/>
        </p:nvSpPr>
        <p:spPr>
          <a:xfrm>
            <a:off x="19791363" y="2524125"/>
            <a:ext cx="4160837" cy="27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“Defending a lot of balls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E815ECA1-56C4-FDF2-BF1F-A43BFCD67D04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Outside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One on ones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Set pieces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Positioning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Frequency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End result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30A8CCF7-12FD-62B2-8CB1-DB2ED0CA74A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F4CD730-9714-40D1-9EDC-79D7FFBD45C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34490355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reventie vs defending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24C1BB01-AEDC-42AA-98D3-2E0E08558AD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66C72D4A-E65A-C0FF-FC23-03B49A39A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25F28AE2-86F6-6416-588E-1FCF24C31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22C610EF-C6AC-5BF3-076A-0A053112D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AF4BE25B-3D13-8311-029F-D7F11F1EE9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E17BF17-5315-C34E-4B96-118A1D838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28F45512-EDDA-5F2A-7B9A-62AFBD040673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B29034A9-0CDC-5C31-A98B-8B931E6DDD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Prevention vs…">
            <a:extLst>
              <a:ext uri="{FF2B5EF4-FFF2-40B4-BE49-F238E27FC236}">
                <a16:creationId xmlns:a16="http://schemas.microsoft.com/office/drawing/2014/main" id="{A7B6E6F3-60DE-9BF3-5F76-3FAE7E06515A}"/>
              </a:ext>
            </a:extLst>
          </p:cNvPr>
          <p:cNvSpPr txBox="1"/>
          <p:nvPr/>
        </p:nvSpPr>
        <p:spPr>
          <a:xfrm>
            <a:off x="19523075" y="241300"/>
            <a:ext cx="22098000" cy="1524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49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Prevention vs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49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defending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B504EF3E-AB2C-147D-C64F-AEA77B0C8C26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Reading, anticipating and reacting to 1v1 situations, dealing with through balls and crosses.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BE16B4E5-7515-EA94-2E3C-D21687F906B7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Positioning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Coaching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Decision making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Follow-up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Frequency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End result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D5BC6F90-4BEE-73BB-C5F1-B2E5167EB94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EB4EBE7-3A90-4463-A4E4-A9E65B5FC666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905824114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stibu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CBD835E4-5123-9876-92E9-895DC0A3927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EBCA9ED2-8BCB-6900-9B8D-3AAD06FBE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4C26FC0B-0A6A-EC04-84C5-309A2C2F5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D7947084-F7D0-F668-B1E6-880F02E83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470E0665-1514-2054-A06F-205A948A5FE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DE52AFB-0E92-82CE-C7A0-75EE33814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C88181A7-4E5B-7110-9F70-B073D0FFF406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69799562-07E8-B609-A19F-BD7253B520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Distribution">
            <a:extLst>
              <a:ext uri="{FF2B5EF4-FFF2-40B4-BE49-F238E27FC236}">
                <a16:creationId xmlns:a16="http://schemas.microsoft.com/office/drawing/2014/main" id="{E2AD277F-AC7F-7091-59D2-ACF4031AE48A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Distribution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5A8F5CDD-F141-B4F4-CF76-4B5E07244DD8}"/>
              </a:ext>
            </a:extLst>
          </p:cNvPr>
          <p:cNvSpPr txBox="1"/>
          <p:nvPr/>
        </p:nvSpPr>
        <p:spPr>
          <a:xfrm>
            <a:off x="19791363" y="2524125"/>
            <a:ext cx="4160837" cy="27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Kicking, passing and throwing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D375F4F4-058B-99DE-334E-26A1A1049211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Outside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One on ones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Set pieces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Positioning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Frequency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End result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AB350BE3-D214-5C12-C8DE-7CE3BA9F2A27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36A40C8-641F-497F-B962-8229512E7CD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8025452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ili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A970950E-2E77-5E02-112D-A1A5759A9634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ADCC51FA-0938-38D3-B342-197B5D74D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6BD14BDD-07C6-CC02-FE27-353DC22B3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F84CA030-72C1-0F53-84A5-2AF56BA49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3684925D-1BC7-B88D-3631-FF33A8336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78AFA3C-BBDE-47A1-CD65-BB420742B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5F6D6E6A-696D-38A6-DBFF-C92A0BCF90F0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ED9B890E-B624-9C05-8F5D-83AB986224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Agility">
            <a:extLst>
              <a:ext uri="{FF2B5EF4-FFF2-40B4-BE49-F238E27FC236}">
                <a16:creationId xmlns:a16="http://schemas.microsoft.com/office/drawing/2014/main" id="{38433FF0-1AD4-C0E3-9C32-300738A86F2D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Agility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B7ADC8C2-2EFA-0CAE-091A-5013C5CEB5ED}"/>
              </a:ext>
            </a:extLst>
          </p:cNvPr>
          <p:cNvSpPr txBox="1"/>
          <p:nvPr/>
        </p:nvSpPr>
        <p:spPr>
          <a:xfrm>
            <a:off x="19791363" y="2105025"/>
            <a:ext cx="4160837" cy="1117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“Quickly change direction, accelerate, and control body movement while maintaining balance”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2D0919CB-FAD2-9EA6-F6C1-82C3459803FE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Reaction speed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Footwork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Balance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Center of gravity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Change of direction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733E9C60-D8F1-79B9-46A6-E7764927F9E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F3395A0-7C4D-4166-9BF0-D6BF658C192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909636860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rave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B2F9161C-B7C8-402C-12AA-B81B04027D96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DD59C647-DBEF-D654-95C2-ABC070AEF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C31D0F09-BD32-B94D-2E4C-7EDBD5FEFC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F2B4E314-F7EE-2C93-C246-81AA2CB4B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A3AB5443-A5F7-467E-93DE-079C7EAA2C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DFF6E28-BEE5-B523-C282-22B0A5BC0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B4B25673-1796-5A45-FF1D-0EB4E6B9D2C2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A2A02097-388C-C5A9-1A4A-685A5DB15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Bravery">
            <a:extLst>
              <a:ext uri="{FF2B5EF4-FFF2-40B4-BE49-F238E27FC236}">
                <a16:creationId xmlns:a16="http://schemas.microsoft.com/office/drawing/2014/main" id="{D518E907-4E78-688A-6DFA-9DFA376AB232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Bravery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12DD1D18-46F2-B004-DB12-6D71BD7EC513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“The willingness to face physical challenges, difficult situations, or potential contact without fear”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D9CE5C3F-6742-B350-D290-B2352D514B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1963" y="3973513"/>
            <a:ext cx="4721225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190500" indent="-190500"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  <a:buClr>
                <a:srgbClr val="173883"/>
              </a:buClr>
              <a:buSzPct val="100000"/>
              <a:buFont typeface="Times Roman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Initiative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Clr>
                <a:srgbClr val="173883"/>
              </a:buClr>
              <a:buSzPct val="100000"/>
              <a:buFont typeface="Times Roman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Taking risks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Clr>
                <a:srgbClr val="173883"/>
              </a:buClr>
              <a:buSzPct val="100000"/>
              <a:buFont typeface="Times Roman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Freedom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Clr>
                <a:srgbClr val="173883"/>
              </a:buClr>
              <a:buSzPct val="100000"/>
              <a:buFont typeface="Times Roman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Surprising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Clr>
                <a:srgbClr val="173883"/>
              </a:buClr>
              <a:buSzPct val="100000"/>
              <a:buFont typeface="Times Roman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Creativity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Clr>
                <a:srgbClr val="173883"/>
              </a:buClr>
              <a:buSzPct val="100000"/>
              <a:buFont typeface="Times Roman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Confident after mistakes</a:t>
            </a:r>
          </a:p>
          <a:p>
            <a:pPr eaLnBrk="1">
              <a:lnSpc>
                <a:spcPct val="100000"/>
              </a:lnSpc>
              <a:spcBef>
                <a:spcPct val="0"/>
              </a:spcBef>
              <a:buClr>
                <a:srgbClr val="173883"/>
              </a:buClr>
              <a:buSzPct val="100000"/>
              <a:buFont typeface="Times Roman"/>
              <a:buChar char="•"/>
            </a:pPr>
            <a:r>
              <a:rPr lang="LID4096" altLang="LID4096" sz="2000">
                <a:solidFill>
                  <a:srgbClr val="173883"/>
                </a:solidFill>
                <a:latin typeface="Century Gothic" panose="020B0502020202020204" pitchFamily="34" charset="0"/>
                <a:ea typeface="Century Gothic" panose="020B0502020202020204" pitchFamily="34" charset="0"/>
                <a:cs typeface="Century Gothic" panose="020B0502020202020204" pitchFamily="34" charset="0"/>
                <a:sym typeface="Century Gothic" panose="020B0502020202020204" pitchFamily="34" charset="0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0CF6AE36-51C8-B5D6-77EB-F358E46742F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AF3D7AC-6404-4BC3-BA26-6A3F904D4CD5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623947317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sisten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a829d35-5178-35a6-9931-7ccc1d4b5528.jpg" descr="1a829d35-5178-35a6-9931-7ccc1d4b5528.jpg">
            <a:extLst>
              <a:ext uri="{FF2B5EF4-FFF2-40B4-BE49-F238E27FC236}">
                <a16:creationId xmlns:a16="http://schemas.microsoft.com/office/drawing/2014/main" id="{2869327F-0067-7030-EA2F-1A4B8E562B87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" b="20"/>
          <a:stretch>
            <a:fillRect/>
          </a:stretch>
        </p:blipFill>
        <p:spPr bwMode="auto">
          <a:xfrm>
            <a:off x="-38100" y="-7938"/>
            <a:ext cx="24460200" cy="137318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E04CFD76-F860-0A28-0C06-16519BF53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56CB9BA6-B81E-D763-4E90-7567DD721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0ACA2E81-D5B6-76C0-B04A-45E4A0D03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8463" y="217488"/>
            <a:ext cx="4846637" cy="3248025"/>
          </a:xfrm>
          <a:prstGeom prst="rect">
            <a:avLst/>
          </a:prstGeom>
          <a:solidFill>
            <a:srgbClr val="173883">
              <a:alpha val="4745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FBF8FFA9-0D0C-0622-D2B2-A3D4E1FB6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11963" y="1782763"/>
            <a:ext cx="4719637" cy="0"/>
          </a:xfrm>
          <a:prstGeom prst="line">
            <a:avLst/>
          </a:prstGeom>
          <a:noFill/>
          <a:ln w="1016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67D0300-0EDC-502C-E75F-7485E61DC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9CBC6AAE-9C0B-0921-BF7C-22FD00E7C5BC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22296C2C-E170-EBD2-323B-6A3DFCD0AB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559588" y="3876675"/>
            <a:ext cx="3084512" cy="0"/>
          </a:xfrm>
          <a:prstGeom prst="line">
            <a:avLst/>
          </a:prstGeom>
          <a:noFill/>
          <a:ln w="25400">
            <a:solidFill>
              <a:srgbClr val="18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50800" tIns="50800" rIns="50800" bIns="50800" anchor="ctr"/>
          <a:lstStyle/>
          <a:p>
            <a:endParaRPr lang="LID4096"/>
          </a:p>
        </p:txBody>
      </p:sp>
      <p:sp>
        <p:nvSpPr>
          <p:cNvPr id="10" name="Consistency">
            <a:extLst>
              <a:ext uri="{FF2B5EF4-FFF2-40B4-BE49-F238E27FC236}">
                <a16:creationId xmlns:a16="http://schemas.microsoft.com/office/drawing/2014/main" id="{00FA0C4F-BE29-A788-5655-9E3F04581F5D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Consistency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BFEE9394-D5A4-D052-EC5F-1ECA082956D4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“Perform at a similar level of quality repeatedly over time, across matches or actions”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B7C5BF6D-A8F5-E1F4-9D80-32788D7515FB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Steady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Influential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Solid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 control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Conscious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React after mistakes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Dealing with stress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7D7DC021-7F9E-0BCC-06A6-EF597564767F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C44C5E2-9B69-41E3-A58B-6EE1E0FF2D4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593207800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chtergrond kopie 2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>
            <a:extLst>
              <a:ext uri="{FF2B5EF4-FFF2-40B4-BE49-F238E27FC236}">
                <a16:creationId xmlns:a16="http://schemas.microsoft.com/office/drawing/2014/main" id="{E0DA1103-D6F8-FFAA-1C73-4A522747A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3" name="Group">
            <a:extLst>
              <a:ext uri="{FF2B5EF4-FFF2-40B4-BE49-F238E27FC236}">
                <a16:creationId xmlns:a16="http://schemas.microsoft.com/office/drawing/2014/main" id="{446D131E-AE09-5110-BCEA-D5F50130C69A}"/>
              </a:ext>
            </a:extLst>
          </p:cNvPr>
          <p:cNvGrpSpPr>
            <a:grpSpLocks/>
          </p:cNvGrpSpPr>
          <p:nvPr/>
        </p:nvGrpSpPr>
        <p:grpSpPr bwMode="auto">
          <a:xfrm>
            <a:off x="15994063" y="2938463"/>
            <a:ext cx="3860800" cy="5818187"/>
            <a:chOff x="0" y="0"/>
            <a:chExt cx="3860154" cy="5817684"/>
          </a:xfrm>
        </p:grpSpPr>
        <p:sp>
          <p:nvSpPr>
            <p:cNvPr id="4" name="Rounded Rectangle">
              <a:extLst>
                <a:ext uri="{FF2B5EF4-FFF2-40B4-BE49-F238E27FC236}">
                  <a16:creationId xmlns:a16="http://schemas.microsoft.com/office/drawing/2014/main" id="{95EBEF20-F0E1-E59A-D877-300F77F70FBB}"/>
                </a:ext>
              </a:extLst>
            </p:cNvPr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5" name="Image" descr="Image">
              <a:extLst>
                <a:ext uri="{FF2B5EF4-FFF2-40B4-BE49-F238E27FC236}">
                  <a16:creationId xmlns:a16="http://schemas.microsoft.com/office/drawing/2014/main" id="{CD51F8C0-B1DB-659B-FB99-83E9F9E91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79311"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6" name="Rectangle">
            <a:extLst>
              <a:ext uri="{FF2B5EF4-FFF2-40B4-BE49-F238E27FC236}">
                <a16:creationId xmlns:a16="http://schemas.microsoft.com/office/drawing/2014/main" id="{6C1F4F77-0DF2-6FC6-ABB2-F2792421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7485063"/>
            <a:ext cx="10891837" cy="1270000"/>
          </a:xfrm>
          <a:prstGeom prst="rect">
            <a:avLst/>
          </a:prstGeom>
          <a:solidFill>
            <a:srgbClr val="FFFFFF">
              <a:alpha val="7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7" name="TextBox 28">
            <a:extLst>
              <a:ext uri="{FF2B5EF4-FFF2-40B4-BE49-F238E27FC236}">
                <a16:creationId xmlns:a16="http://schemas.microsoft.com/office/drawing/2014/main" id="{8B54D63B-87A4-FA2C-8AE9-08D5222E8D94}"/>
              </a:ext>
            </a:extLst>
          </p:cNvPr>
          <p:cNvSpPr txBox="1"/>
          <p:nvPr/>
        </p:nvSpPr>
        <p:spPr>
          <a:xfrm>
            <a:off x="9228138" y="5951538"/>
            <a:ext cx="6161087" cy="1828800"/>
          </a:xfrm>
          <a:prstGeom prst="rect">
            <a:avLst/>
          </a:prstGeom>
          <a:ln w="12700">
            <a:miter lim="400000"/>
          </a:ln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sz="10400" b="1" cap="all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WELKOM</a:t>
            </a:r>
          </a:p>
        </p:txBody>
      </p:sp>
      <p:pic>
        <p:nvPicPr>
          <p:cNvPr id="8" name="FC DEN BOSCH LOGO.png" descr="FC DEN BOSCH LOGO.png">
            <a:extLst>
              <a:ext uri="{FF2B5EF4-FFF2-40B4-BE49-F238E27FC236}">
                <a16:creationId xmlns:a16="http://schemas.microsoft.com/office/drawing/2014/main" id="{93F037E7-B3FA-A958-7E5B-A6E813A36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9" name="Afbeelding" descr="Afbeelding">
            <a:extLst>
              <a:ext uri="{FF2B5EF4-FFF2-40B4-BE49-F238E27FC236}">
                <a16:creationId xmlns:a16="http://schemas.microsoft.com/office/drawing/2014/main" id="{F26BF7A0-01FA-FAAC-6B60-B33B7F33C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75" y="12358688"/>
            <a:ext cx="7183438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" name="01.+ witFOURTEEN LOGO BLACK WHITE kopie.pdf" descr="01.+ witFOURTEEN LOGO BLACK WHITE kopie.pdf">
            <a:extLst>
              <a:ext uri="{FF2B5EF4-FFF2-40B4-BE49-F238E27FC236}">
                <a16:creationId xmlns:a16="http://schemas.microsoft.com/office/drawing/2014/main" id="{A71B868F-51F1-E873-562A-0BA8707AF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1" name="Slide Number">
            <a:extLst>
              <a:ext uri="{FF2B5EF4-FFF2-40B4-BE49-F238E27FC236}">
                <a16:creationId xmlns:a16="http://schemas.microsoft.com/office/drawing/2014/main" id="{18CCC91A-F00E-FFA2-9A99-D01233FFC965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D6A71AC-0C9D-4D22-B543-4B55A2EA57E9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319101741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 kopie 6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FG">
            <a:extLst>
              <a:ext uri="{FF2B5EF4-FFF2-40B4-BE49-F238E27FC236}">
                <a16:creationId xmlns:a16="http://schemas.microsoft.com/office/drawing/2014/main" id="{DB386128-A067-DBF3-F087-A8FDCC401438}"/>
              </a:ext>
            </a:extLst>
          </p:cNvPr>
          <p:cNvSpPr txBox="1"/>
          <p:nvPr/>
        </p:nvSpPr>
        <p:spPr>
          <a:xfrm>
            <a:off x="311150" y="568325"/>
            <a:ext cx="2855913" cy="14097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9000" b="1" spc="9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BFG</a:t>
            </a:r>
          </a:p>
        </p:txBody>
      </p:sp>
      <p:sp>
        <p:nvSpPr>
          <p:cNvPr id="3" name="CLub">
            <a:extLst>
              <a:ext uri="{FF2B5EF4-FFF2-40B4-BE49-F238E27FC236}">
                <a16:creationId xmlns:a16="http://schemas.microsoft.com/office/drawing/2014/main" id="{5F99C8D7-60A0-6844-BFA2-D0CF9F1A2FC4}"/>
              </a:ext>
            </a:extLst>
          </p:cNvPr>
          <p:cNvSpPr txBox="1"/>
          <p:nvPr/>
        </p:nvSpPr>
        <p:spPr>
          <a:xfrm>
            <a:off x="392113" y="358775"/>
            <a:ext cx="2855912" cy="3683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4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CLub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E6FDDD84-F821-A98C-1C42-D8C47FA339D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>
            <a:solidFill>
              <a:srgbClr val="AF8B31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437" tIns="71437" rIns="71437" bIns="71437" anchor="ctr"/>
          <a:lstStyle/>
          <a:p>
            <a:endParaRPr lang="LID4096"/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B8DE5A2B-D137-B81D-3C2B-574A72A49C24}"/>
              </a:ext>
            </a:extLst>
          </p:cNvPr>
          <p:cNvSpPr txBox="1"/>
          <p:nvPr/>
        </p:nvSpPr>
        <p:spPr>
          <a:xfrm>
            <a:off x="5172075" y="1741488"/>
            <a:ext cx="15078075" cy="52070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b="1" kern="0" cap="all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We zijn een Bossche club, een Bosschenaar is trots op onze stad en club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We zijn strijdbaar, we buigen wel, maar barsten niet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Met heel ons hart staan we achter FC Den Bosch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Hier leren we van tegenslagen om vervolgens samen te groeien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203200" lvl="1" indent="-2032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We zijn een hartverwarmende Bossche club, voor iedereen</a:t>
            </a:r>
          </a:p>
        </p:txBody>
      </p:sp>
      <p:pic>
        <p:nvPicPr>
          <p:cNvPr id="6" name="FC DEN BOSCH LOGO.png" descr="FC DEN BOSCH LOGO.png">
            <a:extLst>
              <a:ext uri="{FF2B5EF4-FFF2-40B4-BE49-F238E27FC236}">
                <a16:creationId xmlns:a16="http://schemas.microsoft.com/office/drawing/2014/main" id="{8B07D5D7-FD7E-1521-52F5-CD807F1AF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2363788"/>
            <a:ext cx="1673225" cy="167322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pic>
        <p:nvPicPr>
          <p:cNvPr id="7" name="geplakte-afbeelding.pdf" descr="geplakte-afbeelding.pdf">
            <a:extLst>
              <a:ext uri="{FF2B5EF4-FFF2-40B4-BE49-F238E27FC236}">
                <a16:creationId xmlns:a16="http://schemas.microsoft.com/office/drawing/2014/main" id="{35843C4E-4EDD-93ED-60AE-210449F7D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4025" y="12850813"/>
            <a:ext cx="5807075" cy="76517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sp>
        <p:nvSpPr>
          <p:cNvPr id="8" name="Heart">
            <a:extLst>
              <a:ext uri="{FF2B5EF4-FFF2-40B4-BE49-F238E27FC236}">
                <a16:creationId xmlns:a16="http://schemas.microsoft.com/office/drawing/2014/main" id="{8D09C579-F416-2A75-A54A-3DD2FB3FB409}"/>
              </a:ext>
            </a:extLst>
          </p:cNvPr>
          <p:cNvSpPr/>
          <p:nvPr/>
        </p:nvSpPr>
        <p:spPr>
          <a:xfrm>
            <a:off x="12038013" y="9582150"/>
            <a:ext cx="1790700" cy="1582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Hartstocht">
            <a:extLst>
              <a:ext uri="{FF2B5EF4-FFF2-40B4-BE49-F238E27FC236}">
                <a16:creationId xmlns:a16="http://schemas.microsoft.com/office/drawing/2014/main" id="{6F75329D-9027-4B84-324E-70361C882252}"/>
              </a:ext>
            </a:extLst>
          </p:cNvPr>
          <p:cNvSpPr txBox="1"/>
          <p:nvPr/>
        </p:nvSpPr>
        <p:spPr>
          <a:xfrm>
            <a:off x="11012488" y="8175625"/>
            <a:ext cx="3840162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Hartstocht</a:t>
            </a:r>
          </a:p>
        </p:txBody>
      </p:sp>
      <p:sp>
        <p:nvSpPr>
          <p:cNvPr id="10" name="Growth">
            <a:extLst>
              <a:ext uri="{FF2B5EF4-FFF2-40B4-BE49-F238E27FC236}">
                <a16:creationId xmlns:a16="http://schemas.microsoft.com/office/drawing/2014/main" id="{4376FBF6-46C7-5141-8E5C-439757A3637F}"/>
              </a:ext>
            </a:extLst>
          </p:cNvPr>
          <p:cNvSpPr/>
          <p:nvPr/>
        </p:nvSpPr>
        <p:spPr>
          <a:xfrm>
            <a:off x="16602075" y="9575800"/>
            <a:ext cx="1878013" cy="1452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roei">
            <a:extLst>
              <a:ext uri="{FF2B5EF4-FFF2-40B4-BE49-F238E27FC236}">
                <a16:creationId xmlns:a16="http://schemas.microsoft.com/office/drawing/2014/main" id="{10C9506C-BBAD-83DC-C692-63C7E33F8EB6}"/>
              </a:ext>
            </a:extLst>
          </p:cNvPr>
          <p:cNvSpPr txBox="1"/>
          <p:nvPr/>
        </p:nvSpPr>
        <p:spPr>
          <a:xfrm>
            <a:off x="16444913" y="8175625"/>
            <a:ext cx="2000250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Groei</a:t>
            </a:r>
          </a:p>
        </p:txBody>
      </p:sp>
      <p:sp>
        <p:nvSpPr>
          <p:cNvPr id="12" name="Bosch">
            <a:extLst>
              <a:ext uri="{FF2B5EF4-FFF2-40B4-BE49-F238E27FC236}">
                <a16:creationId xmlns:a16="http://schemas.microsoft.com/office/drawing/2014/main" id="{1A304034-E96A-49A3-FCC6-B73E1E185B05}"/>
              </a:ext>
            </a:extLst>
          </p:cNvPr>
          <p:cNvSpPr txBox="1"/>
          <p:nvPr/>
        </p:nvSpPr>
        <p:spPr>
          <a:xfrm>
            <a:off x="1511300" y="8175625"/>
            <a:ext cx="2206625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Bosch</a:t>
            </a:r>
          </a:p>
        </p:txBody>
      </p:sp>
      <p:sp>
        <p:nvSpPr>
          <p:cNvPr id="13" name="Strijdbaar">
            <a:extLst>
              <a:ext uri="{FF2B5EF4-FFF2-40B4-BE49-F238E27FC236}">
                <a16:creationId xmlns:a16="http://schemas.microsoft.com/office/drawing/2014/main" id="{BFBF86E7-9A23-14CD-EDA2-AE9887A5C540}"/>
              </a:ext>
            </a:extLst>
          </p:cNvPr>
          <p:cNvSpPr txBox="1"/>
          <p:nvPr/>
        </p:nvSpPr>
        <p:spPr>
          <a:xfrm>
            <a:off x="5861050" y="8175625"/>
            <a:ext cx="3559175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Strijdbaar</a:t>
            </a:r>
          </a:p>
        </p:txBody>
      </p:sp>
      <p:sp>
        <p:nvSpPr>
          <p:cNvPr id="14" name="Gastvrij">
            <a:extLst>
              <a:ext uri="{FF2B5EF4-FFF2-40B4-BE49-F238E27FC236}">
                <a16:creationId xmlns:a16="http://schemas.microsoft.com/office/drawing/2014/main" id="{B65CE29B-8DB3-E647-03B6-82D78576E131}"/>
              </a:ext>
            </a:extLst>
          </p:cNvPr>
          <p:cNvSpPr txBox="1"/>
          <p:nvPr/>
        </p:nvSpPr>
        <p:spPr>
          <a:xfrm>
            <a:off x="20229513" y="8175625"/>
            <a:ext cx="2914650" cy="1619250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Gastvrij</a:t>
            </a:r>
          </a:p>
        </p:txBody>
      </p:sp>
      <p:pic>
        <p:nvPicPr>
          <p:cNvPr id="15" name="png-clipart-handshake-others-blue-hand.png" descr="png-clipart-handshake-others-blue-hand.png">
            <a:extLst>
              <a:ext uri="{FF2B5EF4-FFF2-40B4-BE49-F238E27FC236}">
                <a16:creationId xmlns:a16="http://schemas.microsoft.com/office/drawing/2014/main" id="{3E0C8F18-F83A-8551-CFF8-12E8F4CE9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6363" y="9537700"/>
            <a:ext cx="2519362" cy="152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6" name="Rectangle">
            <a:extLst>
              <a:ext uri="{FF2B5EF4-FFF2-40B4-BE49-F238E27FC236}">
                <a16:creationId xmlns:a16="http://schemas.microsoft.com/office/drawing/2014/main" id="{1B535116-808E-F037-295B-6EC24CBDBC64}"/>
              </a:ext>
            </a:extLst>
          </p:cNvPr>
          <p:cNvSpPr/>
          <p:nvPr/>
        </p:nvSpPr>
        <p:spPr>
          <a:xfrm>
            <a:off x="6192838" y="10190163"/>
            <a:ext cx="993775" cy="931862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">
            <a:extLst>
              <a:ext uri="{FF2B5EF4-FFF2-40B4-BE49-F238E27FC236}">
                <a16:creationId xmlns:a16="http://schemas.microsoft.com/office/drawing/2014/main" id="{4C08C4CB-AFDE-ECF7-F02C-DBC947BECA7E}"/>
              </a:ext>
            </a:extLst>
          </p:cNvPr>
          <p:cNvSpPr/>
          <p:nvPr/>
        </p:nvSpPr>
        <p:spPr>
          <a:xfrm>
            <a:off x="8110538" y="10190163"/>
            <a:ext cx="995362" cy="931862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Rectangle">
            <a:extLst>
              <a:ext uri="{FF2B5EF4-FFF2-40B4-BE49-F238E27FC236}">
                <a16:creationId xmlns:a16="http://schemas.microsoft.com/office/drawing/2014/main" id="{8FDEC621-B055-A030-55A4-B9B03EB596F9}"/>
              </a:ext>
            </a:extLst>
          </p:cNvPr>
          <p:cNvSpPr/>
          <p:nvPr/>
        </p:nvSpPr>
        <p:spPr>
          <a:xfrm>
            <a:off x="7177088" y="9626600"/>
            <a:ext cx="995362" cy="1495425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1">
            <a:extLst>
              <a:ext uri="{FF2B5EF4-FFF2-40B4-BE49-F238E27FC236}">
                <a16:creationId xmlns:a16="http://schemas.microsoft.com/office/drawing/2014/main" id="{9E8C7608-2D03-935B-2D47-A8E133850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2038" y="9859963"/>
            <a:ext cx="520700" cy="87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1</a:t>
            </a:r>
          </a:p>
        </p:txBody>
      </p:sp>
      <p:sp>
        <p:nvSpPr>
          <p:cNvPr id="20" name="3">
            <a:extLst>
              <a:ext uri="{FF2B5EF4-FFF2-40B4-BE49-F238E27FC236}">
                <a16:creationId xmlns:a16="http://schemas.microsoft.com/office/drawing/2014/main" id="{2E80101F-759B-595B-6B83-58673A1EF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5025" y="10212388"/>
            <a:ext cx="520700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3</a:t>
            </a:r>
          </a:p>
        </p:txBody>
      </p:sp>
      <p:sp>
        <p:nvSpPr>
          <p:cNvPr id="21" name="2">
            <a:extLst>
              <a:ext uri="{FF2B5EF4-FFF2-40B4-BE49-F238E27FC236}">
                <a16:creationId xmlns:a16="http://schemas.microsoft.com/office/drawing/2014/main" id="{1C0FC2CC-EAC2-98E8-51A5-E981C8C1F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7788" y="10212388"/>
            <a:ext cx="520700" cy="88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6000">
                <a:solidFill>
                  <a:srgbClr val="115AA3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rPr>
              <a:t>2</a:t>
            </a:r>
          </a:p>
        </p:txBody>
      </p:sp>
      <p:pic>
        <p:nvPicPr>
          <p:cNvPr id="22" name="2b0643c0c0b5949fdfe730edb3ff8947.psd" descr="2b0643c0c0b5949fdfe730edb3ff8947.psd">
            <a:extLst>
              <a:ext uri="{FF2B5EF4-FFF2-40B4-BE49-F238E27FC236}">
                <a16:creationId xmlns:a16="http://schemas.microsoft.com/office/drawing/2014/main" id="{5431C28C-9C5E-B6B1-5573-31939E6F9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8947150"/>
            <a:ext cx="2854325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3" name="Line">
            <a:extLst>
              <a:ext uri="{FF2B5EF4-FFF2-40B4-BE49-F238E27FC236}">
                <a16:creationId xmlns:a16="http://schemas.microsoft.com/office/drawing/2014/main" id="{C30CCD69-EA63-9D59-8DE6-316B7388E6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64125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4" name="Line">
            <a:extLst>
              <a:ext uri="{FF2B5EF4-FFF2-40B4-BE49-F238E27FC236}">
                <a16:creationId xmlns:a16="http://schemas.microsoft.com/office/drawing/2014/main" id="{0E0E90DD-8D9E-A1CB-8CB5-35CCDB8BDD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217150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5" name="Line">
            <a:extLst>
              <a:ext uri="{FF2B5EF4-FFF2-40B4-BE49-F238E27FC236}">
                <a16:creationId xmlns:a16="http://schemas.microsoft.com/office/drawing/2014/main" id="{C7E33232-A750-F6CF-02B8-791703502C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427325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6" name="Line">
            <a:extLst>
              <a:ext uri="{FF2B5EF4-FFF2-40B4-BE49-F238E27FC236}">
                <a16:creationId xmlns:a16="http://schemas.microsoft.com/office/drawing/2014/main" id="{C4D4889E-0F6B-9FAE-65DB-D77FAD9977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62750" y="8345488"/>
            <a:ext cx="0" cy="3175000"/>
          </a:xfrm>
          <a:prstGeom prst="line">
            <a:avLst/>
          </a:prstGeom>
          <a:noFill/>
          <a:ln w="254000">
            <a:solidFill>
              <a:srgbClr val="FFFFFF">
                <a:alpha val="48627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0959" tIns="60959" rIns="60959" bIns="60959"/>
          <a:lstStyle/>
          <a:p>
            <a:endParaRPr lang="LID4096"/>
          </a:p>
        </p:txBody>
      </p:sp>
      <p:sp>
        <p:nvSpPr>
          <p:cNvPr id="27" name="Kernwaarden">
            <a:extLst>
              <a:ext uri="{FF2B5EF4-FFF2-40B4-BE49-F238E27FC236}">
                <a16:creationId xmlns:a16="http://schemas.microsoft.com/office/drawing/2014/main" id="{042A7C95-9228-4BBF-A3A4-E1D146B83B0C}"/>
              </a:ext>
            </a:extLst>
          </p:cNvPr>
          <p:cNvSpPr txBox="1"/>
          <p:nvPr/>
        </p:nvSpPr>
        <p:spPr>
          <a:xfrm>
            <a:off x="5735638" y="15875"/>
            <a:ext cx="14379575" cy="2484438"/>
          </a:xfrm>
          <a:prstGeom prst="rect">
            <a:avLst/>
          </a:prstGeom>
          <a:ln w="12700">
            <a:miter lim="400000"/>
          </a:ln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152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Kernwaarden</a:t>
            </a:r>
          </a:p>
        </p:txBody>
      </p:sp>
      <p:sp>
        <p:nvSpPr>
          <p:cNvPr id="28" name="Slide Number">
            <a:extLst>
              <a:ext uri="{FF2B5EF4-FFF2-40B4-BE49-F238E27FC236}">
                <a16:creationId xmlns:a16="http://schemas.microsoft.com/office/drawing/2014/main" id="{17B89A4F-6FDE-4DEE-1C0C-305F875CC491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B1297A6-4CE9-4C94-8C3E-FCE46FB1EF8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41269635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 kopie 5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FG">
            <a:extLst>
              <a:ext uri="{FF2B5EF4-FFF2-40B4-BE49-F238E27FC236}">
                <a16:creationId xmlns:a16="http://schemas.microsoft.com/office/drawing/2014/main" id="{82CC18C8-00E4-FD18-D328-180044D45344}"/>
              </a:ext>
            </a:extLst>
          </p:cNvPr>
          <p:cNvSpPr txBox="1"/>
          <p:nvPr/>
        </p:nvSpPr>
        <p:spPr>
          <a:xfrm>
            <a:off x="311150" y="568325"/>
            <a:ext cx="2855913" cy="14097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9000" b="1" spc="9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BFG</a:t>
            </a:r>
          </a:p>
        </p:txBody>
      </p:sp>
      <p:sp>
        <p:nvSpPr>
          <p:cNvPr id="3" name="Playing style">
            <a:extLst>
              <a:ext uri="{FF2B5EF4-FFF2-40B4-BE49-F238E27FC236}">
                <a16:creationId xmlns:a16="http://schemas.microsoft.com/office/drawing/2014/main" id="{E5693F5B-35E3-DAE3-8326-40AB6DFC3392}"/>
              </a:ext>
            </a:extLst>
          </p:cNvPr>
          <p:cNvSpPr txBox="1"/>
          <p:nvPr/>
        </p:nvSpPr>
        <p:spPr>
          <a:xfrm>
            <a:off x="392113" y="358775"/>
            <a:ext cx="2855912" cy="3683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4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Playing style</a:t>
            </a: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06DBAADE-49E6-8A41-155A-FED7647C6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" y="1982788"/>
            <a:ext cx="2363788" cy="0"/>
          </a:xfrm>
          <a:prstGeom prst="line">
            <a:avLst/>
          </a:prstGeom>
          <a:noFill/>
          <a:ln w="50800">
            <a:solidFill>
              <a:srgbClr val="AF8B31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437" tIns="71437" rIns="71437" bIns="71437" anchor="ctr"/>
          <a:lstStyle/>
          <a:p>
            <a:endParaRPr lang="LID4096"/>
          </a:p>
        </p:txBody>
      </p:sp>
      <p:pic>
        <p:nvPicPr>
          <p:cNvPr id="5" name="FC DEN BOSCH LOGO.png" descr="FC DEN BOSCH LOGO.png">
            <a:extLst>
              <a:ext uri="{FF2B5EF4-FFF2-40B4-BE49-F238E27FC236}">
                <a16:creationId xmlns:a16="http://schemas.microsoft.com/office/drawing/2014/main" id="{80E5EC9B-7BDF-9164-B97D-00286644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025" y="2363788"/>
            <a:ext cx="1673225" cy="167322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pic>
        <p:nvPicPr>
          <p:cNvPr id="6" name="geplakte-afbeelding.pdf" descr="geplakte-afbeelding.pdf">
            <a:extLst>
              <a:ext uri="{FF2B5EF4-FFF2-40B4-BE49-F238E27FC236}">
                <a16:creationId xmlns:a16="http://schemas.microsoft.com/office/drawing/2014/main" id="{BFBF85A7-D905-8B15-34FC-697323A78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4025" y="12850813"/>
            <a:ext cx="5807075" cy="765175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</p:pic>
      <p:sp>
        <p:nvSpPr>
          <p:cNvPr id="7" name="Slide Number">
            <a:extLst>
              <a:ext uri="{FF2B5EF4-FFF2-40B4-BE49-F238E27FC236}">
                <a16:creationId xmlns:a16="http://schemas.microsoft.com/office/drawing/2014/main" id="{45D11996-65FB-F07B-E80E-34B8003F4E72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A91563B-B46D-4158-B749-C5D8BA6B399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769022190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chtergrond kopie">
    <p:bg>
      <p:bgPr>
        <a:gradFill rotWithShape="1">
          <a:gsLst>
            <a:gs pos="0">
              <a:srgbClr val="173883"/>
            </a:gs>
            <a:gs pos="100000">
              <a:srgbClr val="0076BA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>
            <a:extLst>
              <a:ext uri="{FF2B5EF4-FFF2-40B4-BE49-F238E27FC236}">
                <a16:creationId xmlns:a16="http://schemas.microsoft.com/office/drawing/2014/main" id="{4ED8E193-942D-EB4D-E850-C0EFBFF75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FC DEN BOSCH LOGO.png" descr="FC DEN BOSCH LOGO.png">
            <a:extLst>
              <a:ext uri="{FF2B5EF4-FFF2-40B4-BE49-F238E27FC236}">
                <a16:creationId xmlns:a16="http://schemas.microsoft.com/office/drawing/2014/main" id="{20B7B3B8-EDDB-9A8C-ECF3-FC6611734C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1596688"/>
            <a:ext cx="1825625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Afbeelding" descr="Afbeelding">
            <a:extLst>
              <a:ext uri="{FF2B5EF4-FFF2-40B4-BE49-F238E27FC236}">
                <a16:creationId xmlns:a16="http://schemas.microsoft.com/office/drawing/2014/main" id="{54023AF3-4A25-07D3-CFDF-D295ECBBE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75" y="12358688"/>
            <a:ext cx="7183438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01.+ witFOURTEEN LOGO BLACK WHITE kopie.pdf" descr="01.+ witFOURTEEN LOGO BLACK WHITE kopie.pdf">
            <a:extLst>
              <a:ext uri="{FF2B5EF4-FFF2-40B4-BE49-F238E27FC236}">
                <a16:creationId xmlns:a16="http://schemas.microsoft.com/office/drawing/2014/main" id="{FE91FA79-DDC7-2D20-3F0F-A09FBA81A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6" name="Rectangle">
            <a:extLst>
              <a:ext uri="{FF2B5EF4-FFF2-40B4-BE49-F238E27FC236}">
                <a16:creationId xmlns:a16="http://schemas.microsoft.com/office/drawing/2014/main" id="{DF3808C8-95BC-0D71-CB81-B08010D8A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75" y="8618538"/>
            <a:ext cx="10890250" cy="1270000"/>
          </a:xfrm>
          <a:prstGeom prst="rect">
            <a:avLst/>
          </a:prstGeom>
          <a:solidFill>
            <a:srgbClr val="FFFFFF">
              <a:alpha val="7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4F8DBA4-94AE-CA25-1D06-6E57FE90D9D1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DBFD3FE-203F-4794-A5CA-F3F86222B83D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5480443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welcome page #03 #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084AF6B3-E596-16EC-6E1A-73757F19C764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721582-5578-44FC-9884-2D0BFA26A6B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487783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 kopie 8">
    <p:bg>
      <p:bgPr>
        <a:gradFill rotWithShape="1">
          <a:gsLst>
            <a:gs pos="0">
              <a:srgbClr val="000000"/>
            </a:gs>
            <a:gs pos="100000">
              <a:srgbClr val="DA3832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fbeelding" descr="Afbeelding">
            <a:extLst>
              <a:ext uri="{FF2B5EF4-FFF2-40B4-BE49-F238E27FC236}">
                <a16:creationId xmlns:a16="http://schemas.microsoft.com/office/drawing/2014/main" id="{C1504997-53CA-8B77-AE9B-2EA9FCDDD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3" name="FC_Pro_Vercelli_1892.svg.png" descr="FC_Pro_Vercelli_1892.svg.png">
            <a:extLst>
              <a:ext uri="{FF2B5EF4-FFF2-40B4-BE49-F238E27FC236}">
                <a16:creationId xmlns:a16="http://schemas.microsoft.com/office/drawing/2014/main" id="{35746456-9D90-021C-79FF-E8AF94A37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63" y="11596688"/>
            <a:ext cx="1322387" cy="182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4" name="Afbeelding" descr="Afbeelding">
            <a:extLst>
              <a:ext uri="{FF2B5EF4-FFF2-40B4-BE49-F238E27FC236}">
                <a16:creationId xmlns:a16="http://schemas.microsoft.com/office/drawing/2014/main" id="{FF4FFAE6-6F93-545D-5BDB-B7A66EF0C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75" y="12358688"/>
            <a:ext cx="7183438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5" name="01.+ witFOURTEEN LOGO BLACK WHITE kopie.pdf" descr="01.+ witFOURTEEN LOGO BLACK WHITE kopie.pdf">
            <a:extLst>
              <a:ext uri="{FF2B5EF4-FFF2-40B4-BE49-F238E27FC236}">
                <a16:creationId xmlns:a16="http://schemas.microsoft.com/office/drawing/2014/main" id="{EC572733-6511-4D8A-99CF-09394D0C0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6" name="Rectangle">
            <a:extLst>
              <a:ext uri="{FF2B5EF4-FFF2-40B4-BE49-F238E27FC236}">
                <a16:creationId xmlns:a16="http://schemas.microsoft.com/office/drawing/2014/main" id="{BC49CB8F-3102-8CF0-A279-E48A81E4D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6875" y="8618538"/>
            <a:ext cx="10890250" cy="1270000"/>
          </a:xfrm>
          <a:prstGeom prst="rect">
            <a:avLst/>
          </a:prstGeom>
          <a:solidFill>
            <a:srgbClr val="FFFFFF">
              <a:alpha val="7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4E48EAC-266B-71AD-4CD0-02139E048E5E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F2B4399-F9BB-4646-A8B4-DF33402D1BA0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89003435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sisten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plakte-afbeelding.tiff" descr="geplakte-afbeelding.tiff">
            <a:extLst>
              <a:ext uri="{FF2B5EF4-FFF2-40B4-BE49-F238E27FC236}">
                <a16:creationId xmlns:a16="http://schemas.microsoft.com/office/drawing/2014/main" id="{9B0D0AB0-47C0-914B-C059-ECC4DD5D4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3813" y="58738"/>
            <a:ext cx="28351163" cy="137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0C9F4256-D50B-4BC6-5276-B5AB00142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0BCB0592-802A-15DC-F37E-B4729D483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92B4B4B3-22FE-50EC-BCF6-3D9B0060DA33}"/>
              </a:ext>
            </a:extLst>
          </p:cNvPr>
          <p:cNvSpPr/>
          <p:nvPr/>
        </p:nvSpPr>
        <p:spPr>
          <a:xfrm>
            <a:off x="19448463" y="217488"/>
            <a:ext cx="4846637" cy="32480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5D56893F-6EB5-3D40-D38A-97AD62B73FCD}"/>
              </a:ext>
            </a:extLst>
          </p:cNvPr>
          <p:cNvSpPr/>
          <p:nvPr/>
        </p:nvSpPr>
        <p:spPr>
          <a:xfrm>
            <a:off x="19511963" y="1782763"/>
            <a:ext cx="4719637" cy="0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E920A23-E74C-A582-048C-B1B44A25F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63EEF4C0-202C-A3FD-F2E9-2823EAB4E6F7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1E3B44AB-F6F4-20BB-3852-E10CF3E878CF}"/>
              </a:ext>
            </a:extLst>
          </p:cNvPr>
          <p:cNvSpPr/>
          <p:nvPr/>
        </p:nvSpPr>
        <p:spPr>
          <a:xfrm>
            <a:off x="19559588" y="3876675"/>
            <a:ext cx="3084512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Consistency">
            <a:extLst>
              <a:ext uri="{FF2B5EF4-FFF2-40B4-BE49-F238E27FC236}">
                <a16:creationId xmlns:a16="http://schemas.microsoft.com/office/drawing/2014/main" id="{FC582C43-3F0C-F4BB-BC3E-C8DAE9706FA8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Consistency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473C276C-1EB5-7A2A-560F-D1A56C0B17E0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“Perform at a similar level of quality repeatedly over time, across matches or actions”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3A25FFC4-0D33-0A77-F7F0-DE7F149929FA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Steady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Influential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Solid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 control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Conscious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React after mistakes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Dealing with stress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883C5F68-2AC1-20DF-CB6C-610892BFFB55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CE0A690-E122-4F00-9EC2-F3C2A465C398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5677283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rave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plakte-afbeelding.tiff" descr="geplakte-afbeelding.tiff">
            <a:extLst>
              <a:ext uri="{FF2B5EF4-FFF2-40B4-BE49-F238E27FC236}">
                <a16:creationId xmlns:a16="http://schemas.microsoft.com/office/drawing/2014/main" id="{1CC76888-A9AA-11F5-A6AF-4C3D9B0F0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3813" y="58738"/>
            <a:ext cx="28351163" cy="137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B85DC275-D21B-5586-49D7-A9718E81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F3459D9-A0F6-432F-934F-419DB1CD0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CB69459F-A6F6-F295-2577-A4B5C98026C1}"/>
              </a:ext>
            </a:extLst>
          </p:cNvPr>
          <p:cNvSpPr/>
          <p:nvPr/>
        </p:nvSpPr>
        <p:spPr>
          <a:xfrm>
            <a:off x="19448463" y="217488"/>
            <a:ext cx="4846637" cy="32480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5062580F-3CD7-E695-547A-462E6DB4DA42}"/>
              </a:ext>
            </a:extLst>
          </p:cNvPr>
          <p:cNvSpPr/>
          <p:nvPr/>
        </p:nvSpPr>
        <p:spPr>
          <a:xfrm>
            <a:off x="19511963" y="1782763"/>
            <a:ext cx="4719637" cy="0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BF10D8D-1AD2-0561-EFCB-49A1BEFBA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20A472A8-70E5-5534-5618-72DADAE69A6B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08C02F5C-221C-3C08-19A9-3B20E7DD0F3B}"/>
              </a:ext>
            </a:extLst>
          </p:cNvPr>
          <p:cNvSpPr/>
          <p:nvPr/>
        </p:nvSpPr>
        <p:spPr>
          <a:xfrm>
            <a:off x="19559588" y="3876675"/>
            <a:ext cx="3084512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Bravery">
            <a:extLst>
              <a:ext uri="{FF2B5EF4-FFF2-40B4-BE49-F238E27FC236}">
                <a16:creationId xmlns:a16="http://schemas.microsoft.com/office/drawing/2014/main" id="{20CD4272-0A71-94C6-E257-CA9C999C530B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Bravery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C51139C1-81EC-AEAB-88DE-70615E12CE18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“The willingness to face physical challenges, difficult situations, or potential contact without fear”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CE707935-FBC7-42B2-8441-29CBD865155A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indent="-190500" defTabSz="457200" eaLnBrk="1" fontAlgn="auto">
              <a:spcBef>
                <a:spcPts val="0"/>
              </a:spcBef>
              <a:spcAft>
                <a:spcPts val="0"/>
              </a:spcAft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Initiative</a:t>
            </a:r>
          </a:p>
          <a:p>
            <a:pPr marL="190500" indent="-190500" defTabSz="457200" eaLnBrk="1" fontAlgn="auto">
              <a:spcBef>
                <a:spcPts val="0"/>
              </a:spcBef>
              <a:spcAft>
                <a:spcPts val="0"/>
              </a:spcAft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Taking risks</a:t>
            </a:r>
          </a:p>
          <a:p>
            <a:pPr marL="190500" indent="-190500" defTabSz="457200" eaLnBrk="1" fontAlgn="auto">
              <a:spcBef>
                <a:spcPts val="0"/>
              </a:spcBef>
              <a:spcAft>
                <a:spcPts val="0"/>
              </a:spcAft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Freedom</a:t>
            </a:r>
          </a:p>
          <a:p>
            <a:pPr marL="190500" indent="-190500" defTabSz="457200" eaLnBrk="1" fontAlgn="auto">
              <a:spcBef>
                <a:spcPts val="0"/>
              </a:spcBef>
              <a:spcAft>
                <a:spcPts val="0"/>
              </a:spcAft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Surprising</a:t>
            </a:r>
          </a:p>
          <a:p>
            <a:pPr marL="190500" indent="-190500" defTabSz="457200" eaLnBrk="1" fontAlgn="auto">
              <a:spcBef>
                <a:spcPts val="0"/>
              </a:spcBef>
              <a:spcAft>
                <a:spcPts val="0"/>
              </a:spcAft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Creativity</a:t>
            </a:r>
          </a:p>
          <a:p>
            <a:pPr marL="190500" indent="-190500" defTabSz="457200" eaLnBrk="1" fontAlgn="auto">
              <a:spcBef>
                <a:spcPts val="0"/>
              </a:spcBef>
              <a:spcAft>
                <a:spcPts val="0"/>
              </a:spcAft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Confident after mistakes</a:t>
            </a:r>
          </a:p>
          <a:p>
            <a:pPr marL="190500" indent="-190500" defTabSz="457200" eaLnBrk="1" fontAlgn="auto">
              <a:spcBef>
                <a:spcPts val="0"/>
              </a:spcBef>
              <a:spcAft>
                <a:spcPts val="0"/>
              </a:spcAft>
              <a:buClr>
                <a:schemeClr val="accent5">
                  <a:hueOff val="-82419"/>
                  <a:satOff val="-9513"/>
                  <a:lumOff val="-16343"/>
                </a:schemeClr>
              </a:buClr>
              <a:buSzPct val="100000"/>
              <a:buFont typeface="Times Roman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F830462D-CC70-E4AA-D819-6E7E805AE3CB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8748676-EE3E-4BEC-BA12-473F5E7851B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242805976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agili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plakte-afbeelding.tiff" descr="geplakte-afbeelding.tiff">
            <a:extLst>
              <a:ext uri="{FF2B5EF4-FFF2-40B4-BE49-F238E27FC236}">
                <a16:creationId xmlns:a16="http://schemas.microsoft.com/office/drawing/2014/main" id="{DC072D3C-6D6C-7066-7296-F0D63B465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3813" y="58738"/>
            <a:ext cx="28351163" cy="137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6C95E895-CDB1-CA14-5EC1-102B1FF09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B44C99A1-6F32-3C67-5F51-046C09AA2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7FE63B89-50B8-0569-97B0-AC60DE935A2C}"/>
              </a:ext>
            </a:extLst>
          </p:cNvPr>
          <p:cNvSpPr/>
          <p:nvPr/>
        </p:nvSpPr>
        <p:spPr>
          <a:xfrm>
            <a:off x="19448463" y="217488"/>
            <a:ext cx="4846637" cy="32480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CE06E579-8CD5-1DFC-5289-ECE9C07081E2}"/>
              </a:ext>
            </a:extLst>
          </p:cNvPr>
          <p:cNvSpPr/>
          <p:nvPr/>
        </p:nvSpPr>
        <p:spPr>
          <a:xfrm>
            <a:off x="19511963" y="1782763"/>
            <a:ext cx="4719637" cy="0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17BDB55-CE47-A4C4-E592-E569FEE18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B8B7444D-FD25-0210-E11D-33D6B83C4753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976A9BD0-2AC1-93F5-0262-027BDAF66143}"/>
              </a:ext>
            </a:extLst>
          </p:cNvPr>
          <p:cNvSpPr/>
          <p:nvPr/>
        </p:nvSpPr>
        <p:spPr>
          <a:xfrm>
            <a:off x="19559588" y="3876675"/>
            <a:ext cx="3084512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Agility">
            <a:extLst>
              <a:ext uri="{FF2B5EF4-FFF2-40B4-BE49-F238E27FC236}">
                <a16:creationId xmlns:a16="http://schemas.microsoft.com/office/drawing/2014/main" id="{2D5B1F7D-D0F5-9E84-F5C6-B81B85340745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Agility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348E6301-605D-4601-3F97-01A83862AD48}"/>
              </a:ext>
            </a:extLst>
          </p:cNvPr>
          <p:cNvSpPr txBox="1"/>
          <p:nvPr/>
        </p:nvSpPr>
        <p:spPr>
          <a:xfrm>
            <a:off x="19791363" y="2105025"/>
            <a:ext cx="4160837" cy="1117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“Quickly change direction, accelerate, and control body movement while maintaining balance”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993C2513-A7DD-4BD8-B606-9B295B9B1E00}"/>
              </a:ext>
            </a:extLst>
          </p:cNvPr>
          <p:cNvSpPr txBox="1"/>
          <p:nvPr/>
        </p:nvSpPr>
        <p:spPr>
          <a:xfrm>
            <a:off x="19511963" y="3973513"/>
            <a:ext cx="4721225" cy="2133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Reaction speed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Footwork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Balance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Center of gravity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Change of direction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AC0C0B39-EEBD-0A9B-93B5-3E2F22E344CE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275C696-5B68-43CF-9FF8-3E7AF380523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653902079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stibu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plakte-afbeelding.tiff" descr="geplakte-afbeelding.tiff">
            <a:extLst>
              <a:ext uri="{FF2B5EF4-FFF2-40B4-BE49-F238E27FC236}">
                <a16:creationId xmlns:a16="http://schemas.microsoft.com/office/drawing/2014/main" id="{DF64564E-94E8-FBDC-EEE3-B470BA4A7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3813" y="58738"/>
            <a:ext cx="28351163" cy="137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0E92CDE9-6DBA-9061-6987-6A51BB93E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EA2F9719-8380-4689-8E8C-A394AE5CB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D2C85820-24C6-1031-4EB5-F31F3F491117}"/>
              </a:ext>
            </a:extLst>
          </p:cNvPr>
          <p:cNvSpPr/>
          <p:nvPr/>
        </p:nvSpPr>
        <p:spPr>
          <a:xfrm>
            <a:off x="19448463" y="217488"/>
            <a:ext cx="4846637" cy="32480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0AFECAE9-782E-F45A-CF9B-D726BC0DD754}"/>
              </a:ext>
            </a:extLst>
          </p:cNvPr>
          <p:cNvSpPr/>
          <p:nvPr/>
        </p:nvSpPr>
        <p:spPr>
          <a:xfrm>
            <a:off x="19511963" y="1782763"/>
            <a:ext cx="4719637" cy="0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E0CA9E5-39E9-762A-8395-7BB3AC4F8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877CBF03-4744-F6C1-1D87-93622E9AF09B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B0658C00-9B0B-EC03-FE0B-3D2EB12406B8}"/>
              </a:ext>
            </a:extLst>
          </p:cNvPr>
          <p:cNvSpPr/>
          <p:nvPr/>
        </p:nvSpPr>
        <p:spPr>
          <a:xfrm>
            <a:off x="19559588" y="3876675"/>
            <a:ext cx="3084512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Distribution">
            <a:extLst>
              <a:ext uri="{FF2B5EF4-FFF2-40B4-BE49-F238E27FC236}">
                <a16:creationId xmlns:a16="http://schemas.microsoft.com/office/drawing/2014/main" id="{59BB54CC-E590-FAE6-59EA-74F51315FC0F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Distribution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CEC824F3-632D-24F6-353B-9FC78266DE1F}"/>
              </a:ext>
            </a:extLst>
          </p:cNvPr>
          <p:cNvSpPr txBox="1"/>
          <p:nvPr/>
        </p:nvSpPr>
        <p:spPr>
          <a:xfrm>
            <a:off x="19791363" y="2524125"/>
            <a:ext cx="4160837" cy="27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Kicking, passing and throwing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802D376E-34F3-D175-2306-B8C88D2C2A18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Outside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One on ones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Set pieces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Positioning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Frequency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End result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60FFFF94-34A8-3F1F-0008-C390DE35958A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3C5CAE-2D95-4E8B-8428-2411E75EED0F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107045609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reventie vs defending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plakte-afbeelding.tiff" descr="geplakte-afbeelding.tiff">
            <a:extLst>
              <a:ext uri="{FF2B5EF4-FFF2-40B4-BE49-F238E27FC236}">
                <a16:creationId xmlns:a16="http://schemas.microsoft.com/office/drawing/2014/main" id="{3F5B97B0-361B-2BA7-3659-DD587FF4A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3813" y="58738"/>
            <a:ext cx="28351163" cy="137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545E1148-B21D-B26F-2F36-6E0F6D702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D220643B-A1A0-33C1-06E5-02CA55ADA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BEC77682-78EF-0541-2DCB-5EAC15DA93F2}"/>
              </a:ext>
            </a:extLst>
          </p:cNvPr>
          <p:cNvSpPr/>
          <p:nvPr/>
        </p:nvSpPr>
        <p:spPr>
          <a:xfrm>
            <a:off x="19448463" y="217488"/>
            <a:ext cx="4846637" cy="32480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430D59B-3E8D-6F15-CDC1-B85F8B4BD299}"/>
              </a:ext>
            </a:extLst>
          </p:cNvPr>
          <p:cNvSpPr/>
          <p:nvPr/>
        </p:nvSpPr>
        <p:spPr>
          <a:xfrm>
            <a:off x="19511963" y="1782763"/>
            <a:ext cx="4719637" cy="0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D36542F-1908-2D1A-0E3F-D18A9003C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8DC61404-DE41-79B2-A73D-C17133B0F2A9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E743F372-AF58-933C-F464-62B5406B2670}"/>
              </a:ext>
            </a:extLst>
          </p:cNvPr>
          <p:cNvSpPr/>
          <p:nvPr/>
        </p:nvSpPr>
        <p:spPr>
          <a:xfrm>
            <a:off x="19559588" y="3876675"/>
            <a:ext cx="3084512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Prevention vs…">
            <a:extLst>
              <a:ext uri="{FF2B5EF4-FFF2-40B4-BE49-F238E27FC236}">
                <a16:creationId xmlns:a16="http://schemas.microsoft.com/office/drawing/2014/main" id="{7E92B4F4-E94F-9EEF-12C7-B2801212BAC0}"/>
              </a:ext>
            </a:extLst>
          </p:cNvPr>
          <p:cNvSpPr txBox="1"/>
          <p:nvPr/>
        </p:nvSpPr>
        <p:spPr>
          <a:xfrm>
            <a:off x="19523075" y="241300"/>
            <a:ext cx="22098000" cy="1524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49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Prevention vs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 Light"/>
              <a:buNone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49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defending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1A752C07-72DF-564C-AA0C-A2561EFE309E}"/>
              </a:ext>
            </a:extLst>
          </p:cNvPr>
          <p:cNvSpPr txBox="1"/>
          <p:nvPr/>
        </p:nvSpPr>
        <p:spPr>
          <a:xfrm>
            <a:off x="19791363" y="2244725"/>
            <a:ext cx="4160837" cy="838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Reading, anticipating and reacting to 1v1 situations, dealing with through balls and crosses.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7C410AA9-A93B-813A-C141-A2255981A5A2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Positioning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Coaching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Decision making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Follow-up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Frequency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End result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7F99246D-0F61-CC42-F029-BE90B86541C7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8C572C7-C26F-492C-9DA1-A28A676DC3E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131079524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andlin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plakte-afbeelding.tiff" descr="geplakte-afbeelding.tiff">
            <a:extLst>
              <a:ext uri="{FF2B5EF4-FFF2-40B4-BE49-F238E27FC236}">
                <a16:creationId xmlns:a16="http://schemas.microsoft.com/office/drawing/2014/main" id="{49D25C1C-F8A5-5D02-6180-AA7FE4E978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3813" y="58738"/>
            <a:ext cx="28351163" cy="137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0193C4E9-1CE1-7A72-F55C-4B0CF52B0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" y="11042650"/>
            <a:ext cx="23910925" cy="2417763"/>
          </a:xfrm>
          <a:prstGeom prst="rect">
            <a:avLst/>
          </a:prstGeom>
          <a:solidFill>
            <a:srgbClr val="929292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0D0ACFB3-FB20-0945-B406-1ADAA78A4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1255375"/>
            <a:ext cx="23685500" cy="1992313"/>
          </a:xfrm>
          <a:prstGeom prst="rect">
            <a:avLst/>
          </a:prstGeom>
          <a:solidFill>
            <a:srgbClr val="D5D5D5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E74F581B-0662-0A81-C8F2-E03720F77E51}"/>
              </a:ext>
            </a:extLst>
          </p:cNvPr>
          <p:cNvSpPr/>
          <p:nvPr/>
        </p:nvSpPr>
        <p:spPr>
          <a:xfrm>
            <a:off x="19448463" y="217488"/>
            <a:ext cx="4846637" cy="32480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59EC5682-8F4D-4531-1E93-3426B719FCC7}"/>
              </a:ext>
            </a:extLst>
          </p:cNvPr>
          <p:cNvSpPr/>
          <p:nvPr/>
        </p:nvSpPr>
        <p:spPr>
          <a:xfrm>
            <a:off x="19511963" y="1782763"/>
            <a:ext cx="4719637" cy="0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1AF09D5-BED4-7422-EA79-829E1A3B2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31025" y="1978025"/>
            <a:ext cx="4483100" cy="1370013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8" name="TextBox 20">
            <a:extLst>
              <a:ext uri="{FF2B5EF4-FFF2-40B4-BE49-F238E27FC236}">
                <a16:creationId xmlns:a16="http://schemas.microsoft.com/office/drawing/2014/main" id="{1016DD4A-4EDF-B40C-3A28-3B82A21D71C7}"/>
              </a:ext>
            </a:extLst>
          </p:cNvPr>
          <p:cNvSpPr txBox="1"/>
          <p:nvPr/>
        </p:nvSpPr>
        <p:spPr>
          <a:xfrm>
            <a:off x="19538950" y="3562350"/>
            <a:ext cx="6237288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0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 this?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7C5020FE-80C0-986F-755B-A29D98970546}"/>
              </a:ext>
            </a:extLst>
          </p:cNvPr>
          <p:cNvSpPr/>
          <p:nvPr/>
        </p:nvSpPr>
        <p:spPr>
          <a:xfrm>
            <a:off x="19559588" y="3876675"/>
            <a:ext cx="3084512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0" name="Handling">
            <a:extLst>
              <a:ext uri="{FF2B5EF4-FFF2-40B4-BE49-F238E27FC236}">
                <a16:creationId xmlns:a16="http://schemas.microsoft.com/office/drawing/2014/main" id="{4F4E1602-654E-FC82-E3B9-36B935347309}"/>
              </a:ext>
            </a:extLst>
          </p:cNvPr>
          <p:cNvSpPr txBox="1"/>
          <p:nvPr/>
        </p:nvSpPr>
        <p:spPr>
          <a:xfrm>
            <a:off x="19523075" y="1003300"/>
            <a:ext cx="22098000" cy="7620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sz="49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Handling</a:t>
            </a:r>
          </a:p>
        </p:txBody>
      </p:sp>
      <p:sp>
        <p:nvSpPr>
          <p:cNvPr id="11" name="TextBox 30">
            <a:extLst>
              <a:ext uri="{FF2B5EF4-FFF2-40B4-BE49-F238E27FC236}">
                <a16:creationId xmlns:a16="http://schemas.microsoft.com/office/drawing/2014/main" id="{30464CC8-3665-D6F8-28E7-E2AB8ED198DC}"/>
              </a:ext>
            </a:extLst>
          </p:cNvPr>
          <p:cNvSpPr txBox="1"/>
          <p:nvPr/>
        </p:nvSpPr>
        <p:spPr>
          <a:xfrm>
            <a:off x="19791363" y="2524125"/>
            <a:ext cx="4160837" cy="279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“Defending a lot of balls</a:t>
            </a:r>
          </a:p>
        </p:txBody>
      </p:sp>
      <p:sp>
        <p:nvSpPr>
          <p:cNvPr id="12" name="TextBox 31">
            <a:extLst>
              <a:ext uri="{FF2B5EF4-FFF2-40B4-BE49-F238E27FC236}">
                <a16:creationId xmlns:a16="http://schemas.microsoft.com/office/drawing/2014/main" id="{DC76B02E-6EEC-A74D-F606-4D91C4A041AC}"/>
              </a:ext>
            </a:extLst>
          </p:cNvPr>
          <p:cNvSpPr txBox="1"/>
          <p:nvPr/>
        </p:nvSpPr>
        <p:spPr>
          <a:xfrm>
            <a:off x="19511963" y="3973513"/>
            <a:ext cx="4721225" cy="2438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Outside 16m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One on ones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Set pieces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Positioning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Frequency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End result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2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000" kern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3" name="Slide Number">
            <a:extLst>
              <a:ext uri="{FF2B5EF4-FFF2-40B4-BE49-F238E27FC236}">
                <a16:creationId xmlns:a16="http://schemas.microsoft.com/office/drawing/2014/main" id="{C204A770-6404-0590-B99E-D6D2DB98707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CAB9D6B-D401-49BE-A89E-09B8D5AE71C1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489488744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6 boxes">
    <p:bg>
      <p:bgPr>
        <a:gradFill rotWithShape="1">
          <a:gsLst>
            <a:gs pos="0">
              <a:srgbClr val="000000"/>
            </a:gs>
            <a:gs pos="100000">
              <a:srgbClr val="DA3832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>
            <a:extLst>
              <a:ext uri="{FF2B5EF4-FFF2-40B4-BE49-F238E27FC236}">
                <a16:creationId xmlns:a16="http://schemas.microsoft.com/office/drawing/2014/main" id="{22CC57D9-A8C7-4EB3-C9DC-22B6C2F35C91}"/>
              </a:ext>
            </a:extLst>
          </p:cNvPr>
          <p:cNvSpPr/>
          <p:nvPr/>
        </p:nvSpPr>
        <p:spPr>
          <a:xfrm>
            <a:off x="273050" y="3917950"/>
            <a:ext cx="5838825" cy="323850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08927301-101F-A7D4-BFA7-40A0DDC48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" name="Freeform 7">
            <a:extLst>
              <a:ext uri="{FF2B5EF4-FFF2-40B4-BE49-F238E27FC236}">
                <a16:creationId xmlns:a16="http://schemas.microsoft.com/office/drawing/2014/main" id="{A099600D-08BB-9351-EA2E-2E216D414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5" name="Freeform 7">
            <a:extLst>
              <a:ext uri="{FF2B5EF4-FFF2-40B4-BE49-F238E27FC236}">
                <a16:creationId xmlns:a16="http://schemas.microsoft.com/office/drawing/2014/main" id="{E98FEAE4-15AD-300A-3E01-0AB7C662E756}"/>
              </a:ext>
            </a:extLst>
          </p:cNvPr>
          <p:cNvSpPr/>
          <p:nvPr/>
        </p:nvSpPr>
        <p:spPr>
          <a:xfrm>
            <a:off x="273050" y="1057275"/>
            <a:ext cx="5838825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id="{77DB2776-FA16-DCEE-C985-2E112F13F37D}"/>
              </a:ext>
            </a:extLst>
          </p:cNvPr>
          <p:cNvSpPr txBox="1"/>
          <p:nvPr/>
        </p:nvSpPr>
        <p:spPr>
          <a:xfrm>
            <a:off x="4302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7" name="Defenitions">
            <a:extLst>
              <a:ext uri="{FF2B5EF4-FFF2-40B4-BE49-F238E27FC236}">
                <a16:creationId xmlns:a16="http://schemas.microsoft.com/office/drawing/2014/main" id="{8F2C5F40-58EE-1322-34BC-1DC8FDB783DB}"/>
              </a:ext>
            </a:extLst>
          </p:cNvPr>
          <p:cNvSpPr txBox="1"/>
          <p:nvPr/>
        </p:nvSpPr>
        <p:spPr>
          <a:xfrm>
            <a:off x="290513" y="384175"/>
            <a:ext cx="563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Defenitions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DCE337-0E07-762C-259B-81E3ED95BCAB}"/>
              </a:ext>
            </a:extLst>
          </p:cNvPr>
          <p:cNvSpPr/>
          <p:nvPr/>
        </p:nvSpPr>
        <p:spPr>
          <a:xfrm>
            <a:off x="6254750" y="3917950"/>
            <a:ext cx="5838825" cy="324167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95BDE8D1-13E2-A0F6-FF95-5EC6B9F2E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917950"/>
            <a:ext cx="5840412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77A546DE-D73B-E7B2-83D3-609D5F6D8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2092325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6D056048-63B6-A86D-9D6E-4A3B4BA09E25}"/>
              </a:ext>
            </a:extLst>
          </p:cNvPr>
          <p:cNvSpPr/>
          <p:nvPr/>
        </p:nvSpPr>
        <p:spPr>
          <a:xfrm>
            <a:off x="6254750" y="1057275"/>
            <a:ext cx="5838825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40B71216-4B0F-738D-7639-B5A9262C2F93}"/>
              </a:ext>
            </a:extLst>
          </p:cNvPr>
          <p:cNvSpPr/>
          <p:nvPr/>
        </p:nvSpPr>
        <p:spPr>
          <a:xfrm>
            <a:off x="6259513" y="10163175"/>
            <a:ext cx="5840412" cy="32432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25D130D9-F392-F937-216C-F8540B2E9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10163175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14B4B55F-509C-DA7E-1359-0DC063BA9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9513" y="8337550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B71427E3-D38B-93C7-1361-95C32C31C14B}"/>
              </a:ext>
            </a:extLst>
          </p:cNvPr>
          <p:cNvSpPr/>
          <p:nvPr/>
        </p:nvSpPr>
        <p:spPr>
          <a:xfrm>
            <a:off x="6259513" y="7302500"/>
            <a:ext cx="5840412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9E3DA9E5-A16E-1775-4E9D-38417B5409DF}"/>
              </a:ext>
            </a:extLst>
          </p:cNvPr>
          <p:cNvSpPr/>
          <p:nvPr/>
        </p:nvSpPr>
        <p:spPr>
          <a:xfrm>
            <a:off x="273050" y="10161588"/>
            <a:ext cx="5838825" cy="323850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0BD6D1F7-4A9B-D09B-8488-1812BAC3F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10161588"/>
            <a:ext cx="5840412" cy="58896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CCBE7C1A-7EAC-AA68-188B-62A100BBC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050" y="8337550"/>
            <a:ext cx="5838825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5D432312-40F2-6117-87F1-795855ECE671}"/>
              </a:ext>
            </a:extLst>
          </p:cNvPr>
          <p:cNvSpPr/>
          <p:nvPr/>
        </p:nvSpPr>
        <p:spPr>
          <a:xfrm>
            <a:off x="273050" y="7302500"/>
            <a:ext cx="5838825" cy="87947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EC9022A-C428-27D6-81A3-6242F0822504}"/>
              </a:ext>
            </a:extLst>
          </p:cNvPr>
          <p:cNvSpPr txBox="1"/>
          <p:nvPr/>
        </p:nvSpPr>
        <p:spPr>
          <a:xfrm>
            <a:off x="4302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A0E8B4-EFCF-E288-73B6-10F807A46AD0}"/>
              </a:ext>
            </a:extLst>
          </p:cNvPr>
          <p:cNvSpPr txBox="1"/>
          <p:nvPr/>
        </p:nvSpPr>
        <p:spPr>
          <a:xfrm>
            <a:off x="6475413" y="10242550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B465A0EB-AF6E-1B51-901E-09424EB3A60D}"/>
              </a:ext>
            </a:extLst>
          </p:cNvPr>
          <p:cNvSpPr txBox="1"/>
          <p:nvPr/>
        </p:nvSpPr>
        <p:spPr>
          <a:xfrm>
            <a:off x="6475413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D5C3046E-FB4C-53A3-7C27-F436E874BF0A}"/>
              </a:ext>
            </a:extLst>
          </p:cNvPr>
          <p:cNvSpPr/>
          <p:nvPr/>
        </p:nvSpPr>
        <p:spPr>
          <a:xfrm>
            <a:off x="12247563" y="3917950"/>
            <a:ext cx="5840412" cy="323850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207D7F3E-F4FA-B99C-720D-E2CA366C6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1C0D475A-F207-8F5D-D1E4-98569F59F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475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22D91138-035F-8C30-1A08-40D1472F6251}"/>
              </a:ext>
            </a:extLst>
          </p:cNvPr>
          <p:cNvSpPr/>
          <p:nvPr/>
        </p:nvSpPr>
        <p:spPr>
          <a:xfrm>
            <a:off x="12247563" y="1057275"/>
            <a:ext cx="5840412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956171A1-D2FD-BBCA-E02A-D03100F389AB}"/>
              </a:ext>
            </a:extLst>
          </p:cNvPr>
          <p:cNvSpPr txBox="1"/>
          <p:nvPr/>
        </p:nvSpPr>
        <p:spPr>
          <a:xfrm>
            <a:off x="12406313" y="3997325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28" name="Freeform 7">
            <a:extLst>
              <a:ext uri="{FF2B5EF4-FFF2-40B4-BE49-F238E27FC236}">
                <a16:creationId xmlns:a16="http://schemas.microsoft.com/office/drawing/2014/main" id="{E174D977-75D1-8C44-E3B2-5000DE4C0840}"/>
              </a:ext>
            </a:extLst>
          </p:cNvPr>
          <p:cNvSpPr/>
          <p:nvPr/>
        </p:nvSpPr>
        <p:spPr>
          <a:xfrm>
            <a:off x="18229263" y="3917950"/>
            <a:ext cx="5840412" cy="324167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D820A886-1D5E-8E78-135C-924FB2E108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3917950"/>
            <a:ext cx="5838825" cy="587375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899C43DF-BD90-325D-9826-07BF8D80F7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29263" y="2092325"/>
            <a:ext cx="5840412" cy="163195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  <a:headEnd/>
            <a:tailEnd/>
          </a:ln>
        </p:spPr>
        <p:txBody>
          <a:bodyPr lIns="45719" r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A2B2E3DF-98B5-1AB0-E4AB-5FECB49BC6AF}"/>
              </a:ext>
            </a:extLst>
          </p:cNvPr>
          <p:cNvSpPr/>
          <p:nvPr/>
        </p:nvSpPr>
        <p:spPr>
          <a:xfrm>
            <a:off x="18229263" y="1057275"/>
            <a:ext cx="5840412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TextBox 20">
            <a:extLst>
              <a:ext uri="{FF2B5EF4-FFF2-40B4-BE49-F238E27FC236}">
                <a16:creationId xmlns:a16="http://schemas.microsoft.com/office/drawing/2014/main" id="{10B72659-D1AE-20EC-9DA4-8E682691998E}"/>
              </a:ext>
            </a:extLst>
          </p:cNvPr>
          <p:cNvSpPr txBox="1"/>
          <p:nvPr/>
        </p:nvSpPr>
        <p:spPr>
          <a:xfrm>
            <a:off x="18449925" y="3989388"/>
            <a:ext cx="4368800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How do we assess this?</a:t>
            </a:r>
          </a:p>
        </p:txBody>
      </p:sp>
      <p:sp>
        <p:nvSpPr>
          <p:cNvPr id="33" name="Slide Number">
            <a:extLst>
              <a:ext uri="{FF2B5EF4-FFF2-40B4-BE49-F238E27FC236}">
                <a16:creationId xmlns:a16="http://schemas.microsoft.com/office/drawing/2014/main" id="{BD72C808-0E08-0DE4-C925-13C5A61EE138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FD1A475-D13B-47E8-8697-0CB506D24483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148580846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(EN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eplakte-afbeelding.tiff" descr="geplakte-afbeelding.tiff">
            <a:extLst>
              <a:ext uri="{FF2B5EF4-FFF2-40B4-BE49-F238E27FC236}">
                <a16:creationId xmlns:a16="http://schemas.microsoft.com/office/drawing/2014/main" id="{1BBA1C2D-61B5-A6D2-EE0A-3F4536884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33813" y="58738"/>
            <a:ext cx="28351163" cy="137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3" name="Rectangle">
            <a:extLst>
              <a:ext uri="{FF2B5EF4-FFF2-40B4-BE49-F238E27FC236}">
                <a16:creationId xmlns:a16="http://schemas.microsoft.com/office/drawing/2014/main" id="{0CA5CAB9-585A-3017-97CD-75554823D564}"/>
              </a:ext>
            </a:extLst>
          </p:cNvPr>
          <p:cNvSpPr/>
          <p:nvPr/>
        </p:nvSpPr>
        <p:spPr>
          <a:xfrm>
            <a:off x="-76200" y="-134938"/>
            <a:ext cx="24536400" cy="1282701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  <a:alpha val="4754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Line">
            <a:extLst>
              <a:ext uri="{FF2B5EF4-FFF2-40B4-BE49-F238E27FC236}">
                <a16:creationId xmlns:a16="http://schemas.microsoft.com/office/drawing/2014/main" id="{E85E040D-03DB-8EED-4668-A3F6CEA4A758}"/>
              </a:ext>
            </a:extLst>
          </p:cNvPr>
          <p:cNvSpPr/>
          <p:nvPr/>
        </p:nvSpPr>
        <p:spPr>
          <a:xfrm>
            <a:off x="-257175" y="1168400"/>
            <a:ext cx="24898350" cy="0"/>
          </a:xfrm>
          <a:prstGeom prst="line">
            <a:avLst/>
          </a:prstGeom>
          <a:ln w="1016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D5BB1C23-1CD9-B535-6A0C-100EEB63725B}"/>
              </a:ext>
            </a:extLst>
          </p:cNvPr>
          <p:cNvSpPr/>
          <p:nvPr/>
        </p:nvSpPr>
        <p:spPr>
          <a:xfrm>
            <a:off x="1209675" y="5089525"/>
            <a:ext cx="15568613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6" name="FC_Pro_Vercelli_1892.svg.png" descr="FC_Pro_Vercelli_1892.svg.png">
            <a:extLst>
              <a:ext uri="{FF2B5EF4-FFF2-40B4-BE49-F238E27FC236}">
                <a16:creationId xmlns:a16="http://schemas.microsoft.com/office/drawing/2014/main" id="{A890712D-DBCD-E9D3-AD66-92B8E535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83054" y="331010"/>
            <a:ext cx="1211120" cy="1673365"/>
          </a:xfrm>
          <a:prstGeom prst="rect">
            <a:avLst/>
          </a:prstGeom>
          <a:ln w="12700">
            <a:miter lim="400000"/>
          </a:ln>
          <a:effectLst>
            <a:outerShdw blurRad="139700" dist="148130" dir="5400000" rotWithShape="0">
              <a:srgbClr val="000000">
                <a:alpha val="50000"/>
              </a:srgbClr>
            </a:outerShdw>
            <a:reflection stA="50000" endPos="40000" dir="5400000" sy="-100000" algn="bl" rotWithShape="0"/>
          </a:effectLst>
        </p:spPr>
      </p:pic>
      <p:sp>
        <p:nvSpPr>
          <p:cNvPr id="7" name="Rectangle">
            <a:extLst>
              <a:ext uri="{FF2B5EF4-FFF2-40B4-BE49-F238E27FC236}">
                <a16:creationId xmlns:a16="http://schemas.microsoft.com/office/drawing/2014/main" id="{E1AF8FA8-4A81-F058-FF26-9EF53AA48E44}"/>
              </a:ext>
            </a:extLst>
          </p:cNvPr>
          <p:cNvSpPr/>
          <p:nvPr/>
        </p:nvSpPr>
        <p:spPr>
          <a:xfrm>
            <a:off x="2628900" y="3340100"/>
            <a:ext cx="4425950" cy="10588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8460B97-66AE-7CBA-B09D-3EA3B4FA113D}"/>
              </a:ext>
            </a:extLst>
          </p:cNvPr>
          <p:cNvSpPr txBox="1"/>
          <p:nvPr/>
        </p:nvSpPr>
        <p:spPr>
          <a:xfrm>
            <a:off x="2582863" y="3613150"/>
            <a:ext cx="4479925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FOOTBALL</a:t>
            </a: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79689D27-DCD6-CBB8-AAFC-F7426DB99BE2}"/>
              </a:ext>
            </a:extLst>
          </p:cNvPr>
          <p:cNvSpPr/>
          <p:nvPr/>
        </p:nvSpPr>
        <p:spPr>
          <a:xfrm>
            <a:off x="7481888" y="3340100"/>
            <a:ext cx="4425950" cy="10588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C1539112-5F9F-EFDE-ECE9-A3AF49AC526F}"/>
              </a:ext>
            </a:extLst>
          </p:cNvPr>
          <p:cNvSpPr/>
          <p:nvPr/>
        </p:nvSpPr>
        <p:spPr>
          <a:xfrm>
            <a:off x="12393613" y="3340100"/>
            <a:ext cx="4425950" cy="10588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FFFFFF"/>
            </a:solidFill>
            <a:miter lim="400000"/>
          </a:ln>
          <a:effectLst>
            <a:outerShdw blurRad="50800" dist="54254" dir="2156317" rotWithShape="0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9928D1DD-BBF2-4A74-C920-E00E53D39E30}"/>
              </a:ext>
            </a:extLst>
          </p:cNvPr>
          <p:cNvGrpSpPr>
            <a:grpSpLocks/>
          </p:cNvGrpSpPr>
          <p:nvPr/>
        </p:nvGrpSpPr>
        <p:grpSpPr bwMode="auto">
          <a:xfrm>
            <a:off x="18383250" y="3832225"/>
            <a:ext cx="4746625" cy="7153275"/>
            <a:chOff x="0" y="0"/>
            <a:chExt cx="4746646" cy="7153726"/>
          </a:xfrm>
        </p:grpSpPr>
        <p:sp>
          <p:nvSpPr>
            <p:cNvPr id="12" name="Rounded Rectangle">
              <a:extLst>
                <a:ext uri="{FF2B5EF4-FFF2-40B4-BE49-F238E27FC236}">
                  <a16:creationId xmlns:a16="http://schemas.microsoft.com/office/drawing/2014/main" id="{45C50606-E57C-50E7-F14B-333B9AB5FC4A}"/>
                </a:ext>
              </a:extLst>
            </p:cNvPr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EDC1DF27-2E28-18D7-05B5-8F760B8EB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79311"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4" name="Freeform 7">
            <a:extLst>
              <a:ext uri="{FF2B5EF4-FFF2-40B4-BE49-F238E27FC236}">
                <a16:creationId xmlns:a16="http://schemas.microsoft.com/office/drawing/2014/main" id="{9464843D-58E9-6FAE-A54E-8A80D932B5D6}"/>
              </a:ext>
            </a:extLst>
          </p:cNvPr>
          <p:cNvSpPr/>
          <p:nvPr/>
        </p:nvSpPr>
        <p:spPr>
          <a:xfrm>
            <a:off x="2663825" y="5924550"/>
            <a:ext cx="4443413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Freeform 7">
            <a:extLst>
              <a:ext uri="{FF2B5EF4-FFF2-40B4-BE49-F238E27FC236}">
                <a16:creationId xmlns:a16="http://schemas.microsoft.com/office/drawing/2014/main" id="{E996116F-F139-B831-A0D1-6786FAAFF7C0}"/>
              </a:ext>
            </a:extLst>
          </p:cNvPr>
          <p:cNvSpPr/>
          <p:nvPr/>
        </p:nvSpPr>
        <p:spPr>
          <a:xfrm>
            <a:off x="2663825" y="6988175"/>
            <a:ext cx="4443413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E66DFEBB-D6A8-93ED-49E0-BFD58A1C3974}"/>
              </a:ext>
            </a:extLst>
          </p:cNvPr>
          <p:cNvSpPr/>
          <p:nvPr/>
        </p:nvSpPr>
        <p:spPr>
          <a:xfrm>
            <a:off x="2663825" y="9725025"/>
            <a:ext cx="4443413" cy="879475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028CF8E8-681E-A1ED-2B19-DBB533D90857}"/>
              </a:ext>
            </a:extLst>
          </p:cNvPr>
          <p:cNvSpPr/>
          <p:nvPr/>
        </p:nvSpPr>
        <p:spPr>
          <a:xfrm>
            <a:off x="2663825" y="10788650"/>
            <a:ext cx="4443413" cy="879475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Line">
            <a:extLst>
              <a:ext uri="{FF2B5EF4-FFF2-40B4-BE49-F238E27FC236}">
                <a16:creationId xmlns:a16="http://schemas.microsoft.com/office/drawing/2014/main" id="{938513D9-707F-E704-71D1-E047587EE80C}"/>
              </a:ext>
            </a:extLst>
          </p:cNvPr>
          <p:cNvSpPr/>
          <p:nvPr/>
        </p:nvSpPr>
        <p:spPr>
          <a:xfrm>
            <a:off x="1254125" y="8809038"/>
            <a:ext cx="15570200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27C17031-6A0B-9D30-0158-40EFFEBBE487}"/>
              </a:ext>
            </a:extLst>
          </p:cNvPr>
          <p:cNvSpPr/>
          <p:nvPr/>
        </p:nvSpPr>
        <p:spPr>
          <a:xfrm>
            <a:off x="7553325" y="5924550"/>
            <a:ext cx="4441825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9812A3C6-00C0-97B2-BC82-E69E884DB914}"/>
              </a:ext>
            </a:extLst>
          </p:cNvPr>
          <p:cNvSpPr/>
          <p:nvPr/>
        </p:nvSpPr>
        <p:spPr>
          <a:xfrm>
            <a:off x="7553325" y="6988175"/>
            <a:ext cx="4441825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Freeform 7">
            <a:extLst>
              <a:ext uri="{FF2B5EF4-FFF2-40B4-BE49-F238E27FC236}">
                <a16:creationId xmlns:a16="http://schemas.microsoft.com/office/drawing/2014/main" id="{E0BBCF76-97AB-DCA1-68A0-844BD6E9F2A5}"/>
              </a:ext>
            </a:extLst>
          </p:cNvPr>
          <p:cNvSpPr/>
          <p:nvPr/>
        </p:nvSpPr>
        <p:spPr>
          <a:xfrm>
            <a:off x="7553325" y="9725025"/>
            <a:ext cx="4441825" cy="879475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D41FCAE-34B7-CA6A-C782-F531F0958FB5}"/>
              </a:ext>
            </a:extLst>
          </p:cNvPr>
          <p:cNvSpPr/>
          <p:nvPr/>
        </p:nvSpPr>
        <p:spPr>
          <a:xfrm>
            <a:off x="7553325" y="10788650"/>
            <a:ext cx="4441825" cy="879475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Freeform 7">
            <a:extLst>
              <a:ext uri="{FF2B5EF4-FFF2-40B4-BE49-F238E27FC236}">
                <a16:creationId xmlns:a16="http://schemas.microsoft.com/office/drawing/2014/main" id="{B8DDD114-714D-6AB3-311F-98378FB49577}"/>
              </a:ext>
            </a:extLst>
          </p:cNvPr>
          <p:cNvSpPr/>
          <p:nvPr/>
        </p:nvSpPr>
        <p:spPr>
          <a:xfrm>
            <a:off x="12385675" y="5924550"/>
            <a:ext cx="4441825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Freeform 7">
            <a:extLst>
              <a:ext uri="{FF2B5EF4-FFF2-40B4-BE49-F238E27FC236}">
                <a16:creationId xmlns:a16="http://schemas.microsoft.com/office/drawing/2014/main" id="{5F0464E4-83C8-B9A4-1658-36B54874A7D2}"/>
              </a:ext>
            </a:extLst>
          </p:cNvPr>
          <p:cNvSpPr/>
          <p:nvPr/>
        </p:nvSpPr>
        <p:spPr>
          <a:xfrm>
            <a:off x="12385675" y="6988175"/>
            <a:ext cx="4441825" cy="8810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3095ED16-BDA4-50D6-7C25-B22A47298F07}"/>
              </a:ext>
            </a:extLst>
          </p:cNvPr>
          <p:cNvSpPr/>
          <p:nvPr/>
        </p:nvSpPr>
        <p:spPr>
          <a:xfrm>
            <a:off x="12385675" y="9725025"/>
            <a:ext cx="4441825" cy="879475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D8D7DF51-040D-D181-6624-82C33A346B23}"/>
              </a:ext>
            </a:extLst>
          </p:cNvPr>
          <p:cNvSpPr/>
          <p:nvPr/>
        </p:nvSpPr>
        <p:spPr>
          <a:xfrm>
            <a:off x="12385675" y="10788650"/>
            <a:ext cx="4441825" cy="879475"/>
          </a:xfrm>
          <a:prstGeom prst="rect">
            <a:avLst/>
          </a:prstGeom>
          <a:solidFill>
            <a:schemeClr val="accent5"/>
          </a:solidFill>
          <a:ln w="38100">
            <a:solidFill>
              <a:srgbClr val="FFFFFF"/>
            </a:solidFill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 sz="18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TextBox 8">
            <a:extLst>
              <a:ext uri="{FF2B5EF4-FFF2-40B4-BE49-F238E27FC236}">
                <a16:creationId xmlns:a16="http://schemas.microsoft.com/office/drawing/2014/main" id="{E2279D68-DF72-9267-2571-2771DE9DB5E3}"/>
              </a:ext>
            </a:extLst>
          </p:cNvPr>
          <p:cNvSpPr txBox="1"/>
          <p:nvPr/>
        </p:nvSpPr>
        <p:spPr>
          <a:xfrm rot="16200000">
            <a:off x="-234156" y="6557169"/>
            <a:ext cx="3771900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NEEDS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94A2094B-0291-DEDF-A036-8B11C7C5B43A}"/>
              </a:ext>
            </a:extLst>
          </p:cNvPr>
          <p:cNvSpPr txBox="1"/>
          <p:nvPr/>
        </p:nvSpPr>
        <p:spPr>
          <a:xfrm rot="16200000">
            <a:off x="-236538" y="10309226"/>
            <a:ext cx="3776663" cy="75406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4600" b="1" cap="all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PREFENCES</a:t>
            </a:r>
          </a:p>
        </p:txBody>
      </p:sp>
      <p:sp>
        <p:nvSpPr>
          <p:cNvPr id="29" name="TextBox 8">
            <a:extLst>
              <a:ext uri="{FF2B5EF4-FFF2-40B4-BE49-F238E27FC236}">
                <a16:creationId xmlns:a16="http://schemas.microsoft.com/office/drawing/2014/main" id="{D7789A65-FC0F-F92C-A88B-1174C97C190D}"/>
              </a:ext>
            </a:extLst>
          </p:cNvPr>
          <p:cNvSpPr txBox="1"/>
          <p:nvPr/>
        </p:nvSpPr>
        <p:spPr>
          <a:xfrm>
            <a:off x="7488238" y="3613150"/>
            <a:ext cx="4481512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physical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CCB21073-4BB0-7E9C-9F70-70F6D159F358}"/>
              </a:ext>
            </a:extLst>
          </p:cNvPr>
          <p:cNvSpPr txBox="1"/>
          <p:nvPr/>
        </p:nvSpPr>
        <p:spPr>
          <a:xfrm>
            <a:off x="12392025" y="3613150"/>
            <a:ext cx="4481513" cy="5127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PERSONALITY</a:t>
            </a:r>
          </a:p>
        </p:txBody>
      </p:sp>
      <p:sp>
        <p:nvSpPr>
          <p:cNvPr id="31" name="Line">
            <a:extLst>
              <a:ext uri="{FF2B5EF4-FFF2-40B4-BE49-F238E27FC236}">
                <a16:creationId xmlns:a16="http://schemas.microsoft.com/office/drawing/2014/main" id="{407A7CC8-52AC-9928-71FB-E42B4C80B384}"/>
              </a:ext>
            </a:extLst>
          </p:cNvPr>
          <p:cNvSpPr/>
          <p:nvPr/>
        </p:nvSpPr>
        <p:spPr>
          <a:xfrm>
            <a:off x="1254125" y="12561888"/>
            <a:ext cx="15570200" cy="0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defTabSz="2438338" eaLnBrk="1" fontAlgn="auto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defRPr/>
            </a:pPr>
            <a:endParaRPr kern="0"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2" name="Slide Number">
            <a:extLst>
              <a:ext uri="{FF2B5EF4-FFF2-40B4-BE49-F238E27FC236}">
                <a16:creationId xmlns:a16="http://schemas.microsoft.com/office/drawing/2014/main" id="{217B01A0-DD86-1268-376B-03CC36C0B0D0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BA30DE-925B-41F7-AD9E-D53B2662C5CE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3525261052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Leeg kopie 4">
    <p:bg>
      <p:bgPr>
        <a:gradFill rotWithShape="1">
          <a:gsLst>
            <a:gs pos="0">
              <a:srgbClr val="000000"/>
            </a:gs>
            <a:gs pos="100000">
              <a:srgbClr val="DA3832"/>
            </a:gs>
          </a:gsLst>
          <a:lin ang="984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6E7DE42-B4A6-16E8-A544-8AEC38D5A640}"/>
              </a:ext>
            </a:extLst>
          </p:cNvPr>
          <p:cNvSpPr/>
          <p:nvPr/>
        </p:nvSpPr>
        <p:spPr>
          <a:xfrm>
            <a:off x="228600" y="9285288"/>
            <a:ext cx="7296150" cy="4159250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Rectangle">
            <a:extLst>
              <a:ext uri="{FF2B5EF4-FFF2-40B4-BE49-F238E27FC236}">
                <a16:creationId xmlns:a16="http://schemas.microsoft.com/office/drawing/2014/main" id="{AF77E316-972C-87A4-450F-A0439A256CD9}"/>
              </a:ext>
            </a:extLst>
          </p:cNvPr>
          <p:cNvSpPr/>
          <p:nvPr/>
        </p:nvSpPr>
        <p:spPr>
          <a:xfrm>
            <a:off x="16452850" y="4481513"/>
            <a:ext cx="7805738" cy="38449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">
            <a:extLst>
              <a:ext uri="{FF2B5EF4-FFF2-40B4-BE49-F238E27FC236}">
                <a16:creationId xmlns:a16="http://schemas.microsoft.com/office/drawing/2014/main" id="{DF7F9B23-1E21-766D-E0EA-EF067BEBADD5}"/>
              </a:ext>
            </a:extLst>
          </p:cNvPr>
          <p:cNvSpPr/>
          <p:nvPr/>
        </p:nvSpPr>
        <p:spPr>
          <a:xfrm>
            <a:off x="7858125" y="8534400"/>
            <a:ext cx="8289925" cy="49196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85E554EE-7E6F-199B-16D5-FA6F5C5514C3}"/>
              </a:ext>
            </a:extLst>
          </p:cNvPr>
          <p:cNvSpPr/>
          <p:nvPr/>
        </p:nvSpPr>
        <p:spPr>
          <a:xfrm>
            <a:off x="16452850" y="8534400"/>
            <a:ext cx="7805738" cy="4919663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AD4B5AC5-2CD0-9BBE-23E1-9DDD5DA06C9D}"/>
              </a:ext>
            </a:extLst>
          </p:cNvPr>
          <p:cNvSpPr/>
          <p:nvPr/>
        </p:nvSpPr>
        <p:spPr>
          <a:xfrm>
            <a:off x="16452850" y="238125"/>
            <a:ext cx="7805738" cy="40354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ectangle">
            <a:extLst>
              <a:ext uri="{FF2B5EF4-FFF2-40B4-BE49-F238E27FC236}">
                <a16:creationId xmlns:a16="http://schemas.microsoft.com/office/drawing/2014/main" id="{992032F5-8E93-413B-C0A7-A037E318194C}"/>
              </a:ext>
            </a:extLst>
          </p:cNvPr>
          <p:cNvSpPr/>
          <p:nvPr/>
        </p:nvSpPr>
        <p:spPr>
          <a:xfrm>
            <a:off x="7815263" y="4484688"/>
            <a:ext cx="3971925" cy="383857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0C703061-A92F-7607-49C3-C0BC3ADE284F}"/>
              </a:ext>
            </a:extLst>
          </p:cNvPr>
          <p:cNvSpPr/>
          <p:nvPr/>
        </p:nvSpPr>
        <p:spPr>
          <a:xfrm>
            <a:off x="7815263" y="238125"/>
            <a:ext cx="8289925" cy="403542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23CB277A-F79C-1FAF-42C3-B877C64A2D4C}"/>
              </a:ext>
            </a:extLst>
          </p:cNvPr>
          <p:cNvSpPr/>
          <p:nvPr/>
        </p:nvSpPr>
        <p:spPr>
          <a:xfrm>
            <a:off x="236538" y="238125"/>
            <a:ext cx="7297737" cy="8631238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TextBox 38">
            <a:extLst>
              <a:ext uri="{FF2B5EF4-FFF2-40B4-BE49-F238E27FC236}">
                <a16:creationId xmlns:a16="http://schemas.microsoft.com/office/drawing/2014/main" id="{5EB3E962-1529-84D8-E095-72A969A98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1795463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Date of birth</a:t>
            </a:r>
          </a:p>
        </p:txBody>
      </p:sp>
      <p:sp>
        <p:nvSpPr>
          <p:cNvPr id="11" name="TextBox 38">
            <a:extLst>
              <a:ext uri="{FF2B5EF4-FFF2-40B4-BE49-F238E27FC236}">
                <a16:creationId xmlns:a16="http://schemas.microsoft.com/office/drawing/2014/main" id="{EFF4679D-FF49-7DA5-D701-1E99D74BF0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2555875"/>
            <a:ext cx="2233612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City of Birth </a:t>
            </a:r>
          </a:p>
        </p:txBody>
      </p:sp>
      <p:sp>
        <p:nvSpPr>
          <p:cNvPr id="12" name="TextBox 38">
            <a:extLst>
              <a:ext uri="{FF2B5EF4-FFF2-40B4-BE49-F238E27FC236}">
                <a16:creationId xmlns:a16="http://schemas.microsoft.com/office/drawing/2014/main" id="{B58B3A40-06AA-1651-CFF7-33F8BF137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3289300"/>
            <a:ext cx="3000375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Nationality</a:t>
            </a:r>
          </a:p>
        </p:txBody>
      </p:sp>
      <p:sp>
        <p:nvSpPr>
          <p:cNvPr id="13" name="TextBox 38">
            <a:extLst>
              <a:ext uri="{FF2B5EF4-FFF2-40B4-BE49-F238E27FC236}">
                <a16:creationId xmlns:a16="http://schemas.microsoft.com/office/drawing/2014/main" id="{9BFA7798-8B8B-EBDA-170D-5850F2A24F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081463"/>
            <a:ext cx="2233612" cy="166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Height</a:t>
            </a:r>
          </a:p>
        </p:txBody>
      </p:sp>
      <p:sp>
        <p:nvSpPr>
          <p:cNvPr id="14" name="TextBox 38">
            <a:extLst>
              <a:ext uri="{FF2B5EF4-FFF2-40B4-BE49-F238E27FC236}">
                <a16:creationId xmlns:a16="http://schemas.microsoft.com/office/drawing/2014/main" id="{8A58ED06-70D5-F2E8-1C59-49BF77433A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4806950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Preferred foot</a:t>
            </a: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9A12CFB1-688F-AF53-3E54-99F0011EE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5570538"/>
            <a:ext cx="2233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Club</a:t>
            </a:r>
          </a:p>
        </p:txBody>
      </p:sp>
      <p:sp>
        <p:nvSpPr>
          <p:cNvPr id="16" name="TextBox 38">
            <a:extLst>
              <a:ext uri="{FF2B5EF4-FFF2-40B4-BE49-F238E27FC236}">
                <a16:creationId xmlns:a16="http://schemas.microsoft.com/office/drawing/2014/main" id="{7B98895B-2A9D-1E6B-4E3D-D619C1C09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264275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League</a:t>
            </a:r>
          </a:p>
        </p:txBody>
      </p:sp>
      <p:sp>
        <p:nvSpPr>
          <p:cNvPr id="17" name="Freeform 5">
            <a:extLst>
              <a:ext uri="{FF2B5EF4-FFF2-40B4-BE49-F238E27FC236}">
                <a16:creationId xmlns:a16="http://schemas.microsoft.com/office/drawing/2014/main" id="{1EBCDBBD-764B-94EF-B719-725B385BF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1782763"/>
            <a:ext cx="5348288" cy="254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/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24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8" name="Rectangle">
            <a:extLst>
              <a:ext uri="{FF2B5EF4-FFF2-40B4-BE49-F238E27FC236}">
                <a16:creationId xmlns:a16="http://schemas.microsoft.com/office/drawing/2014/main" id="{5A455F75-3A22-B3AC-E845-DAC10118DCB6}"/>
              </a:ext>
            </a:extLst>
          </p:cNvPr>
          <p:cNvSpPr/>
          <p:nvPr/>
        </p:nvSpPr>
        <p:spPr>
          <a:xfrm>
            <a:off x="11217275" y="979488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Rectangle">
            <a:extLst>
              <a:ext uri="{FF2B5EF4-FFF2-40B4-BE49-F238E27FC236}">
                <a16:creationId xmlns:a16="http://schemas.microsoft.com/office/drawing/2014/main" id="{42640DB5-24D3-3678-6C4A-EA8B8D44C7BA}"/>
              </a:ext>
            </a:extLst>
          </p:cNvPr>
          <p:cNvSpPr/>
          <p:nvPr/>
        </p:nvSpPr>
        <p:spPr>
          <a:xfrm>
            <a:off x="13606463" y="979488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Rectangle">
            <a:extLst>
              <a:ext uri="{FF2B5EF4-FFF2-40B4-BE49-F238E27FC236}">
                <a16:creationId xmlns:a16="http://schemas.microsoft.com/office/drawing/2014/main" id="{0BB0E8D6-6018-8008-3A99-F37D4DF456DA}"/>
              </a:ext>
            </a:extLst>
          </p:cNvPr>
          <p:cNvSpPr/>
          <p:nvPr/>
        </p:nvSpPr>
        <p:spPr>
          <a:xfrm>
            <a:off x="11217275" y="1711325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05F5EBD2-9202-5C0D-ACDE-914E92092D76}"/>
              </a:ext>
            </a:extLst>
          </p:cNvPr>
          <p:cNvSpPr/>
          <p:nvPr/>
        </p:nvSpPr>
        <p:spPr>
          <a:xfrm>
            <a:off x="13606463" y="1711325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F2490B9D-1E95-4E5B-D8D0-1392BC44166E}"/>
              </a:ext>
            </a:extLst>
          </p:cNvPr>
          <p:cNvSpPr/>
          <p:nvPr/>
        </p:nvSpPr>
        <p:spPr>
          <a:xfrm>
            <a:off x="11217275" y="2500313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Rectangle">
            <a:extLst>
              <a:ext uri="{FF2B5EF4-FFF2-40B4-BE49-F238E27FC236}">
                <a16:creationId xmlns:a16="http://schemas.microsoft.com/office/drawing/2014/main" id="{F67866B9-B203-4635-B370-BFF5524D5DF6}"/>
              </a:ext>
            </a:extLst>
          </p:cNvPr>
          <p:cNvSpPr/>
          <p:nvPr/>
        </p:nvSpPr>
        <p:spPr>
          <a:xfrm>
            <a:off x="13606463" y="2500313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Rectangle">
            <a:extLst>
              <a:ext uri="{FF2B5EF4-FFF2-40B4-BE49-F238E27FC236}">
                <a16:creationId xmlns:a16="http://schemas.microsoft.com/office/drawing/2014/main" id="{17E47B1A-6FAA-7B5D-100E-6BBA02DAA52D}"/>
              </a:ext>
            </a:extLst>
          </p:cNvPr>
          <p:cNvSpPr/>
          <p:nvPr/>
        </p:nvSpPr>
        <p:spPr>
          <a:xfrm>
            <a:off x="11217275" y="3276600"/>
            <a:ext cx="2112963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Rectangle">
            <a:extLst>
              <a:ext uri="{FF2B5EF4-FFF2-40B4-BE49-F238E27FC236}">
                <a16:creationId xmlns:a16="http://schemas.microsoft.com/office/drawing/2014/main" id="{4A984C24-BB86-C62F-AFE4-F22F4D2C8C85}"/>
              </a:ext>
            </a:extLst>
          </p:cNvPr>
          <p:cNvSpPr/>
          <p:nvPr/>
        </p:nvSpPr>
        <p:spPr>
          <a:xfrm>
            <a:off x="13606463" y="3276600"/>
            <a:ext cx="2114550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EB81B832-E19C-5607-EF8C-E829EDB1E5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131763"/>
            <a:ext cx="1806575" cy="3579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STATS</a:t>
            </a:r>
          </a:p>
          <a:p>
            <a:pPr eaLnBrk="1">
              <a:lnSpc>
                <a:spcPts val="56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Matches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Minutes</a:t>
            </a:r>
          </a:p>
          <a:p>
            <a:pPr eaLnBrk="1">
              <a:lnSpc>
                <a:spcPts val="5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Goals</a:t>
            </a:r>
          </a:p>
          <a:p>
            <a:pPr eaLnBrk="1">
              <a:lnSpc>
                <a:spcPts val="61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Assists</a:t>
            </a:r>
          </a:p>
        </p:txBody>
      </p:sp>
      <p:sp>
        <p:nvSpPr>
          <p:cNvPr id="27" name="TextBox 41">
            <a:extLst>
              <a:ext uri="{FF2B5EF4-FFF2-40B4-BE49-F238E27FC236}">
                <a16:creationId xmlns:a16="http://schemas.microsoft.com/office/drawing/2014/main" id="{1500BA60-5E05-98FE-4BF1-3213B95F6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825" y="4521200"/>
            <a:ext cx="27543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RATING</a:t>
            </a:r>
          </a:p>
        </p:txBody>
      </p:sp>
      <p:sp>
        <p:nvSpPr>
          <p:cNvPr id="28" name="TextBox 46">
            <a:extLst>
              <a:ext uri="{FF2B5EF4-FFF2-40B4-BE49-F238E27FC236}">
                <a16:creationId xmlns:a16="http://schemas.microsoft.com/office/drawing/2014/main" id="{55CAEBAA-F3A8-E8BD-EA4B-0F5D15B0A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0361613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Transfer value</a:t>
            </a:r>
          </a:p>
        </p:txBody>
      </p:sp>
      <p:sp>
        <p:nvSpPr>
          <p:cNvPr id="29" name="Rectangle">
            <a:extLst>
              <a:ext uri="{FF2B5EF4-FFF2-40B4-BE49-F238E27FC236}">
                <a16:creationId xmlns:a16="http://schemas.microsoft.com/office/drawing/2014/main" id="{0A533162-C544-077C-1886-5E8CA90BD50C}"/>
              </a:ext>
            </a:extLst>
          </p:cNvPr>
          <p:cNvSpPr/>
          <p:nvPr/>
        </p:nvSpPr>
        <p:spPr>
          <a:xfrm>
            <a:off x="19705638" y="1107122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Rectangle">
            <a:extLst>
              <a:ext uri="{FF2B5EF4-FFF2-40B4-BE49-F238E27FC236}">
                <a16:creationId xmlns:a16="http://schemas.microsoft.com/office/drawing/2014/main" id="{DD1405E1-F311-41D0-06D5-1F57F860FEDD}"/>
              </a:ext>
            </a:extLst>
          </p:cNvPr>
          <p:cNvSpPr/>
          <p:nvPr/>
        </p:nvSpPr>
        <p:spPr>
          <a:xfrm>
            <a:off x="19705638" y="11818938"/>
            <a:ext cx="3648075" cy="60483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5EDDDAB2-A1AA-1EA5-6076-0FC7A53C6C35}"/>
              </a:ext>
            </a:extLst>
          </p:cNvPr>
          <p:cNvSpPr/>
          <p:nvPr/>
        </p:nvSpPr>
        <p:spPr>
          <a:xfrm>
            <a:off x="19705638" y="12547600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Rectangle">
            <a:extLst>
              <a:ext uri="{FF2B5EF4-FFF2-40B4-BE49-F238E27FC236}">
                <a16:creationId xmlns:a16="http://schemas.microsoft.com/office/drawing/2014/main" id="{FA641625-DC10-EF06-DCE2-621BB3C9327C}"/>
              </a:ext>
            </a:extLst>
          </p:cNvPr>
          <p:cNvSpPr/>
          <p:nvPr/>
        </p:nvSpPr>
        <p:spPr>
          <a:xfrm>
            <a:off x="18197513" y="398463"/>
            <a:ext cx="5799137" cy="371633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TextBox 43">
            <a:extLst>
              <a:ext uri="{FF2B5EF4-FFF2-40B4-BE49-F238E27FC236}">
                <a16:creationId xmlns:a16="http://schemas.microsoft.com/office/drawing/2014/main" id="{CBD81C4B-D124-9566-9338-9092B5901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334963"/>
            <a:ext cx="213836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CURRENT SEASON</a:t>
            </a:r>
          </a:p>
        </p:txBody>
      </p:sp>
      <p:sp>
        <p:nvSpPr>
          <p:cNvPr id="34" name="TextBox 44">
            <a:extLst>
              <a:ext uri="{FF2B5EF4-FFF2-40B4-BE49-F238E27FC236}">
                <a16:creationId xmlns:a16="http://schemas.microsoft.com/office/drawing/2014/main" id="{00E37C19-1325-68C1-1B76-58E30F194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89063" y="334963"/>
            <a:ext cx="114935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CAREER</a:t>
            </a:r>
          </a:p>
        </p:txBody>
      </p:sp>
      <p:sp>
        <p:nvSpPr>
          <p:cNvPr id="35" name="TextBox 46">
            <a:extLst>
              <a:ext uri="{FF2B5EF4-FFF2-40B4-BE49-F238E27FC236}">
                <a16:creationId xmlns:a16="http://schemas.microsoft.com/office/drawing/2014/main" id="{8119A329-C7D9-F46E-ACDE-D12EECCB1544}"/>
              </a:ext>
            </a:extLst>
          </p:cNvPr>
          <p:cNvSpPr txBox="1"/>
          <p:nvPr/>
        </p:nvSpPr>
        <p:spPr>
          <a:xfrm>
            <a:off x="16765588" y="8728075"/>
            <a:ext cx="2914650" cy="419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kern="0"/>
              <a:t>Transfer details</a:t>
            </a:r>
          </a:p>
        </p:txBody>
      </p:sp>
      <p:sp>
        <p:nvSpPr>
          <p:cNvPr id="36" name="TextBox 45">
            <a:extLst>
              <a:ext uri="{FF2B5EF4-FFF2-40B4-BE49-F238E27FC236}">
                <a16:creationId xmlns:a16="http://schemas.microsoft.com/office/drawing/2014/main" id="{2C544599-B7A2-87DB-0775-4D14CC66107F}"/>
              </a:ext>
            </a:extLst>
          </p:cNvPr>
          <p:cNvSpPr txBox="1"/>
          <p:nvPr/>
        </p:nvSpPr>
        <p:spPr>
          <a:xfrm>
            <a:off x="16681450" y="387350"/>
            <a:ext cx="1743075" cy="4191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2400" b="1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 b="0" cap="none"/>
            </a:pPr>
            <a:r>
              <a:rPr kern="0"/>
              <a:t>Scouting</a:t>
            </a:r>
          </a:p>
        </p:txBody>
      </p:sp>
      <p:sp>
        <p:nvSpPr>
          <p:cNvPr id="37" name="TextBox 47">
            <a:extLst>
              <a:ext uri="{FF2B5EF4-FFF2-40B4-BE49-F238E27FC236}">
                <a16:creationId xmlns:a16="http://schemas.microsoft.com/office/drawing/2014/main" id="{CC27B5C1-03E5-8DA1-1C26-635F3F1D1A97}"/>
              </a:ext>
            </a:extLst>
          </p:cNvPr>
          <p:cNvSpPr txBox="1"/>
          <p:nvPr/>
        </p:nvSpPr>
        <p:spPr>
          <a:xfrm>
            <a:off x="8043863" y="8651875"/>
            <a:ext cx="3000375" cy="46355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19200" eaLnBrk="1" fontAlgn="auto">
              <a:lnSpc>
                <a:spcPts val="3400"/>
              </a:lnSpc>
              <a:spcBef>
                <a:spcPts val="0"/>
              </a:spcBef>
              <a:spcAft>
                <a:spcPts val="0"/>
              </a:spcAft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b="1" kern="0"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Summary scouting</a:t>
            </a:r>
            <a:r>
              <a:rPr sz="2400" b="1" kern="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:</a:t>
            </a:r>
          </a:p>
        </p:txBody>
      </p:sp>
      <p:sp>
        <p:nvSpPr>
          <p:cNvPr id="38" name="Rectangle">
            <a:extLst>
              <a:ext uri="{FF2B5EF4-FFF2-40B4-BE49-F238E27FC236}">
                <a16:creationId xmlns:a16="http://schemas.microsoft.com/office/drawing/2014/main" id="{AA1276D0-A416-D18F-D7B4-BC3DED1F95CA}"/>
              </a:ext>
            </a:extLst>
          </p:cNvPr>
          <p:cNvSpPr/>
          <p:nvPr/>
        </p:nvSpPr>
        <p:spPr>
          <a:xfrm>
            <a:off x="3602038" y="20955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Rectangle">
            <a:extLst>
              <a:ext uri="{FF2B5EF4-FFF2-40B4-BE49-F238E27FC236}">
                <a16:creationId xmlns:a16="http://schemas.microsoft.com/office/drawing/2014/main" id="{B4BDD81A-B106-C118-66E0-774F13AA23F3}"/>
              </a:ext>
            </a:extLst>
          </p:cNvPr>
          <p:cNvSpPr/>
          <p:nvPr/>
        </p:nvSpPr>
        <p:spPr>
          <a:xfrm>
            <a:off x="3602038" y="28495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Rectangle">
            <a:extLst>
              <a:ext uri="{FF2B5EF4-FFF2-40B4-BE49-F238E27FC236}">
                <a16:creationId xmlns:a16="http://schemas.microsoft.com/office/drawing/2014/main" id="{456AD657-6234-F83D-03FE-06055F10B479}"/>
              </a:ext>
            </a:extLst>
          </p:cNvPr>
          <p:cNvSpPr/>
          <p:nvPr/>
        </p:nvSpPr>
        <p:spPr>
          <a:xfrm>
            <a:off x="3602038" y="36068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Rectangle">
            <a:extLst>
              <a:ext uri="{FF2B5EF4-FFF2-40B4-BE49-F238E27FC236}">
                <a16:creationId xmlns:a16="http://schemas.microsoft.com/office/drawing/2014/main" id="{079D97E7-5430-2F9F-D94C-0C7B421988DC}"/>
              </a:ext>
            </a:extLst>
          </p:cNvPr>
          <p:cNvSpPr/>
          <p:nvPr/>
        </p:nvSpPr>
        <p:spPr>
          <a:xfrm>
            <a:off x="3602038" y="436403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Rectangle">
            <a:extLst>
              <a:ext uri="{FF2B5EF4-FFF2-40B4-BE49-F238E27FC236}">
                <a16:creationId xmlns:a16="http://schemas.microsoft.com/office/drawing/2014/main" id="{4D5A3BA6-489A-563B-08DC-746536A6438F}"/>
              </a:ext>
            </a:extLst>
          </p:cNvPr>
          <p:cNvSpPr/>
          <p:nvPr/>
        </p:nvSpPr>
        <p:spPr>
          <a:xfrm>
            <a:off x="3602038" y="511810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Rectangle">
            <a:extLst>
              <a:ext uri="{FF2B5EF4-FFF2-40B4-BE49-F238E27FC236}">
                <a16:creationId xmlns:a16="http://schemas.microsoft.com/office/drawing/2014/main" id="{4F17FBD3-7B45-EBE7-A0A8-FF10472759B1}"/>
              </a:ext>
            </a:extLst>
          </p:cNvPr>
          <p:cNvSpPr/>
          <p:nvPr/>
        </p:nvSpPr>
        <p:spPr>
          <a:xfrm>
            <a:off x="3602038" y="5861050"/>
            <a:ext cx="3624262" cy="588963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Rectangle">
            <a:extLst>
              <a:ext uri="{FF2B5EF4-FFF2-40B4-BE49-F238E27FC236}">
                <a16:creationId xmlns:a16="http://schemas.microsoft.com/office/drawing/2014/main" id="{F6AA8B36-2110-E41C-AF26-2B1F1C8D0DAE}"/>
              </a:ext>
            </a:extLst>
          </p:cNvPr>
          <p:cNvSpPr/>
          <p:nvPr/>
        </p:nvSpPr>
        <p:spPr>
          <a:xfrm>
            <a:off x="3602038" y="6610350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TextBox 38">
            <a:extLst>
              <a:ext uri="{FF2B5EF4-FFF2-40B4-BE49-F238E27FC236}">
                <a16:creationId xmlns:a16="http://schemas.microsoft.com/office/drawing/2014/main" id="{FA3884A2-BEAE-A90C-8C3B-D6599E0B5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6999288"/>
            <a:ext cx="2233612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Agency</a:t>
            </a:r>
          </a:p>
        </p:txBody>
      </p:sp>
      <p:sp>
        <p:nvSpPr>
          <p:cNvPr id="46" name="Rectangle">
            <a:extLst>
              <a:ext uri="{FF2B5EF4-FFF2-40B4-BE49-F238E27FC236}">
                <a16:creationId xmlns:a16="http://schemas.microsoft.com/office/drawing/2014/main" id="{F6DF528C-7778-88B6-67EA-E95FA8C06FB0}"/>
              </a:ext>
            </a:extLst>
          </p:cNvPr>
          <p:cNvSpPr/>
          <p:nvPr/>
        </p:nvSpPr>
        <p:spPr>
          <a:xfrm>
            <a:off x="3602038" y="7345363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TextBox 38">
            <a:extLst>
              <a:ext uri="{FF2B5EF4-FFF2-40B4-BE49-F238E27FC236}">
                <a16:creationId xmlns:a16="http://schemas.microsoft.com/office/drawing/2014/main" id="{D6F4DE39-6B9A-A684-1544-6EE38D87A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0588" y="7734300"/>
            <a:ext cx="2233612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r" eaLnBrk="1">
              <a:lnSpc>
                <a:spcPts val="68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Agent</a:t>
            </a:r>
          </a:p>
        </p:txBody>
      </p:sp>
      <p:sp>
        <p:nvSpPr>
          <p:cNvPr id="48" name="Rectangle">
            <a:extLst>
              <a:ext uri="{FF2B5EF4-FFF2-40B4-BE49-F238E27FC236}">
                <a16:creationId xmlns:a16="http://schemas.microsoft.com/office/drawing/2014/main" id="{124AA38C-979C-FB4D-7C0B-29355757A7E3}"/>
              </a:ext>
            </a:extLst>
          </p:cNvPr>
          <p:cNvSpPr/>
          <p:nvPr/>
        </p:nvSpPr>
        <p:spPr>
          <a:xfrm>
            <a:off x="3602038" y="8078788"/>
            <a:ext cx="3624262" cy="58737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Rectangle">
            <a:extLst>
              <a:ext uri="{FF2B5EF4-FFF2-40B4-BE49-F238E27FC236}">
                <a16:creationId xmlns:a16="http://schemas.microsoft.com/office/drawing/2014/main" id="{415141CD-218E-6E2F-A3CE-CE6DEC634BE0}"/>
              </a:ext>
            </a:extLst>
          </p:cNvPr>
          <p:cNvSpPr/>
          <p:nvPr/>
        </p:nvSpPr>
        <p:spPr>
          <a:xfrm>
            <a:off x="19705638" y="1031557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Rectangle">
            <a:extLst>
              <a:ext uri="{FF2B5EF4-FFF2-40B4-BE49-F238E27FC236}">
                <a16:creationId xmlns:a16="http://schemas.microsoft.com/office/drawing/2014/main" id="{A3E35889-CC52-7157-A2ED-B20549ED4280}"/>
              </a:ext>
            </a:extLst>
          </p:cNvPr>
          <p:cNvSpPr/>
          <p:nvPr/>
        </p:nvSpPr>
        <p:spPr>
          <a:xfrm>
            <a:off x="19718338" y="9559925"/>
            <a:ext cx="3648075" cy="606425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TextBox 46">
            <a:extLst>
              <a:ext uri="{FF2B5EF4-FFF2-40B4-BE49-F238E27FC236}">
                <a16:creationId xmlns:a16="http://schemas.microsoft.com/office/drawing/2014/main" id="{4A4A5A2E-0031-5EE9-66C1-603136E11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2641263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Next step</a:t>
            </a:r>
          </a:p>
        </p:txBody>
      </p:sp>
      <p:sp>
        <p:nvSpPr>
          <p:cNvPr id="52" name="TextBox 46">
            <a:extLst>
              <a:ext uri="{FF2B5EF4-FFF2-40B4-BE49-F238E27FC236}">
                <a16:creationId xmlns:a16="http://schemas.microsoft.com/office/drawing/2014/main" id="{70616815-DF50-F333-C3D5-6DABF7F94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1884025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2</a:t>
            </a:r>
          </a:p>
        </p:txBody>
      </p:sp>
      <p:sp>
        <p:nvSpPr>
          <p:cNvPr id="53" name="TextBox 46">
            <a:extLst>
              <a:ext uri="{FF2B5EF4-FFF2-40B4-BE49-F238E27FC236}">
                <a16:creationId xmlns:a16="http://schemas.microsoft.com/office/drawing/2014/main" id="{8FA62D75-B3CC-6BAB-3D04-F6EFE11EF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11101388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Prediction year 1</a:t>
            </a:r>
          </a:p>
        </p:txBody>
      </p:sp>
      <p:sp>
        <p:nvSpPr>
          <p:cNvPr id="54" name="TextBox 46">
            <a:extLst>
              <a:ext uri="{FF2B5EF4-FFF2-40B4-BE49-F238E27FC236}">
                <a16:creationId xmlns:a16="http://schemas.microsoft.com/office/drawing/2014/main" id="{41A3F1E6-C048-2BA6-F06D-2A734FE1A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51313" y="9615488"/>
            <a:ext cx="2913062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240000"/>
              </a:lnSpc>
              <a:spcBef>
                <a:spcPct val="0"/>
              </a:spcBef>
            </a:pPr>
            <a:r>
              <a:rPr lang="LID4096" altLang="LID4096" sz="2400">
                <a:solidFill>
                  <a:srgbClr val="FFFFFF"/>
                </a:solidFill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End of contract</a:t>
            </a:r>
          </a:p>
        </p:txBody>
      </p:sp>
      <p:sp>
        <p:nvSpPr>
          <p:cNvPr id="55" name="Rectangle">
            <a:extLst>
              <a:ext uri="{FF2B5EF4-FFF2-40B4-BE49-F238E27FC236}">
                <a16:creationId xmlns:a16="http://schemas.microsoft.com/office/drawing/2014/main" id="{5F02269C-C74A-5C78-CE64-39DCF5771C15}"/>
              </a:ext>
            </a:extLst>
          </p:cNvPr>
          <p:cNvSpPr/>
          <p:nvPr/>
        </p:nvSpPr>
        <p:spPr>
          <a:xfrm>
            <a:off x="12133263" y="4484688"/>
            <a:ext cx="3981450" cy="3838575"/>
          </a:xfrm>
          <a:prstGeom prst="rect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AF8B31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TextBox 41">
            <a:extLst>
              <a:ext uri="{FF2B5EF4-FFF2-40B4-BE49-F238E27FC236}">
                <a16:creationId xmlns:a16="http://schemas.microsoft.com/office/drawing/2014/main" id="{1A578BE0-92F4-367E-3F83-17D48FD7F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5825" y="4521200"/>
            <a:ext cx="27559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 AVAILABILITY</a:t>
            </a:r>
          </a:p>
        </p:txBody>
      </p:sp>
      <p:pic>
        <p:nvPicPr>
          <p:cNvPr id="57" name="Image" descr="Image">
            <a:extLst>
              <a:ext uri="{FF2B5EF4-FFF2-40B4-BE49-F238E27FC236}">
                <a16:creationId xmlns:a16="http://schemas.microsoft.com/office/drawing/2014/main" id="{F718FF01-BA4F-4E06-26DA-62EB980EFE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58" name="Rectangle">
            <a:extLst>
              <a:ext uri="{FF2B5EF4-FFF2-40B4-BE49-F238E27FC236}">
                <a16:creationId xmlns:a16="http://schemas.microsoft.com/office/drawing/2014/main" id="{E0AED7C6-821B-F3F7-9B17-23E156CE8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9340850"/>
            <a:ext cx="2809875" cy="4048125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45719" rIns="45719" anchor="ctr"/>
          <a:lstStyle>
            <a:lvl1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457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457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00000"/>
              </a:lnSpc>
              <a:spcBef>
                <a:spcPct val="0"/>
              </a:spcBef>
            </a:pPr>
            <a:endParaRPr lang="LID4096" altLang="LID4096" sz="1800">
              <a:latin typeface="Aptos" panose="020B0004020202020204" pitchFamily="34" charset="0"/>
              <a:ea typeface="Aptos" panose="020B0004020202020204" pitchFamily="34" charset="0"/>
              <a:cs typeface="Aptos" panose="020B0004020202020204" pitchFamily="34" charset="0"/>
              <a:sym typeface="Aptos" panose="020B0004020202020204" pitchFamily="34" charset="0"/>
            </a:endParaRPr>
          </a:p>
        </p:txBody>
      </p:sp>
      <p:sp>
        <p:nvSpPr>
          <p:cNvPr id="59" name="TextBox 41">
            <a:extLst>
              <a:ext uri="{FF2B5EF4-FFF2-40B4-BE49-F238E27FC236}">
                <a16:creationId xmlns:a16="http://schemas.microsoft.com/office/drawing/2014/main" id="{257ECABC-8A66-7220-11FC-11A0AECEB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" y="9496425"/>
            <a:ext cx="27559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ts val="3400"/>
              </a:lnSpc>
              <a:spcBef>
                <a:spcPct val="0"/>
              </a:spcBef>
            </a:pPr>
            <a:r>
              <a:rPr lang="LID4096" altLang="LID4096" sz="2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PLAYERS PROFILE</a:t>
            </a:r>
          </a:p>
        </p:txBody>
      </p:sp>
      <p:sp>
        <p:nvSpPr>
          <p:cNvPr id="60" name="TextBox 31">
            <a:extLst>
              <a:ext uri="{FF2B5EF4-FFF2-40B4-BE49-F238E27FC236}">
                <a16:creationId xmlns:a16="http://schemas.microsoft.com/office/drawing/2014/main" id="{CF855826-E444-FD1E-D422-9D6194F5AA13}"/>
              </a:ext>
            </a:extLst>
          </p:cNvPr>
          <p:cNvSpPr txBox="1"/>
          <p:nvPr/>
        </p:nvSpPr>
        <p:spPr>
          <a:xfrm>
            <a:off x="390525" y="11553825"/>
            <a:ext cx="2151063" cy="167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Total Distance: 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HI-runs: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Sprints:</a:t>
            </a:r>
          </a:p>
          <a:p>
            <a:pPr marL="254000" indent="-254000" defTabSz="1285875" eaLnBrk="1" fontAlgn="auto">
              <a:spcBef>
                <a:spcPts val="0"/>
              </a:spcBef>
              <a:spcAft>
                <a:spcPts val="0"/>
              </a:spcAft>
              <a:buSzPct val="123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Top speed:</a:t>
            </a:r>
          </a:p>
        </p:txBody>
      </p:sp>
      <p:sp>
        <p:nvSpPr>
          <p:cNvPr id="61" name="Slide Number">
            <a:extLst>
              <a:ext uri="{FF2B5EF4-FFF2-40B4-BE49-F238E27FC236}">
                <a16:creationId xmlns:a16="http://schemas.microsoft.com/office/drawing/2014/main" id="{7B53C486-5576-CF55-1AFD-88E63A71A431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4E89CE-4A07-4B33-A812-56ED076E592C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688933879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B19559D3-C813-7CFC-87FF-D22847C4F0A7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xfrm>
            <a:off x="12050713" y="12344400"/>
            <a:ext cx="1970087" cy="736600"/>
          </a:xfrm>
        </p:spPr>
        <p:txBody>
          <a:bodyPr lIns="12660" tIns="12660" rIns="12660" bIns="12660" anchor="ctr"/>
          <a:lstStyle>
            <a:lvl1pPr algn="r" defTabSz="125413">
              <a:defRPr sz="30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  <a:sym typeface="Calibri" panose="020F0502020204030204" pitchFamily="34" charset="0"/>
              </a:defRPr>
            </a:lvl1pPr>
          </a:lstStyle>
          <a:p>
            <a:fld id="{0F6C0C93-6C71-4F18-A742-ADCD0133C90B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  <p:extLst>
      <p:ext uri="{BB962C8B-B14F-4D97-AF65-F5344CB8AC3E}">
        <p14:creationId xmlns:p14="http://schemas.microsoft.com/office/powerpoint/2010/main" val="273911611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47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ti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image" Target="../media/image4.png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DA3832"/>
            </a:gs>
            <a:gs pos="100000">
              <a:srgbClr val="000000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Afbeelding" descr="Afbeelding">
            <a:extLst>
              <a:ext uri="{FF2B5EF4-FFF2-40B4-BE49-F238E27FC236}">
                <a16:creationId xmlns:a16="http://schemas.microsoft.com/office/drawing/2014/main" id="{35113274-2CBA-0206-FAD3-C5C92AC3C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925" y="215900"/>
            <a:ext cx="13520738" cy="1362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grpSp>
        <p:nvGrpSpPr>
          <p:cNvPr id="1027" name="Group">
            <a:extLst>
              <a:ext uri="{FF2B5EF4-FFF2-40B4-BE49-F238E27FC236}">
                <a16:creationId xmlns:a16="http://schemas.microsoft.com/office/drawing/2014/main" id="{E13D9D9E-8C14-BE2D-FE06-532090198FF1}"/>
              </a:ext>
            </a:extLst>
          </p:cNvPr>
          <p:cNvGrpSpPr>
            <a:grpSpLocks/>
          </p:cNvGrpSpPr>
          <p:nvPr/>
        </p:nvGrpSpPr>
        <p:grpSpPr bwMode="auto">
          <a:xfrm>
            <a:off x="15994063" y="2938463"/>
            <a:ext cx="3860800" cy="5818187"/>
            <a:chOff x="0" y="0"/>
            <a:chExt cx="3860154" cy="5817684"/>
          </a:xfrm>
        </p:grpSpPr>
        <p:sp>
          <p:nvSpPr>
            <p:cNvPr id="3" name="Rounded Rectangle">
              <a:extLst>
                <a:ext uri="{FF2B5EF4-FFF2-40B4-BE49-F238E27FC236}">
                  <a16:creationId xmlns:a16="http://schemas.microsoft.com/office/drawing/2014/main" id="{ED059D92-7B52-3C16-F4E7-5C279F81CE3E}"/>
                </a:ext>
              </a:extLst>
            </p:cNvPr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>
              <a:outerShdw blurRad="139700" dist="148130" dir="5400000" rotWithShape="0">
                <a:srgbClr val="000000">
                  <a:alpha val="50000"/>
                </a:srgbClr>
              </a:outerShdw>
              <a:reflection stA="50000" endPos="40000" dir="5400000" sy="-100000" algn="bl" rotWithShape="0"/>
            </a:effectLst>
          </p:spPr>
          <p:txBody>
            <a:bodyPr lIns="71437" tIns="71437" rIns="71437" bIns="71437" anchor="ctr"/>
            <a:lstStyle/>
            <a:p>
              <a:pPr algn="ctr" defTabSz="821531" eaLnBrk="1" fontAlgn="auto">
                <a:spcBef>
                  <a:spcPts val="0"/>
                </a:spcBef>
                <a:spcAft>
                  <a:spcPts val="0"/>
                </a:spcAft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600" kern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endParaRPr>
            </a:p>
          </p:txBody>
        </p:sp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8C0C6E33-0FD6-BF5C-02D4-FF304A897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alphaModFix amt="79311"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028" name="Rectangle">
            <a:extLst>
              <a:ext uri="{FF2B5EF4-FFF2-40B4-BE49-F238E27FC236}">
                <a16:creationId xmlns:a16="http://schemas.microsoft.com/office/drawing/2014/main" id="{2402A79B-C52B-80D5-0830-E21E10EA8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5013" y="7485063"/>
            <a:ext cx="10891837" cy="1270000"/>
          </a:xfrm>
          <a:prstGeom prst="rect">
            <a:avLst/>
          </a:prstGeom>
          <a:solidFill>
            <a:srgbClr val="FFFFFF">
              <a:alpha val="7294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7" name="TextBox 28">
            <a:extLst>
              <a:ext uri="{FF2B5EF4-FFF2-40B4-BE49-F238E27FC236}">
                <a16:creationId xmlns:a16="http://schemas.microsoft.com/office/drawing/2014/main" id="{4336CBD0-CF9F-C1B0-FBCD-D42753EA25EF}"/>
              </a:ext>
            </a:extLst>
          </p:cNvPr>
          <p:cNvSpPr txBox="1"/>
          <p:nvPr/>
        </p:nvSpPr>
        <p:spPr>
          <a:xfrm>
            <a:off x="8532813" y="5951538"/>
            <a:ext cx="6938962" cy="1828800"/>
          </a:xfrm>
          <a:prstGeom prst="rect">
            <a:avLst/>
          </a:prstGeom>
          <a:ln w="12700">
            <a:miter lim="400000"/>
          </a:ln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sz="10400" b="1" cap="all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WELCOME</a:t>
            </a:r>
          </a:p>
        </p:txBody>
      </p:sp>
      <p:sp>
        <p:nvSpPr>
          <p:cNvPr id="1030" name="11">
            <a:extLst>
              <a:ext uri="{FF2B5EF4-FFF2-40B4-BE49-F238E27FC236}">
                <a16:creationId xmlns:a16="http://schemas.microsoft.com/office/drawing/2014/main" id="{F4B574F7-B273-52D0-44CD-E00FE0CA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988" y="4033838"/>
            <a:ext cx="528637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1031" name="7">
            <a:extLst>
              <a:ext uri="{FF2B5EF4-FFF2-40B4-BE49-F238E27FC236}">
                <a16:creationId xmlns:a16="http://schemas.microsoft.com/office/drawing/2014/main" id="{9F92D851-5C88-CCB1-D3D1-C7FF8CBFF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5688" y="4033838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1032" name="5">
            <a:extLst>
              <a:ext uri="{FF2B5EF4-FFF2-40B4-BE49-F238E27FC236}">
                <a16:creationId xmlns:a16="http://schemas.microsoft.com/office/drawing/2014/main" id="{A70B1DC2-702D-B069-D638-4DA823BDE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0788" y="6494463"/>
            <a:ext cx="528637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1033" name="2">
            <a:extLst>
              <a:ext uri="{FF2B5EF4-FFF2-40B4-BE49-F238E27FC236}">
                <a16:creationId xmlns:a16="http://schemas.microsoft.com/office/drawing/2014/main" id="{62CB5047-4D6A-041E-6CA0-7277D698E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7288" y="64944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1034" name="4">
            <a:extLst>
              <a:ext uri="{FF2B5EF4-FFF2-40B4-BE49-F238E27FC236}">
                <a16:creationId xmlns:a16="http://schemas.microsoft.com/office/drawing/2014/main" id="{D6231D71-3304-7487-E7B8-CE5C0E1DF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7538" y="69437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1035" name="3">
            <a:extLst>
              <a:ext uri="{FF2B5EF4-FFF2-40B4-BE49-F238E27FC236}">
                <a16:creationId xmlns:a16="http://schemas.microsoft.com/office/drawing/2014/main" id="{467AA73F-21B6-8750-DE9F-464F1ED8A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8313" y="69437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14" name="1">
            <a:extLst>
              <a:ext uri="{FF2B5EF4-FFF2-40B4-BE49-F238E27FC236}">
                <a16:creationId xmlns:a16="http://schemas.microsoft.com/office/drawing/2014/main" id="{AE8C3A6F-EB01-7C88-3A8F-CC22969A9FD5}"/>
              </a:ext>
            </a:extLst>
          </p:cNvPr>
          <p:cNvSpPr/>
          <p:nvPr/>
        </p:nvSpPr>
        <p:spPr>
          <a:xfrm>
            <a:off x="17686338" y="7634288"/>
            <a:ext cx="527050" cy="547687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sp>
        <p:nvSpPr>
          <p:cNvPr id="1037" name="9">
            <a:extLst>
              <a:ext uri="{FF2B5EF4-FFF2-40B4-BE49-F238E27FC236}">
                <a16:creationId xmlns:a16="http://schemas.microsoft.com/office/drawing/2014/main" id="{214D67D9-4A6C-D6DB-11FD-9A981F595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6338" y="35655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1038" name="10">
            <a:extLst>
              <a:ext uri="{FF2B5EF4-FFF2-40B4-BE49-F238E27FC236}">
                <a16:creationId xmlns:a16="http://schemas.microsoft.com/office/drawing/2014/main" id="{8AEE01DA-6E09-0840-BAF9-67519AEBD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1938" y="49450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1039" name="8">
            <a:extLst>
              <a:ext uri="{FF2B5EF4-FFF2-40B4-BE49-F238E27FC236}">
                <a16:creationId xmlns:a16="http://schemas.microsoft.com/office/drawing/2014/main" id="{7923F47A-B75E-D467-8F12-6035593F6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9138" y="53387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1040" name="6">
            <a:extLst>
              <a:ext uri="{FF2B5EF4-FFF2-40B4-BE49-F238E27FC236}">
                <a16:creationId xmlns:a16="http://schemas.microsoft.com/office/drawing/2014/main" id="{AD7E674B-DEF1-71F8-7A98-B6360122F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7313" y="5899150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pic>
        <p:nvPicPr>
          <p:cNvPr id="1041" name="Afbeelding" descr="Afbeelding">
            <a:extLst>
              <a:ext uri="{FF2B5EF4-FFF2-40B4-BE49-F238E27FC236}">
                <a16:creationId xmlns:a16="http://schemas.microsoft.com/office/drawing/2014/main" id="{B2A1DA0B-BB8C-CBF0-B4C4-14FEDBC1A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3375" y="12358688"/>
            <a:ext cx="7183438" cy="944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42" name="01.+ witFOURTEEN LOGO BLACK WHITE kopie.pdf" descr="01.+ witFOURTEEN LOGO BLACK WHITE kopie.pdf">
            <a:extLst>
              <a:ext uri="{FF2B5EF4-FFF2-40B4-BE49-F238E27FC236}">
                <a16:creationId xmlns:a16="http://schemas.microsoft.com/office/drawing/2014/main" id="{8C4531EE-4C29-A1F7-BBCE-33E84CFC0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0988" y="11809413"/>
            <a:ext cx="1825625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pic>
        <p:nvPicPr>
          <p:cNvPr id="1043" name="FC_Pro_Vercelli_1892.svg.png" descr="FC_Pro_Vercelli_1892.svg.png">
            <a:extLst>
              <a:ext uri="{FF2B5EF4-FFF2-40B4-BE49-F238E27FC236}">
                <a16:creationId xmlns:a16="http://schemas.microsoft.com/office/drawing/2014/main" id="{1B2DCE70-A39E-F0F7-E491-4E7933EB6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11634788"/>
            <a:ext cx="1266825" cy="174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22" name="Naam presentatie">
            <a:extLst>
              <a:ext uri="{FF2B5EF4-FFF2-40B4-BE49-F238E27FC236}">
                <a16:creationId xmlns:a16="http://schemas.microsoft.com/office/drawing/2014/main" id="{4355B018-C2F1-AD93-4DAC-6E8C0B791B96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500" y="2574925"/>
            <a:ext cx="21971000" cy="4648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/>
          </a:bodyPr>
          <a:lstStyle/>
          <a:p>
            <a:r>
              <a:t>Naam presentatie</a:t>
            </a:r>
          </a:p>
        </p:txBody>
      </p:sp>
      <p:sp>
        <p:nvSpPr>
          <p:cNvPr id="1045" name="Body Level One…">
            <a:extLst>
              <a:ext uri="{FF2B5EF4-FFF2-40B4-BE49-F238E27FC236}">
                <a16:creationId xmlns:a16="http://schemas.microsoft.com/office/drawing/2014/main" id="{3BEEA2AC-B29D-FCCF-C560-B0306247E74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201738" y="7223125"/>
            <a:ext cx="21971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LID4096" altLang="LID4096">
                <a:sym typeface="Helvetica Neue" charset="0"/>
              </a:rPr>
              <a:t>Ondertitel presentatie</a:t>
            </a:r>
          </a:p>
          <a:p>
            <a:pPr lvl="1"/>
            <a:endParaRPr lang="LID4096" altLang="LID4096">
              <a:sym typeface="Helvetica Neue" charset="0"/>
            </a:endParaRPr>
          </a:p>
          <a:p>
            <a:pPr lvl="2"/>
            <a:endParaRPr lang="LID4096" altLang="LID4096">
              <a:sym typeface="Helvetica Neue" charset="0"/>
            </a:endParaRPr>
          </a:p>
          <a:p>
            <a:pPr lvl="3"/>
            <a:endParaRPr lang="LID4096" altLang="LID4096">
              <a:sym typeface="Helvetica Neue" charset="0"/>
            </a:endParaRPr>
          </a:p>
          <a:p>
            <a:pPr lvl="4"/>
            <a:endParaRPr lang="LID4096" altLang="LID4096">
              <a:sym typeface="Helvetica Neue" charset="0"/>
            </a:endParaRPr>
          </a:p>
        </p:txBody>
      </p:sp>
      <p:sp>
        <p:nvSpPr>
          <p:cNvPr id="1046" name="Slide Number">
            <a:extLst>
              <a:ext uri="{FF2B5EF4-FFF2-40B4-BE49-F238E27FC236}">
                <a16:creationId xmlns:a16="http://schemas.microsoft.com/office/drawing/2014/main" id="{0839916D-3E54-BF18-0AA2-95AA1EF8FC26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12001500" y="13081000"/>
            <a:ext cx="3683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  <a:spAutoFit/>
          </a:bodyPr>
          <a:lstStyle>
            <a:lvl1pPr algn="ctr" defTabSz="584200" eaLnBrk="1">
              <a:defRPr sz="1800"/>
            </a:lvl1pPr>
          </a:lstStyle>
          <a:p>
            <a:fld id="{F7CD1A7C-9856-47A9-87C3-D85588EAAEA4}" type="slidenum">
              <a:rPr lang="LID4096" altLang="LID4096"/>
              <a:pPr/>
              <a:t>‹#›</a:t>
            </a:fld>
            <a:endParaRPr lang="LID4096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  <p:sldLayoutId id="2147483747" r:id="rId17"/>
    <p:sldLayoutId id="2147483748" r:id="rId18"/>
    <p:sldLayoutId id="2147483749" r:id="rId19"/>
    <p:sldLayoutId id="2147483750" r:id="rId20"/>
    <p:sldLayoutId id="2147483751" r:id="rId21"/>
    <p:sldLayoutId id="2147483752" r:id="rId22"/>
    <p:sldLayoutId id="2147483753" r:id="rId23"/>
    <p:sldLayoutId id="2147483754" r:id="rId24"/>
    <p:sldLayoutId id="2147483755" r:id="rId25"/>
    <p:sldLayoutId id="2147483756" r:id="rId26"/>
    <p:sldLayoutId id="2147483757" r:id="rId27"/>
    <p:sldLayoutId id="2147483758" r:id="rId28"/>
    <p:sldLayoutId id="2147483759" r:id="rId29"/>
    <p:sldLayoutId id="2147483730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</p:sldLayoutIdLst>
  <p:transition spd="med"/>
  <p:txStyles>
    <p:titleStyle>
      <a:lvl1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algn="l" defTabSz="2436813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11600" b="1" spc="-232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1" i="0" u="none" strike="noStrike" cap="none" spc="-232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indent="4572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indent="9144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indent="13716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indent="1828800" algn="l" defTabSz="825500" rtl="0" eaLnBrk="0" fontAlgn="base" hangingPunct="0">
        <a:spcBef>
          <a:spcPct val="0"/>
        </a:spcBef>
        <a:spcAft>
          <a:spcPct val="0"/>
        </a:spcAft>
        <a:defRPr sz="5500" b="1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500" b="1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recruitment.scisports.app/" TargetMode="External"/><Relationship Id="rId1" Type="http://schemas.openxmlformats.org/officeDocument/2006/relationships/slideLayout" Target="../slideLayouts/slideLayout6.xml"/><Relationship Id="rId4" Type="http://schemas.openxmlformats.org/officeDocument/2006/relationships/slide" Target="slide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7" Type="http://schemas.openxmlformats.org/officeDocument/2006/relationships/slide" Target="slide13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2.xml"/><Relationship Id="rId5" Type="http://schemas.openxmlformats.org/officeDocument/2006/relationships/slide" Target="slide11.xml"/><Relationship Id="rId4" Type="http://schemas.openxmlformats.org/officeDocument/2006/relationships/slide" Target="slide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achterkant FC Den Bosch nummer 1.png" descr="achterkant FC Den Bosch nummer 1.png">
            <a:extLst>
              <a:ext uri="{FF2B5EF4-FFF2-40B4-BE49-F238E27FC236}">
                <a16:creationId xmlns:a16="http://schemas.microsoft.com/office/drawing/2014/main" id="{D830F25F-6F33-2D1E-A46F-3E1E5401F6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45" r="3345"/>
          <a:stretch>
            <a:fillRect/>
          </a:stretch>
        </p:blipFill>
        <p:spPr>
          <a:xfrm>
            <a:off x="18600539" y="7097845"/>
            <a:ext cx="2458435" cy="2634731"/>
          </a:xfrm>
          <a:prstGeom prst="rect">
            <a:avLst/>
          </a:prstGeom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  <a:reflection stA="50000" endPos="40000" dir="5400000" sy="-100000" algn="bl" rotWithShape="0"/>
          </a:effectLst>
        </p:spPr>
      </p:pic>
      <p:sp>
        <p:nvSpPr>
          <p:cNvPr id="44035" name="11">
            <a:extLst>
              <a:ext uri="{FF2B5EF4-FFF2-40B4-BE49-F238E27FC236}">
                <a16:creationId xmlns:a16="http://schemas.microsoft.com/office/drawing/2014/main" id="{5FB074C1-5097-C2EC-5DE0-37D151DAF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36988" y="4033838"/>
            <a:ext cx="528637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44036" name="7">
            <a:extLst>
              <a:ext uri="{FF2B5EF4-FFF2-40B4-BE49-F238E27FC236}">
                <a16:creationId xmlns:a16="http://schemas.microsoft.com/office/drawing/2014/main" id="{CA3F4934-4A11-27AB-F3AD-C474A3345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35688" y="4033838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44037" name="5">
            <a:extLst>
              <a:ext uri="{FF2B5EF4-FFF2-40B4-BE49-F238E27FC236}">
                <a16:creationId xmlns:a16="http://schemas.microsoft.com/office/drawing/2014/main" id="{B7B6D9B4-EC62-9C04-E781-F8F7A86B7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0788" y="6494463"/>
            <a:ext cx="528637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44038" name="2">
            <a:extLst>
              <a:ext uri="{FF2B5EF4-FFF2-40B4-BE49-F238E27FC236}">
                <a16:creationId xmlns:a16="http://schemas.microsoft.com/office/drawing/2014/main" id="{03279FF8-7860-CC28-98A2-808AE2107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37288" y="64944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44039" name="4">
            <a:extLst>
              <a:ext uri="{FF2B5EF4-FFF2-40B4-BE49-F238E27FC236}">
                <a16:creationId xmlns:a16="http://schemas.microsoft.com/office/drawing/2014/main" id="{FD94595A-D229-0261-1F60-B6843AFB9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27538" y="69437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44040" name="3">
            <a:extLst>
              <a:ext uri="{FF2B5EF4-FFF2-40B4-BE49-F238E27FC236}">
                <a16:creationId xmlns:a16="http://schemas.microsoft.com/office/drawing/2014/main" id="{A2967A7C-E0D8-4966-7F85-54F961936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48313" y="69437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1042" name="1">
            <a:extLst>
              <a:ext uri="{FF2B5EF4-FFF2-40B4-BE49-F238E27FC236}">
                <a16:creationId xmlns:a16="http://schemas.microsoft.com/office/drawing/2014/main" id="{FD120B92-6D32-3D85-2011-328D4685DE04}"/>
              </a:ext>
            </a:extLst>
          </p:cNvPr>
          <p:cNvSpPr/>
          <p:nvPr/>
        </p:nvSpPr>
        <p:spPr>
          <a:xfrm>
            <a:off x="17686338" y="7634288"/>
            <a:ext cx="527050" cy="547687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1</a:t>
            </a:r>
          </a:p>
        </p:txBody>
      </p:sp>
      <p:sp>
        <p:nvSpPr>
          <p:cNvPr id="44042" name="9">
            <a:extLst>
              <a:ext uri="{FF2B5EF4-FFF2-40B4-BE49-F238E27FC236}">
                <a16:creationId xmlns:a16="http://schemas.microsoft.com/office/drawing/2014/main" id="{39630316-615C-64DE-5117-B046781B3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86338" y="3565525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44043" name="10">
            <a:extLst>
              <a:ext uri="{FF2B5EF4-FFF2-40B4-BE49-F238E27FC236}">
                <a16:creationId xmlns:a16="http://schemas.microsoft.com/office/drawing/2014/main" id="{A8F67250-3824-F4CC-8550-BBECE73D7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41938" y="49450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44044" name="8">
            <a:extLst>
              <a:ext uri="{FF2B5EF4-FFF2-40B4-BE49-F238E27FC236}">
                <a16:creationId xmlns:a16="http://schemas.microsoft.com/office/drawing/2014/main" id="{CAA2ED09-ED2D-88E4-50CE-061286164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9138" y="5338763"/>
            <a:ext cx="527050" cy="54768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44045" name="6">
            <a:extLst>
              <a:ext uri="{FF2B5EF4-FFF2-40B4-BE49-F238E27FC236}">
                <a16:creationId xmlns:a16="http://schemas.microsoft.com/office/drawing/2014/main" id="{A0988082-B37B-582C-BD4F-4D1593CBB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67313" y="5899150"/>
            <a:ext cx="527050" cy="547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19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1047" name="TextBox 28">
            <a:extLst>
              <a:ext uri="{FF2B5EF4-FFF2-40B4-BE49-F238E27FC236}">
                <a16:creationId xmlns:a16="http://schemas.microsoft.com/office/drawing/2014/main" id="{98E732DE-AB15-F40A-E1D5-07EFC40EB02B}"/>
              </a:ext>
            </a:extLst>
          </p:cNvPr>
          <p:cNvSpPr txBox="1"/>
          <p:nvPr/>
        </p:nvSpPr>
        <p:spPr>
          <a:xfrm>
            <a:off x="13106400" y="7643813"/>
            <a:ext cx="1947863" cy="11049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 eaLnBrk="1" fontAlgn="auto">
              <a:spcBef>
                <a:spcPts val="0"/>
              </a:spcBef>
              <a:spcAft>
                <a:spcPts val="0"/>
              </a:spcAft>
              <a:defRPr sz="6400" cap="all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6400" kern="0" cap="all">
              <a:solidFill>
                <a:srgbClr val="2769C3"/>
              </a:solidFill>
              <a:latin typeface="Avenir Next Regular"/>
              <a:ea typeface="Avenir Next Regular"/>
              <a:cs typeface="Avenir Next Regular"/>
              <a:sym typeface="Avenir Next Regular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TextBox 21">
            <a:extLst>
              <a:ext uri="{FF2B5EF4-FFF2-40B4-BE49-F238E27FC236}">
                <a16:creationId xmlns:a16="http://schemas.microsoft.com/office/drawing/2014/main" id="{7D79162A-09D5-7658-4D0A-BCDF4209F860}"/>
              </a:ext>
            </a:extLst>
          </p:cNvPr>
          <p:cNvSpPr txBox="1"/>
          <p:nvPr/>
        </p:nvSpPr>
        <p:spPr>
          <a:xfrm>
            <a:off x="4332288" y="1012825"/>
            <a:ext cx="15719425" cy="1244600"/>
          </a:xfrm>
          <a:prstGeom prst="rect">
            <a:avLst/>
          </a:prstGeom>
          <a:ln w="12700">
            <a:miter lim="400000"/>
          </a:ln>
          <a:effectLst>
            <a:outerShdw blurRad="50800" dist="88900" dir="3243361" rotWithShape="0">
              <a:srgbClr val="000000">
                <a:alpha val="38000"/>
              </a:srgbClr>
            </a:outerShdw>
          </a:effectLst>
        </p:spPr>
        <p:txBody>
          <a:bodyPr lIns="0" tIns="0" rIns="0" bIns="0">
            <a:spAutoFit/>
          </a:bodyPr>
          <a:lstStyle/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Kernwaarden —&gt; Voetbal: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32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</a:t>
            </a:r>
            <a:r>
              <a:rPr sz="3200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Strijders Die spelen om te winnen en die elke dag beter willen worden”</a:t>
            </a:r>
          </a:p>
        </p:txBody>
      </p:sp>
      <p:sp>
        <p:nvSpPr>
          <p:cNvPr id="45059" name="Line">
            <a:extLst>
              <a:ext uri="{FF2B5EF4-FFF2-40B4-BE49-F238E27FC236}">
                <a16:creationId xmlns:a16="http://schemas.microsoft.com/office/drawing/2014/main" id="{160A7332-D166-D3AC-B54C-18050F94EE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52313" y="4117975"/>
            <a:ext cx="0" cy="3382963"/>
          </a:xfrm>
          <a:prstGeom prst="line">
            <a:avLst/>
          </a:prstGeom>
          <a:noFill/>
          <a:ln w="50800">
            <a:solidFill>
              <a:srgbClr val="FFFFFF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437" tIns="71437" rIns="71437" bIns="71437" anchor="ctr"/>
          <a:lstStyle/>
          <a:p>
            <a:endParaRPr lang="LID4096"/>
          </a:p>
        </p:txBody>
      </p:sp>
      <p:sp>
        <p:nvSpPr>
          <p:cNvPr id="1052" name="Freeform 7">
            <a:extLst>
              <a:ext uri="{FF2B5EF4-FFF2-40B4-BE49-F238E27FC236}">
                <a16:creationId xmlns:a16="http://schemas.microsoft.com/office/drawing/2014/main" id="{0D1B6EC3-4267-15A1-A699-BFC1A9B0A74F}"/>
              </a:ext>
            </a:extLst>
          </p:cNvPr>
          <p:cNvSpPr/>
          <p:nvPr/>
        </p:nvSpPr>
        <p:spPr>
          <a:xfrm>
            <a:off x="4473575" y="4440238"/>
            <a:ext cx="6262688" cy="2946400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blurRad="50800" dist="76200" dir="3243361" rotWithShape="0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600">
                <a:latin typeface="Calibri"/>
                <a:ea typeface="Calibri"/>
                <a:cs typeface="Calibri"/>
                <a:sym typeface="Calibri"/>
              </a:defRPr>
            </a:pPr>
            <a:endParaRPr sz="16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61" name="Rectangle">
            <a:extLst>
              <a:ext uri="{FF2B5EF4-FFF2-40B4-BE49-F238E27FC236}">
                <a16:creationId xmlns:a16="http://schemas.microsoft.com/office/drawing/2014/main" id="{C9EDA6D4-E304-5196-DDEE-0FB4E8E3C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5470525"/>
            <a:ext cx="6196012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54" name="TextBox 13">
            <a:extLst>
              <a:ext uri="{FF2B5EF4-FFF2-40B4-BE49-F238E27FC236}">
                <a16:creationId xmlns:a16="http://schemas.microsoft.com/office/drawing/2014/main" id="{F97C7071-4D88-F416-78EC-E579DA1A8264}"/>
              </a:ext>
            </a:extLst>
          </p:cNvPr>
          <p:cNvSpPr txBox="1"/>
          <p:nvPr/>
        </p:nvSpPr>
        <p:spPr>
          <a:xfrm>
            <a:off x="4646613" y="5975350"/>
            <a:ext cx="5916612" cy="115728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KPI 1: Top-3 goals </a:t>
            </a:r>
            <a:r>
              <a:rPr sz="2400" kern="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(6th)</a:t>
            </a:r>
          </a:p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KPI 2: Top-3 challenge intensity </a:t>
            </a:r>
            <a:r>
              <a:rPr sz="2400" kern="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(10th)</a:t>
            </a:r>
          </a:p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KPI 3: Top-3 doelpogingen</a:t>
            </a:r>
            <a:r>
              <a:rPr sz="2400" kern="0">
                <a:solidFill>
                  <a:srgbClr val="FF2600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(12th)</a:t>
            </a:r>
          </a:p>
        </p:txBody>
      </p:sp>
      <p:sp>
        <p:nvSpPr>
          <p:cNvPr id="1055" name="TextBox 16">
            <a:extLst>
              <a:ext uri="{FF2B5EF4-FFF2-40B4-BE49-F238E27FC236}">
                <a16:creationId xmlns:a16="http://schemas.microsoft.com/office/drawing/2014/main" id="{92A609AE-4991-5B93-E1DB-8F5A1E450974}"/>
              </a:ext>
            </a:extLst>
          </p:cNvPr>
          <p:cNvSpPr txBox="1"/>
          <p:nvPr/>
        </p:nvSpPr>
        <p:spPr>
          <a:xfrm>
            <a:off x="5284788" y="4421188"/>
            <a:ext cx="4638675" cy="10747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Speelstijl</a:t>
            </a:r>
          </a:p>
        </p:txBody>
      </p:sp>
      <p:sp>
        <p:nvSpPr>
          <p:cNvPr id="1056" name="Freeform 7">
            <a:extLst>
              <a:ext uri="{FF2B5EF4-FFF2-40B4-BE49-F238E27FC236}">
                <a16:creationId xmlns:a16="http://schemas.microsoft.com/office/drawing/2014/main" id="{EC6CA632-A35D-F3C9-9053-6D10BA44D085}"/>
              </a:ext>
            </a:extLst>
          </p:cNvPr>
          <p:cNvSpPr/>
          <p:nvPr/>
        </p:nvSpPr>
        <p:spPr>
          <a:xfrm>
            <a:off x="13682663" y="4440238"/>
            <a:ext cx="6261100" cy="2946400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blurRad="50800" dist="76200" dir="3243361" rotWithShape="0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 eaLnBrk="1" fontAlgn="auto">
              <a:spcBef>
                <a:spcPts val="0"/>
              </a:spcBef>
              <a:spcAft>
                <a:spcPts val="0"/>
              </a:spcAft>
              <a:defRPr sz="1600">
                <a:latin typeface="Calibri"/>
                <a:ea typeface="Calibri"/>
                <a:cs typeface="Calibri"/>
                <a:sym typeface="Calibri"/>
              </a:defRPr>
            </a:pPr>
            <a:endParaRPr sz="16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65" name="Rectangle">
            <a:extLst>
              <a:ext uri="{FF2B5EF4-FFF2-40B4-BE49-F238E27FC236}">
                <a16:creationId xmlns:a16="http://schemas.microsoft.com/office/drawing/2014/main" id="{63184C93-BA4B-1AB8-AA74-7A019BA80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81075" y="5470525"/>
            <a:ext cx="6265863" cy="2873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58" name="TextBox 13">
            <a:extLst>
              <a:ext uri="{FF2B5EF4-FFF2-40B4-BE49-F238E27FC236}">
                <a16:creationId xmlns:a16="http://schemas.microsoft.com/office/drawing/2014/main" id="{9AB7BE03-D852-6DC2-7BED-A5D34B4D1AF0}"/>
              </a:ext>
            </a:extLst>
          </p:cNvPr>
          <p:cNvSpPr txBox="1"/>
          <p:nvPr/>
        </p:nvSpPr>
        <p:spPr>
          <a:xfrm>
            <a:off x="14077950" y="5943600"/>
            <a:ext cx="5472113" cy="88106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Scouting</a:t>
            </a:r>
          </a:p>
          <a:p>
            <a:pPr marL="351692" indent="-351692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IDP</a:t>
            </a:r>
          </a:p>
        </p:txBody>
      </p:sp>
      <p:sp>
        <p:nvSpPr>
          <p:cNvPr id="1059" name="TextBox 16">
            <a:extLst>
              <a:ext uri="{FF2B5EF4-FFF2-40B4-BE49-F238E27FC236}">
                <a16:creationId xmlns:a16="http://schemas.microsoft.com/office/drawing/2014/main" id="{96C4C0B3-702B-74F5-6CE1-6442A7B2BF6F}"/>
              </a:ext>
            </a:extLst>
          </p:cNvPr>
          <p:cNvSpPr txBox="1"/>
          <p:nvPr/>
        </p:nvSpPr>
        <p:spPr>
          <a:xfrm>
            <a:off x="14493875" y="4421188"/>
            <a:ext cx="4638675" cy="10747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Profielen &amp; Begrippen</a:t>
            </a:r>
          </a:p>
        </p:txBody>
      </p:sp>
      <p:sp>
        <p:nvSpPr>
          <p:cNvPr id="1060" name="Rounded Rectangle">
            <a:extLst>
              <a:ext uri="{FF2B5EF4-FFF2-40B4-BE49-F238E27FC236}">
                <a16:creationId xmlns:a16="http://schemas.microsoft.com/office/drawing/2014/main" id="{F88FBEDB-792C-6F0E-4417-52D9FD521443}"/>
              </a:ext>
            </a:extLst>
          </p:cNvPr>
          <p:cNvSpPr/>
          <p:nvPr/>
        </p:nvSpPr>
        <p:spPr>
          <a:xfrm>
            <a:off x="5718175" y="915193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Rounded Rectangle">
            <a:extLst>
              <a:ext uri="{FF2B5EF4-FFF2-40B4-BE49-F238E27FC236}">
                <a16:creationId xmlns:a16="http://schemas.microsoft.com/office/drawing/2014/main" id="{A349D32F-11D3-AE0F-CEA3-B2715E410EE6}"/>
              </a:ext>
            </a:extLst>
          </p:cNvPr>
          <p:cNvSpPr/>
          <p:nvPr/>
        </p:nvSpPr>
        <p:spPr>
          <a:xfrm>
            <a:off x="6440488" y="915193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Rounded Rectangle">
            <a:extLst>
              <a:ext uri="{FF2B5EF4-FFF2-40B4-BE49-F238E27FC236}">
                <a16:creationId xmlns:a16="http://schemas.microsoft.com/office/drawing/2014/main" id="{EB629813-00B7-D738-CF67-B4176762780C}"/>
              </a:ext>
            </a:extLst>
          </p:cNvPr>
          <p:cNvSpPr/>
          <p:nvPr/>
        </p:nvSpPr>
        <p:spPr>
          <a:xfrm>
            <a:off x="7162800" y="915193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Rounded Rectangle">
            <a:extLst>
              <a:ext uri="{FF2B5EF4-FFF2-40B4-BE49-F238E27FC236}">
                <a16:creationId xmlns:a16="http://schemas.microsoft.com/office/drawing/2014/main" id="{A24A1E55-CB83-A1F0-4E3F-F8E559DDD597}"/>
              </a:ext>
            </a:extLst>
          </p:cNvPr>
          <p:cNvSpPr/>
          <p:nvPr/>
        </p:nvSpPr>
        <p:spPr>
          <a:xfrm>
            <a:off x="7885113" y="915193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72" name="Freeform 7">
            <a:extLst>
              <a:ext uri="{FF2B5EF4-FFF2-40B4-BE49-F238E27FC236}">
                <a16:creationId xmlns:a16="http://schemas.microsoft.com/office/drawing/2014/main" id="{EFC49B80-1E0F-25CA-F7A6-9E48BC411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4613" y="9569450"/>
            <a:ext cx="3559175" cy="193833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  <a:headEnd/>
            <a:tailEnd/>
          </a:ln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73" name="Rectangle">
            <a:extLst>
              <a:ext uri="{FF2B5EF4-FFF2-40B4-BE49-F238E27FC236}">
                <a16:creationId xmlns:a16="http://schemas.microsoft.com/office/drawing/2014/main" id="{29A7A4AB-368F-1728-E056-DA7301642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5" y="10367963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66" name="TextBox 8">
            <a:extLst>
              <a:ext uri="{FF2B5EF4-FFF2-40B4-BE49-F238E27FC236}">
                <a16:creationId xmlns:a16="http://schemas.microsoft.com/office/drawing/2014/main" id="{B523940D-AC9B-CD9F-3A1A-7D1B53BF91CC}"/>
              </a:ext>
            </a:extLst>
          </p:cNvPr>
          <p:cNvSpPr txBox="1"/>
          <p:nvPr/>
        </p:nvSpPr>
        <p:spPr>
          <a:xfrm>
            <a:off x="5253038" y="10506075"/>
            <a:ext cx="3362325" cy="87947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293914" indent="-293914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kern="0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Transfer target: +€750K</a:t>
            </a:r>
          </a:p>
          <a:p>
            <a:pPr marL="339131" indent="-339131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i="1" cap="all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i="1" kern="0" cap="all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transfers: &gt;1M</a:t>
            </a:r>
          </a:p>
        </p:txBody>
      </p:sp>
      <p:sp>
        <p:nvSpPr>
          <p:cNvPr id="1067" name="TextBox 16">
            <a:extLst>
              <a:ext uri="{FF2B5EF4-FFF2-40B4-BE49-F238E27FC236}">
                <a16:creationId xmlns:a16="http://schemas.microsoft.com/office/drawing/2014/main" id="{46297B2F-8E6F-E5A8-582D-47313DCA9BEE}"/>
              </a:ext>
            </a:extLst>
          </p:cNvPr>
          <p:cNvSpPr txBox="1"/>
          <p:nvPr/>
        </p:nvSpPr>
        <p:spPr>
          <a:xfrm>
            <a:off x="5259388" y="9561513"/>
            <a:ext cx="3349625" cy="70802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 1</a:t>
            </a:r>
          </a:p>
        </p:txBody>
      </p:sp>
      <p:sp>
        <p:nvSpPr>
          <p:cNvPr id="1068" name="Rounded Rectangle">
            <a:extLst>
              <a:ext uri="{FF2B5EF4-FFF2-40B4-BE49-F238E27FC236}">
                <a16:creationId xmlns:a16="http://schemas.microsoft.com/office/drawing/2014/main" id="{66EEF8B4-2E30-C6D1-9E18-0F098F9C6242}"/>
              </a:ext>
            </a:extLst>
          </p:cNvPr>
          <p:cNvSpPr/>
          <p:nvPr/>
        </p:nvSpPr>
        <p:spPr>
          <a:xfrm>
            <a:off x="10975975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Rounded Rectangle">
            <a:extLst>
              <a:ext uri="{FF2B5EF4-FFF2-40B4-BE49-F238E27FC236}">
                <a16:creationId xmlns:a16="http://schemas.microsoft.com/office/drawing/2014/main" id="{2BD88EB9-4F9D-B3C7-57F6-C6CFE19D8CC9}"/>
              </a:ext>
            </a:extLst>
          </p:cNvPr>
          <p:cNvSpPr/>
          <p:nvPr/>
        </p:nvSpPr>
        <p:spPr>
          <a:xfrm>
            <a:off x="11698288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Rounded Rectangle">
            <a:extLst>
              <a:ext uri="{FF2B5EF4-FFF2-40B4-BE49-F238E27FC236}">
                <a16:creationId xmlns:a16="http://schemas.microsoft.com/office/drawing/2014/main" id="{0FA6B8D9-E610-220B-2F2B-2B6498A4AB37}"/>
              </a:ext>
            </a:extLst>
          </p:cNvPr>
          <p:cNvSpPr/>
          <p:nvPr/>
        </p:nvSpPr>
        <p:spPr>
          <a:xfrm>
            <a:off x="12420600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Rounded Rectangle">
            <a:extLst>
              <a:ext uri="{FF2B5EF4-FFF2-40B4-BE49-F238E27FC236}">
                <a16:creationId xmlns:a16="http://schemas.microsoft.com/office/drawing/2014/main" id="{2FBBE218-745F-8925-7006-84B0965BDEA8}"/>
              </a:ext>
            </a:extLst>
          </p:cNvPr>
          <p:cNvSpPr/>
          <p:nvPr/>
        </p:nvSpPr>
        <p:spPr>
          <a:xfrm>
            <a:off x="13142913" y="9158288"/>
            <a:ext cx="441325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80" name="Freeform 7">
            <a:extLst>
              <a:ext uri="{FF2B5EF4-FFF2-40B4-BE49-F238E27FC236}">
                <a16:creationId xmlns:a16="http://schemas.microsoft.com/office/drawing/2014/main" id="{1A1F8C0E-1830-8053-EE0B-6E935721E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2413" y="9575800"/>
            <a:ext cx="3559175" cy="193833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  <a:headEnd/>
            <a:tailEnd/>
          </a:ln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1" name="Rectangle">
            <a:extLst>
              <a:ext uri="{FF2B5EF4-FFF2-40B4-BE49-F238E27FC236}">
                <a16:creationId xmlns:a16="http://schemas.microsoft.com/office/drawing/2014/main" id="{B587F853-849C-03BA-502C-24D3DFFEC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0825" y="10375900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74" name="TextBox 8">
            <a:extLst>
              <a:ext uri="{FF2B5EF4-FFF2-40B4-BE49-F238E27FC236}">
                <a16:creationId xmlns:a16="http://schemas.microsoft.com/office/drawing/2014/main" id="{DADFCEF3-DF4B-C418-E55B-109BC9FAFF44}"/>
              </a:ext>
            </a:extLst>
          </p:cNvPr>
          <p:cNvSpPr txBox="1"/>
          <p:nvPr/>
        </p:nvSpPr>
        <p:spPr>
          <a:xfrm>
            <a:off x="10517188" y="10529888"/>
            <a:ext cx="3362325" cy="8461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293914" indent="-293914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kern="0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KKD: Top 10</a:t>
            </a:r>
          </a:p>
          <a:p>
            <a:pPr marL="339131" indent="-339131" defTabSz="1285875" eaLnBrk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i="1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i="1" kern="0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10e positie in de KKD</a:t>
            </a:r>
          </a:p>
        </p:txBody>
      </p:sp>
      <p:sp>
        <p:nvSpPr>
          <p:cNvPr id="1075" name="TextBox 16">
            <a:extLst>
              <a:ext uri="{FF2B5EF4-FFF2-40B4-BE49-F238E27FC236}">
                <a16:creationId xmlns:a16="http://schemas.microsoft.com/office/drawing/2014/main" id="{48EBE4FF-B19F-1F14-7E7B-C0ED624AB735}"/>
              </a:ext>
            </a:extLst>
          </p:cNvPr>
          <p:cNvSpPr txBox="1"/>
          <p:nvPr/>
        </p:nvSpPr>
        <p:spPr>
          <a:xfrm>
            <a:off x="10517188" y="9569450"/>
            <a:ext cx="3349625" cy="7064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 2</a:t>
            </a:r>
          </a:p>
        </p:txBody>
      </p:sp>
      <p:sp>
        <p:nvSpPr>
          <p:cNvPr id="1076" name="Rounded Rectangle">
            <a:extLst>
              <a:ext uri="{FF2B5EF4-FFF2-40B4-BE49-F238E27FC236}">
                <a16:creationId xmlns:a16="http://schemas.microsoft.com/office/drawing/2014/main" id="{79F0E406-6356-19CB-DC10-56D3A3F69763}"/>
              </a:ext>
            </a:extLst>
          </p:cNvPr>
          <p:cNvSpPr/>
          <p:nvPr/>
        </p:nvSpPr>
        <p:spPr>
          <a:xfrm>
            <a:off x="16233775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Rounded Rectangle">
            <a:extLst>
              <a:ext uri="{FF2B5EF4-FFF2-40B4-BE49-F238E27FC236}">
                <a16:creationId xmlns:a16="http://schemas.microsoft.com/office/drawing/2014/main" id="{560A045F-D7AA-3F0B-4120-79898A39EB76}"/>
              </a:ext>
            </a:extLst>
          </p:cNvPr>
          <p:cNvSpPr/>
          <p:nvPr/>
        </p:nvSpPr>
        <p:spPr>
          <a:xfrm>
            <a:off x="16956088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8" name="Rounded Rectangle">
            <a:extLst>
              <a:ext uri="{FF2B5EF4-FFF2-40B4-BE49-F238E27FC236}">
                <a16:creationId xmlns:a16="http://schemas.microsoft.com/office/drawing/2014/main" id="{EC78F5BB-AA1D-F5BB-1595-AEDE4F2E5959}"/>
              </a:ext>
            </a:extLst>
          </p:cNvPr>
          <p:cNvSpPr/>
          <p:nvPr/>
        </p:nvSpPr>
        <p:spPr>
          <a:xfrm>
            <a:off x="17678400" y="9158288"/>
            <a:ext cx="439738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Rounded Rectangle">
            <a:extLst>
              <a:ext uri="{FF2B5EF4-FFF2-40B4-BE49-F238E27FC236}">
                <a16:creationId xmlns:a16="http://schemas.microsoft.com/office/drawing/2014/main" id="{A9851795-E967-6913-DBD0-1CC99610724F}"/>
              </a:ext>
            </a:extLst>
          </p:cNvPr>
          <p:cNvSpPr/>
          <p:nvPr/>
        </p:nvSpPr>
        <p:spPr>
          <a:xfrm>
            <a:off x="18400713" y="9158288"/>
            <a:ext cx="439737" cy="577850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blurRad="50800" dist="25400" dir="5400000" rotWithShape="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 eaLnBrk="1" fontAlgn="auto">
              <a:spcBef>
                <a:spcPts val="0"/>
              </a:spcBef>
              <a:spcAft>
                <a:spcPts val="0"/>
              </a:spcAft>
              <a:defRPr sz="2400">
                <a:latin typeface="Calibri"/>
                <a:ea typeface="Calibri"/>
                <a:cs typeface="Calibri"/>
                <a:sym typeface="Calibri"/>
              </a:defRPr>
            </a:pPr>
            <a:endParaRPr sz="2400" kern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88" name="Freeform 7">
            <a:extLst>
              <a:ext uri="{FF2B5EF4-FFF2-40B4-BE49-F238E27FC236}">
                <a16:creationId xmlns:a16="http://schemas.microsoft.com/office/drawing/2014/main" id="{87D4C32F-7A72-F59F-E9EA-1C438708B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70213" y="9575800"/>
            <a:ext cx="3559175" cy="193833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  <a:headEnd/>
            <a:tailEnd/>
          </a:ln>
        </p:spPr>
        <p:txBody>
          <a:bodyPr lIns="45719" tIns="45719" rIns="45719" bIns="45719"/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defTabSz="914400" eaLnBrk="1">
              <a:lnSpc>
                <a:spcPct val="100000"/>
              </a:lnSpc>
              <a:spcBef>
                <a:spcPct val="0"/>
              </a:spcBef>
            </a:pPr>
            <a:endParaRPr lang="LID4096" altLang="LID4096" sz="1600">
              <a:latin typeface="Calibri" panose="020F0502020204030204" pitchFamily="34" charset="0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45089" name="Rectangle">
            <a:extLst>
              <a:ext uri="{FF2B5EF4-FFF2-40B4-BE49-F238E27FC236}">
                <a16:creationId xmlns:a16="http://schemas.microsoft.com/office/drawing/2014/main" id="{A214EE2A-3BE2-806B-BD50-4763F37D2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25" y="10375900"/>
            <a:ext cx="3562350" cy="1155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ctr"/>
          <a:lstStyle>
            <a:lvl1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55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55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endParaRPr lang="LID4096" altLang="LID4096" sz="3200">
              <a:solidFill>
                <a:srgbClr val="FFFFFF"/>
              </a:solidFill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1082" name="TextBox 8">
            <a:extLst>
              <a:ext uri="{FF2B5EF4-FFF2-40B4-BE49-F238E27FC236}">
                <a16:creationId xmlns:a16="http://schemas.microsoft.com/office/drawing/2014/main" id="{C54FC6E1-4E5D-03ED-957E-42F0649F3809}"/>
              </a:ext>
            </a:extLst>
          </p:cNvPr>
          <p:cNvSpPr txBox="1"/>
          <p:nvPr/>
        </p:nvSpPr>
        <p:spPr>
          <a:xfrm>
            <a:off x="15774988" y="10529888"/>
            <a:ext cx="3362325" cy="84613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marL="293914" indent="-293914" defTabSz="1285875" eaLnBrk="1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kern="0" cap="all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Academy players: 50%*</a:t>
            </a:r>
          </a:p>
          <a:p>
            <a:pPr marL="339131" indent="-339131" defTabSz="1285875" eaLnBrk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ct val="100000"/>
              <a:buFontTx/>
              <a:buChar char="•"/>
              <a:defRPr sz="1800" b="1" i="1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b="1" i="1" kern="0" cap="all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Competitieminuten: 38%</a:t>
            </a:r>
          </a:p>
        </p:txBody>
      </p:sp>
      <p:sp>
        <p:nvSpPr>
          <p:cNvPr id="1083" name="TextBox 16">
            <a:extLst>
              <a:ext uri="{FF2B5EF4-FFF2-40B4-BE49-F238E27FC236}">
                <a16:creationId xmlns:a16="http://schemas.microsoft.com/office/drawing/2014/main" id="{B79B51A5-9897-7874-35B3-9491EACE8BB2}"/>
              </a:ext>
            </a:extLst>
          </p:cNvPr>
          <p:cNvSpPr txBox="1"/>
          <p:nvPr/>
        </p:nvSpPr>
        <p:spPr>
          <a:xfrm>
            <a:off x="15774988" y="9569450"/>
            <a:ext cx="3349625" cy="7064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 3</a:t>
            </a:r>
          </a:p>
        </p:txBody>
      </p:sp>
      <p:sp>
        <p:nvSpPr>
          <p:cNvPr id="1084" name="**Minimaal 3 jaar in de academy…">
            <a:extLst>
              <a:ext uri="{FF2B5EF4-FFF2-40B4-BE49-F238E27FC236}">
                <a16:creationId xmlns:a16="http://schemas.microsoft.com/office/drawing/2014/main" id="{8C415CBA-3C48-2EB7-8263-CBAE1EFB5C36}"/>
              </a:ext>
            </a:extLst>
          </p:cNvPr>
          <p:cNvSpPr txBox="1"/>
          <p:nvPr/>
        </p:nvSpPr>
        <p:spPr>
          <a:xfrm>
            <a:off x="458788" y="12996863"/>
            <a:ext cx="4843462" cy="4445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"/>
              <a:buNone/>
              <a:defRPr sz="1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6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**Minimaal 3 jaar in de academy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Font typeface="Gill Sans"/>
              <a:buNone/>
              <a:defRPr sz="12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200" b="1" kern="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(Stan, Mees, Kevin, Danny, Nick, Sheddy, TJemme, Ilias)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8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Box 11">
            <a:extLst>
              <a:ext uri="{FF2B5EF4-FFF2-40B4-BE49-F238E27FC236}">
                <a16:creationId xmlns:a16="http://schemas.microsoft.com/office/drawing/2014/main" id="{E1BBC7E8-39AA-D155-C98D-AFCFB90B6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6938" y="2190750"/>
            <a:ext cx="36861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83" name="TextBox 37">
            <a:extLst>
              <a:ext uri="{FF2B5EF4-FFF2-40B4-BE49-F238E27FC236}">
                <a16:creationId xmlns:a16="http://schemas.microsoft.com/office/drawing/2014/main" id="{1391B076-240B-CD46-95E9-B4D9806E7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839788"/>
            <a:ext cx="4441825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5200"/>
              </a:lnSpc>
              <a:spcBef>
                <a:spcPct val="0"/>
              </a:spcBef>
            </a:pPr>
            <a:r>
              <a:rPr lang="LID4096" altLang="LID4096" sz="4500" b="1">
                <a:solidFill>
                  <a:srgbClr val="FFFFFF"/>
                </a:solidFill>
                <a:latin typeface="Cabin Bold" charset="0"/>
                <a:ea typeface="Cabin Bold" charset="0"/>
                <a:cs typeface="Cabin Bold" charset="0"/>
                <a:sym typeface="Cabin Bold" charset="0"/>
              </a:rPr>
              <a:t>Player name</a:t>
            </a:r>
          </a:p>
        </p:txBody>
      </p:sp>
      <p:sp>
        <p:nvSpPr>
          <p:cNvPr id="46084" name="TextBox 23">
            <a:extLst>
              <a:ext uri="{FF2B5EF4-FFF2-40B4-BE49-F238E27FC236}">
                <a16:creationId xmlns:a16="http://schemas.microsoft.com/office/drawing/2014/main" id="{24CA9628-07DB-F6D7-01A7-1D037F4813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62613" y="584200"/>
            <a:ext cx="5468937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  <a:p>
            <a:pPr eaLnBrk="1">
              <a:lnSpc>
                <a:spcPct val="140000"/>
              </a:lnSpc>
              <a:spcBef>
                <a:spcPct val="0"/>
              </a:spcBef>
            </a:pPr>
            <a:r>
              <a:rPr lang="LID4096" altLang="LID4096" sz="20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DD/MM/YYYY: Game / Training</a:t>
            </a:r>
          </a:p>
        </p:txBody>
      </p:sp>
      <p:sp>
        <p:nvSpPr>
          <p:cNvPr id="46085" name="TextBox 11">
            <a:extLst>
              <a:ext uri="{FF2B5EF4-FFF2-40B4-BE49-F238E27FC236}">
                <a16:creationId xmlns:a16="http://schemas.microsoft.com/office/drawing/2014/main" id="{9E5E6C6E-AEAC-1AF0-EF04-96B308B5C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463" y="2944813"/>
            <a:ext cx="3686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86" name="TextBox 11">
            <a:extLst>
              <a:ext uri="{FF2B5EF4-FFF2-40B4-BE49-F238E27FC236}">
                <a16:creationId xmlns:a16="http://schemas.microsoft.com/office/drawing/2014/main" id="{AC570BCB-2C41-3808-59AF-E9E4F94E0C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288" y="3702050"/>
            <a:ext cx="3686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87" name="TextBox 11">
            <a:extLst>
              <a:ext uri="{FF2B5EF4-FFF2-40B4-BE49-F238E27FC236}">
                <a16:creationId xmlns:a16="http://schemas.microsoft.com/office/drawing/2014/main" id="{BDE44E80-574E-83B6-CD53-CBCBDDCF11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4459288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88" name="TextBox 11">
            <a:extLst>
              <a:ext uri="{FF2B5EF4-FFF2-40B4-BE49-F238E27FC236}">
                <a16:creationId xmlns:a16="http://schemas.microsoft.com/office/drawing/2014/main" id="{47909AFC-FBD3-82F0-BE34-1981821B7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5211763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89" name="TextBox 11">
            <a:extLst>
              <a:ext uri="{FF2B5EF4-FFF2-40B4-BE49-F238E27FC236}">
                <a16:creationId xmlns:a16="http://schemas.microsoft.com/office/drawing/2014/main" id="{87B5D521-0C01-7326-AB24-93A53785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5945188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0" name="TextBox 11">
            <a:extLst>
              <a:ext uri="{FF2B5EF4-FFF2-40B4-BE49-F238E27FC236}">
                <a16:creationId xmlns:a16="http://schemas.microsoft.com/office/drawing/2014/main" id="{CA508A62-7A77-AD84-5DA5-E2C3E5241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6678613"/>
            <a:ext cx="3686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1" name="TextBox 11">
            <a:extLst>
              <a:ext uri="{FF2B5EF4-FFF2-40B4-BE49-F238E27FC236}">
                <a16:creationId xmlns:a16="http://schemas.microsoft.com/office/drawing/2014/main" id="{174904B3-AA60-7D27-FD3A-08474AE8F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1089025"/>
            <a:ext cx="2151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2" name="TextBox 11">
            <a:extLst>
              <a:ext uri="{FF2B5EF4-FFF2-40B4-BE49-F238E27FC236}">
                <a16:creationId xmlns:a16="http://schemas.microsoft.com/office/drawing/2014/main" id="{A694E4D1-3A24-0D75-3464-9C7B463CF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1806575"/>
            <a:ext cx="2151063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3" name="TextBox 11">
            <a:extLst>
              <a:ext uri="{FF2B5EF4-FFF2-40B4-BE49-F238E27FC236}">
                <a16:creationId xmlns:a16="http://schemas.microsoft.com/office/drawing/2014/main" id="{9EFA29A9-6BDA-C37C-8B05-83101284B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2611438"/>
            <a:ext cx="21510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4" name="TextBox 11">
            <a:extLst>
              <a:ext uri="{FF2B5EF4-FFF2-40B4-BE49-F238E27FC236}">
                <a16:creationId xmlns:a16="http://schemas.microsoft.com/office/drawing/2014/main" id="{34B472C2-5E47-A040-8018-E2824C697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4575" y="3370263"/>
            <a:ext cx="2151063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5" name="TextBox 11">
            <a:extLst>
              <a:ext uri="{FF2B5EF4-FFF2-40B4-BE49-F238E27FC236}">
                <a16:creationId xmlns:a16="http://schemas.microsoft.com/office/drawing/2014/main" id="{28F08FC9-72B5-0D23-E933-13F6F08B4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1089025"/>
            <a:ext cx="21526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6" name="TextBox 11">
            <a:extLst>
              <a:ext uri="{FF2B5EF4-FFF2-40B4-BE49-F238E27FC236}">
                <a16:creationId xmlns:a16="http://schemas.microsoft.com/office/drawing/2014/main" id="{54F262E4-8548-CAE1-991C-EE0295334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1806575"/>
            <a:ext cx="215265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7" name="TextBox 11">
            <a:extLst>
              <a:ext uri="{FF2B5EF4-FFF2-40B4-BE49-F238E27FC236}">
                <a16:creationId xmlns:a16="http://schemas.microsoft.com/office/drawing/2014/main" id="{B858C5A3-192E-313A-ED18-22E76C54D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2611438"/>
            <a:ext cx="21526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8" name="TextBox 11">
            <a:extLst>
              <a:ext uri="{FF2B5EF4-FFF2-40B4-BE49-F238E27FC236}">
                <a16:creationId xmlns:a16="http://schemas.microsoft.com/office/drawing/2014/main" id="{DE63285B-125C-4351-3E2B-3CF945915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87413" y="3370263"/>
            <a:ext cx="2152650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099" name="xxxx">
            <a:extLst>
              <a:ext uri="{FF2B5EF4-FFF2-40B4-BE49-F238E27FC236}">
                <a16:creationId xmlns:a16="http://schemas.microsoft.com/office/drawing/2014/main" id="{00879589-2893-D698-6F0B-D513696E89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2150" y="9664700"/>
            <a:ext cx="357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46100" name="xxxx">
            <a:extLst>
              <a:ext uri="{FF2B5EF4-FFF2-40B4-BE49-F238E27FC236}">
                <a16:creationId xmlns:a16="http://schemas.microsoft.com/office/drawing/2014/main" id="{DD041199-4B4C-08AB-E976-C2C9DE3F4F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2150" y="10420350"/>
            <a:ext cx="357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46101" name="xxxx">
            <a:extLst>
              <a:ext uri="{FF2B5EF4-FFF2-40B4-BE49-F238E27FC236}">
                <a16:creationId xmlns:a16="http://schemas.microsoft.com/office/drawing/2014/main" id="{41F8F5FD-2327-ADB3-E620-E40423E46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2150" y="11198225"/>
            <a:ext cx="35766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46102" name="xxxx">
            <a:extLst>
              <a:ext uri="{FF2B5EF4-FFF2-40B4-BE49-F238E27FC236}">
                <a16:creationId xmlns:a16="http://schemas.microsoft.com/office/drawing/2014/main" id="{35E7BBC9-8DD9-CB34-AF56-C90E8F7FC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3263" y="11925300"/>
            <a:ext cx="357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46103" name="xxxx">
            <a:extLst>
              <a:ext uri="{FF2B5EF4-FFF2-40B4-BE49-F238E27FC236}">
                <a16:creationId xmlns:a16="http://schemas.microsoft.com/office/drawing/2014/main" id="{B58F9E80-7387-C9F7-338A-6BE93CC3E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53263" y="12652375"/>
            <a:ext cx="35782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60959" tIns="60959" rIns="60959" bIns="60959" anchor="ctr">
            <a:spAutoFit/>
          </a:bodyPr>
          <a:lstStyle>
            <a:lvl1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219200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2192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ts val="2100"/>
              </a:lnSpc>
              <a:spcBef>
                <a:spcPct val="0"/>
              </a:spcBef>
            </a:pPr>
            <a:r>
              <a:rPr lang="LID4096" altLang="LID4096" sz="2000" b="1">
                <a:latin typeface="Cabin Medium" charset="0"/>
                <a:ea typeface="Cabin Medium" charset="0"/>
                <a:cs typeface="Cabin Medium" charset="0"/>
                <a:sym typeface="Cabin Medium" charset="0"/>
              </a:rPr>
              <a:t>xxxx</a:t>
            </a:r>
          </a:p>
        </p:txBody>
      </p:sp>
      <p:sp>
        <p:nvSpPr>
          <p:cNvPr id="1108" name="TextBox 31">
            <a:extLst>
              <a:ext uri="{FF2B5EF4-FFF2-40B4-BE49-F238E27FC236}">
                <a16:creationId xmlns:a16="http://schemas.microsoft.com/office/drawing/2014/main" id="{93D4F61B-96F7-08B1-EF8A-5ADF36BE480E}"/>
              </a:ext>
            </a:extLst>
          </p:cNvPr>
          <p:cNvSpPr txBox="1"/>
          <p:nvPr/>
        </p:nvSpPr>
        <p:spPr>
          <a:xfrm>
            <a:off x="8032750" y="9220200"/>
            <a:ext cx="7939088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endParaRPr sz="2000" kern="0">
              <a:solidFill>
                <a:srgbClr val="FFFFFF"/>
              </a:solidFill>
              <a:uFill>
                <a:solidFill>
                  <a:srgbClr val="525252"/>
                </a:solidFill>
              </a:uFill>
              <a:latin typeface="Avenir Next Condensed Regular"/>
              <a:ea typeface="Avenir Next Condensed Regular"/>
              <a:cs typeface="Avenir Next Condensed Regular"/>
              <a:sym typeface="Avenir Next Condensed Regular"/>
            </a:endParaRPr>
          </a:p>
        </p:txBody>
      </p:sp>
      <p:sp>
        <p:nvSpPr>
          <p:cNvPr id="46105" name="TextBox 11">
            <a:extLst>
              <a:ext uri="{FF2B5EF4-FFF2-40B4-BE49-F238E27FC236}">
                <a16:creationId xmlns:a16="http://schemas.microsoft.com/office/drawing/2014/main" id="{14D7DFD4-C2B2-C0E7-CF73-F8D1AF20D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7434263"/>
            <a:ext cx="368617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106" name="TextBox 11">
            <a:extLst>
              <a:ext uri="{FF2B5EF4-FFF2-40B4-BE49-F238E27FC236}">
                <a16:creationId xmlns:a16="http://schemas.microsoft.com/office/drawing/2014/main" id="{26AC0AC7-C17F-2421-C1FF-D0BDF55F1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8688" y="8147050"/>
            <a:ext cx="36861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defTabSz="914400" eaLnBrk="1">
              <a:lnSpc>
                <a:spcPts val="3000"/>
              </a:lnSpc>
              <a:spcBef>
                <a:spcPct val="0"/>
              </a:spcBef>
            </a:pPr>
            <a:endParaRPr lang="LID4096" altLang="LID4096" sz="2000" b="1">
              <a:latin typeface="Avenir Next Condensed Regular" charset="0"/>
              <a:ea typeface="Avenir Next Condensed Regular" charset="0"/>
              <a:cs typeface="Avenir Next Condensed Regular" charset="0"/>
              <a:sym typeface="Avenir Next Condensed Regular" charset="0"/>
            </a:endParaRPr>
          </a:p>
        </p:txBody>
      </p:sp>
      <p:sp>
        <p:nvSpPr>
          <p:cNvPr id="46107" name="xx">
            <a:extLst>
              <a:ext uri="{FF2B5EF4-FFF2-40B4-BE49-F238E27FC236}">
                <a16:creationId xmlns:a16="http://schemas.microsoft.com/office/drawing/2014/main" id="{34EE2120-F9B4-C8C9-FEBC-08B50C98C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5119688"/>
            <a:ext cx="2857500" cy="2857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  <a:headEnd/>
            <a:tailEnd/>
          </a:ln>
        </p:spPr>
        <p:txBody>
          <a:bodyPr lIns="0" tIns="0" rIns="0" bIns="0" anchor="ctr"/>
          <a:lstStyle>
            <a:lvl1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</a:t>
            </a:r>
          </a:p>
        </p:txBody>
      </p:sp>
      <p:sp>
        <p:nvSpPr>
          <p:cNvPr id="46108" name="xx%">
            <a:extLst>
              <a:ext uri="{FF2B5EF4-FFF2-40B4-BE49-F238E27FC236}">
                <a16:creationId xmlns:a16="http://schemas.microsoft.com/office/drawing/2014/main" id="{C440F745-D6B6-E1D9-E421-955782842B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5238" y="5124450"/>
            <a:ext cx="2857500" cy="28575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  <a:headEnd/>
            <a:tailEnd/>
          </a:ln>
        </p:spPr>
        <p:txBody>
          <a:bodyPr lIns="0" tIns="0" rIns="0" bIns="0" anchor="ctr"/>
          <a:lstStyle>
            <a:lvl1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1154113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1154113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87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rPr>
              <a:t>xx%</a:t>
            </a:r>
          </a:p>
        </p:txBody>
      </p:sp>
      <p:sp>
        <p:nvSpPr>
          <p:cNvPr id="1113" name="DATE: DD-MM-JJJJ">
            <a:extLst>
              <a:ext uri="{FF2B5EF4-FFF2-40B4-BE49-F238E27FC236}">
                <a16:creationId xmlns:a16="http://schemas.microsoft.com/office/drawing/2014/main" id="{74EF031E-A11A-124C-8800-6E8F94A5BCD2}"/>
              </a:ext>
            </a:extLst>
          </p:cNvPr>
          <p:cNvSpPr txBox="1"/>
          <p:nvPr/>
        </p:nvSpPr>
        <p:spPr>
          <a:xfrm>
            <a:off x="4875213" y="268288"/>
            <a:ext cx="2678112" cy="304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DATE: DD-MM-JJJJ</a:t>
            </a:r>
          </a:p>
        </p:txBody>
      </p:sp>
      <p:sp>
        <p:nvSpPr>
          <p:cNvPr id="1114" name="MOED">
            <a:extLst>
              <a:ext uri="{FF2B5EF4-FFF2-40B4-BE49-F238E27FC236}">
                <a16:creationId xmlns:a16="http://schemas.microsoft.com/office/drawing/2014/main" id="{BA0972F9-B110-9D98-B6B7-ADAFACD81DFA}"/>
              </a:ext>
            </a:extLst>
          </p:cNvPr>
          <p:cNvSpPr txBox="1"/>
          <p:nvPr/>
        </p:nvSpPr>
        <p:spPr>
          <a:xfrm>
            <a:off x="16838613" y="7061200"/>
            <a:ext cx="287020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MOED</a:t>
            </a:r>
          </a:p>
        </p:txBody>
      </p:sp>
      <p:sp>
        <p:nvSpPr>
          <p:cNvPr id="1115" name="Wendbaarheid">
            <a:extLst>
              <a:ext uri="{FF2B5EF4-FFF2-40B4-BE49-F238E27FC236}">
                <a16:creationId xmlns:a16="http://schemas.microsoft.com/office/drawing/2014/main" id="{AC582909-6C67-DBDE-D147-0963D8E82F7B}"/>
              </a:ext>
            </a:extLst>
          </p:cNvPr>
          <p:cNvSpPr txBox="1"/>
          <p:nvPr/>
        </p:nvSpPr>
        <p:spPr>
          <a:xfrm>
            <a:off x="16856075" y="6554788"/>
            <a:ext cx="2517775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  <p:sp>
        <p:nvSpPr>
          <p:cNvPr id="1116" name="Bal verwerking">
            <a:extLst>
              <a:ext uri="{FF2B5EF4-FFF2-40B4-BE49-F238E27FC236}">
                <a16:creationId xmlns:a16="http://schemas.microsoft.com/office/drawing/2014/main" id="{BD392EEE-1D1A-6573-9AA5-57B0774208BB}"/>
              </a:ext>
            </a:extLst>
          </p:cNvPr>
          <p:cNvSpPr txBox="1"/>
          <p:nvPr/>
        </p:nvSpPr>
        <p:spPr>
          <a:xfrm>
            <a:off x="16856075" y="6037263"/>
            <a:ext cx="213995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Bal verwerking</a:t>
            </a:r>
          </a:p>
        </p:txBody>
      </p:sp>
      <p:sp>
        <p:nvSpPr>
          <p:cNvPr id="1117" name="Voorkomen vs verdedigen">
            <a:extLst>
              <a:ext uri="{FF2B5EF4-FFF2-40B4-BE49-F238E27FC236}">
                <a16:creationId xmlns:a16="http://schemas.microsoft.com/office/drawing/2014/main" id="{253627DF-3807-B64C-E169-818041DCCE05}"/>
              </a:ext>
            </a:extLst>
          </p:cNvPr>
          <p:cNvSpPr txBox="1"/>
          <p:nvPr/>
        </p:nvSpPr>
        <p:spPr>
          <a:xfrm>
            <a:off x="16856075" y="5492750"/>
            <a:ext cx="3001963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Voorkomen vs verdedigen</a:t>
            </a:r>
          </a:p>
        </p:txBody>
      </p:sp>
      <p:sp>
        <p:nvSpPr>
          <p:cNvPr id="1118" name="Balbehandeling">
            <a:extLst>
              <a:ext uri="{FF2B5EF4-FFF2-40B4-BE49-F238E27FC236}">
                <a16:creationId xmlns:a16="http://schemas.microsoft.com/office/drawing/2014/main" id="{0D06D3C4-E630-B52C-AD3C-99CE18AD25FE}"/>
              </a:ext>
            </a:extLst>
          </p:cNvPr>
          <p:cNvSpPr txBox="1"/>
          <p:nvPr/>
        </p:nvSpPr>
        <p:spPr>
          <a:xfrm>
            <a:off x="16856075" y="4962525"/>
            <a:ext cx="2517775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Balbehandeling</a:t>
            </a:r>
          </a:p>
        </p:txBody>
      </p:sp>
      <p:sp>
        <p:nvSpPr>
          <p:cNvPr id="1119" name="Star">
            <a:extLst>
              <a:ext uri="{FF2B5EF4-FFF2-40B4-BE49-F238E27FC236}">
                <a16:creationId xmlns:a16="http://schemas.microsoft.com/office/drawing/2014/main" id="{8F12083A-4EE2-1CF3-1677-F34EF718FA40}"/>
              </a:ext>
            </a:extLst>
          </p:cNvPr>
          <p:cNvSpPr/>
          <p:nvPr/>
        </p:nvSpPr>
        <p:spPr>
          <a:xfrm>
            <a:off x="20512088" y="7042150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0" name="Star">
            <a:extLst>
              <a:ext uri="{FF2B5EF4-FFF2-40B4-BE49-F238E27FC236}">
                <a16:creationId xmlns:a16="http://schemas.microsoft.com/office/drawing/2014/main" id="{6583E1CA-2B4D-F00D-D0A2-754E26ADF042}"/>
              </a:ext>
            </a:extLst>
          </p:cNvPr>
          <p:cNvSpPr/>
          <p:nvPr/>
        </p:nvSpPr>
        <p:spPr>
          <a:xfrm>
            <a:off x="20851813" y="7042150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1" name="Star">
            <a:extLst>
              <a:ext uri="{FF2B5EF4-FFF2-40B4-BE49-F238E27FC236}">
                <a16:creationId xmlns:a16="http://schemas.microsoft.com/office/drawing/2014/main" id="{D48E2A49-5B61-7521-3C1E-38C2161F4702}"/>
              </a:ext>
            </a:extLst>
          </p:cNvPr>
          <p:cNvSpPr/>
          <p:nvPr/>
        </p:nvSpPr>
        <p:spPr>
          <a:xfrm>
            <a:off x="21189950" y="7042150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2" name="Star">
            <a:extLst>
              <a:ext uri="{FF2B5EF4-FFF2-40B4-BE49-F238E27FC236}">
                <a16:creationId xmlns:a16="http://schemas.microsoft.com/office/drawing/2014/main" id="{4AA632DB-88E1-586C-9CFB-939761511715}"/>
              </a:ext>
            </a:extLst>
          </p:cNvPr>
          <p:cNvSpPr/>
          <p:nvPr/>
        </p:nvSpPr>
        <p:spPr>
          <a:xfrm>
            <a:off x="21528088" y="7042150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3" name="Star">
            <a:extLst>
              <a:ext uri="{FF2B5EF4-FFF2-40B4-BE49-F238E27FC236}">
                <a16:creationId xmlns:a16="http://schemas.microsoft.com/office/drawing/2014/main" id="{8A44697C-5141-B46B-4BCD-D9E30AF68463}"/>
              </a:ext>
            </a:extLst>
          </p:cNvPr>
          <p:cNvSpPr/>
          <p:nvPr/>
        </p:nvSpPr>
        <p:spPr>
          <a:xfrm>
            <a:off x="21861463" y="7042150"/>
            <a:ext cx="298450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4" name="Star">
            <a:extLst>
              <a:ext uri="{FF2B5EF4-FFF2-40B4-BE49-F238E27FC236}">
                <a16:creationId xmlns:a16="http://schemas.microsoft.com/office/drawing/2014/main" id="{56AC44F1-E641-AF4E-284F-EB749CAB3DC8}"/>
              </a:ext>
            </a:extLst>
          </p:cNvPr>
          <p:cNvSpPr/>
          <p:nvPr/>
        </p:nvSpPr>
        <p:spPr>
          <a:xfrm>
            <a:off x="22201188" y="7042150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5" name="Star">
            <a:extLst>
              <a:ext uri="{FF2B5EF4-FFF2-40B4-BE49-F238E27FC236}">
                <a16:creationId xmlns:a16="http://schemas.microsoft.com/office/drawing/2014/main" id="{BA75300F-9FA0-EAEC-EB19-10764300C811}"/>
              </a:ext>
            </a:extLst>
          </p:cNvPr>
          <p:cNvSpPr/>
          <p:nvPr/>
        </p:nvSpPr>
        <p:spPr>
          <a:xfrm>
            <a:off x="22539325" y="7042150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6" name="Star">
            <a:extLst>
              <a:ext uri="{FF2B5EF4-FFF2-40B4-BE49-F238E27FC236}">
                <a16:creationId xmlns:a16="http://schemas.microsoft.com/office/drawing/2014/main" id="{2F2D483E-FDC4-D04E-8C48-0A64C9FABFE3}"/>
              </a:ext>
            </a:extLst>
          </p:cNvPr>
          <p:cNvSpPr/>
          <p:nvPr/>
        </p:nvSpPr>
        <p:spPr>
          <a:xfrm>
            <a:off x="22877463" y="7042150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7" name="Star">
            <a:extLst>
              <a:ext uri="{FF2B5EF4-FFF2-40B4-BE49-F238E27FC236}">
                <a16:creationId xmlns:a16="http://schemas.microsoft.com/office/drawing/2014/main" id="{98AB1468-D530-5CBC-BFFD-E401A8280A24}"/>
              </a:ext>
            </a:extLst>
          </p:cNvPr>
          <p:cNvSpPr/>
          <p:nvPr/>
        </p:nvSpPr>
        <p:spPr>
          <a:xfrm>
            <a:off x="23212425" y="7042150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8" name="Star">
            <a:extLst>
              <a:ext uri="{FF2B5EF4-FFF2-40B4-BE49-F238E27FC236}">
                <a16:creationId xmlns:a16="http://schemas.microsoft.com/office/drawing/2014/main" id="{C7A7C899-D80F-7138-D33C-DC802A1FC841}"/>
              </a:ext>
            </a:extLst>
          </p:cNvPr>
          <p:cNvSpPr/>
          <p:nvPr/>
        </p:nvSpPr>
        <p:spPr>
          <a:xfrm>
            <a:off x="23550563" y="7042150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29" name="Star">
            <a:extLst>
              <a:ext uri="{FF2B5EF4-FFF2-40B4-BE49-F238E27FC236}">
                <a16:creationId xmlns:a16="http://schemas.microsoft.com/office/drawing/2014/main" id="{AD55E751-0FD2-7BEB-C539-875A66AEB944}"/>
              </a:ext>
            </a:extLst>
          </p:cNvPr>
          <p:cNvSpPr/>
          <p:nvPr/>
        </p:nvSpPr>
        <p:spPr>
          <a:xfrm>
            <a:off x="20516850" y="653732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0" name="Star">
            <a:extLst>
              <a:ext uri="{FF2B5EF4-FFF2-40B4-BE49-F238E27FC236}">
                <a16:creationId xmlns:a16="http://schemas.microsoft.com/office/drawing/2014/main" id="{FD3865E1-1BED-6006-A462-372A52C54B9B}"/>
              </a:ext>
            </a:extLst>
          </p:cNvPr>
          <p:cNvSpPr/>
          <p:nvPr/>
        </p:nvSpPr>
        <p:spPr>
          <a:xfrm>
            <a:off x="20854988" y="6537325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1" name="Star">
            <a:extLst>
              <a:ext uri="{FF2B5EF4-FFF2-40B4-BE49-F238E27FC236}">
                <a16:creationId xmlns:a16="http://schemas.microsoft.com/office/drawing/2014/main" id="{B93694F6-0107-326B-7C33-16DC08C84758}"/>
              </a:ext>
            </a:extLst>
          </p:cNvPr>
          <p:cNvSpPr/>
          <p:nvPr/>
        </p:nvSpPr>
        <p:spPr>
          <a:xfrm>
            <a:off x="21193125" y="653732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2" name="Star">
            <a:extLst>
              <a:ext uri="{FF2B5EF4-FFF2-40B4-BE49-F238E27FC236}">
                <a16:creationId xmlns:a16="http://schemas.microsoft.com/office/drawing/2014/main" id="{DB6ECEB2-0CD3-FC4C-304C-FEF4A51858E5}"/>
              </a:ext>
            </a:extLst>
          </p:cNvPr>
          <p:cNvSpPr/>
          <p:nvPr/>
        </p:nvSpPr>
        <p:spPr>
          <a:xfrm>
            <a:off x="21532850" y="653732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3" name="Star">
            <a:extLst>
              <a:ext uri="{FF2B5EF4-FFF2-40B4-BE49-F238E27FC236}">
                <a16:creationId xmlns:a16="http://schemas.microsoft.com/office/drawing/2014/main" id="{803F3471-5805-173D-0B54-5BB32C4C3617}"/>
              </a:ext>
            </a:extLst>
          </p:cNvPr>
          <p:cNvSpPr/>
          <p:nvPr/>
        </p:nvSpPr>
        <p:spPr>
          <a:xfrm>
            <a:off x="21866225" y="653732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4" name="Star">
            <a:extLst>
              <a:ext uri="{FF2B5EF4-FFF2-40B4-BE49-F238E27FC236}">
                <a16:creationId xmlns:a16="http://schemas.microsoft.com/office/drawing/2014/main" id="{405FC39F-BF74-4A00-1015-C37B22515C05}"/>
              </a:ext>
            </a:extLst>
          </p:cNvPr>
          <p:cNvSpPr/>
          <p:nvPr/>
        </p:nvSpPr>
        <p:spPr>
          <a:xfrm>
            <a:off x="22204363" y="6537325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5" name="Star">
            <a:extLst>
              <a:ext uri="{FF2B5EF4-FFF2-40B4-BE49-F238E27FC236}">
                <a16:creationId xmlns:a16="http://schemas.microsoft.com/office/drawing/2014/main" id="{0FA5B70E-EB29-04D6-5EEF-4433ECF44496}"/>
              </a:ext>
            </a:extLst>
          </p:cNvPr>
          <p:cNvSpPr/>
          <p:nvPr/>
        </p:nvSpPr>
        <p:spPr>
          <a:xfrm>
            <a:off x="22542500" y="6537325"/>
            <a:ext cx="298450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6" name="Star">
            <a:extLst>
              <a:ext uri="{FF2B5EF4-FFF2-40B4-BE49-F238E27FC236}">
                <a16:creationId xmlns:a16="http://schemas.microsoft.com/office/drawing/2014/main" id="{A74614A7-E974-6893-5C7B-1AAA80CFDF79}"/>
              </a:ext>
            </a:extLst>
          </p:cNvPr>
          <p:cNvSpPr/>
          <p:nvPr/>
        </p:nvSpPr>
        <p:spPr>
          <a:xfrm>
            <a:off x="22882225" y="653732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7" name="Star">
            <a:extLst>
              <a:ext uri="{FF2B5EF4-FFF2-40B4-BE49-F238E27FC236}">
                <a16:creationId xmlns:a16="http://schemas.microsoft.com/office/drawing/2014/main" id="{033DEDB8-8D1D-2B40-8A36-7FC08E8A1879}"/>
              </a:ext>
            </a:extLst>
          </p:cNvPr>
          <p:cNvSpPr/>
          <p:nvPr/>
        </p:nvSpPr>
        <p:spPr>
          <a:xfrm>
            <a:off x="23215600" y="6537325"/>
            <a:ext cx="298450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8" name="Star">
            <a:extLst>
              <a:ext uri="{FF2B5EF4-FFF2-40B4-BE49-F238E27FC236}">
                <a16:creationId xmlns:a16="http://schemas.microsoft.com/office/drawing/2014/main" id="{33E30E9C-809D-873D-BA25-66709D26076E}"/>
              </a:ext>
            </a:extLst>
          </p:cNvPr>
          <p:cNvSpPr/>
          <p:nvPr/>
        </p:nvSpPr>
        <p:spPr>
          <a:xfrm>
            <a:off x="23555325" y="653732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39" name="Star">
            <a:extLst>
              <a:ext uri="{FF2B5EF4-FFF2-40B4-BE49-F238E27FC236}">
                <a16:creationId xmlns:a16="http://schemas.microsoft.com/office/drawing/2014/main" id="{27A06D2F-13F0-D3BA-6577-F01E58F086B0}"/>
              </a:ext>
            </a:extLst>
          </p:cNvPr>
          <p:cNvSpPr/>
          <p:nvPr/>
        </p:nvSpPr>
        <p:spPr>
          <a:xfrm>
            <a:off x="20521613" y="5491163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0" name="Star">
            <a:extLst>
              <a:ext uri="{FF2B5EF4-FFF2-40B4-BE49-F238E27FC236}">
                <a16:creationId xmlns:a16="http://schemas.microsoft.com/office/drawing/2014/main" id="{788CDD75-FD51-3759-17B7-7B3B5CF1D33D}"/>
              </a:ext>
            </a:extLst>
          </p:cNvPr>
          <p:cNvSpPr/>
          <p:nvPr/>
        </p:nvSpPr>
        <p:spPr>
          <a:xfrm>
            <a:off x="20859750" y="5491163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1" name="Star">
            <a:extLst>
              <a:ext uri="{FF2B5EF4-FFF2-40B4-BE49-F238E27FC236}">
                <a16:creationId xmlns:a16="http://schemas.microsoft.com/office/drawing/2014/main" id="{31A93BEE-1D73-A552-6F7F-E5DE26B6C0BC}"/>
              </a:ext>
            </a:extLst>
          </p:cNvPr>
          <p:cNvSpPr/>
          <p:nvPr/>
        </p:nvSpPr>
        <p:spPr>
          <a:xfrm>
            <a:off x="21199475" y="5491163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2" name="Star">
            <a:extLst>
              <a:ext uri="{FF2B5EF4-FFF2-40B4-BE49-F238E27FC236}">
                <a16:creationId xmlns:a16="http://schemas.microsoft.com/office/drawing/2014/main" id="{3225F9D1-B331-3934-A900-8A902F7E9BBC}"/>
              </a:ext>
            </a:extLst>
          </p:cNvPr>
          <p:cNvSpPr/>
          <p:nvPr/>
        </p:nvSpPr>
        <p:spPr>
          <a:xfrm>
            <a:off x="21537613" y="5491163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3" name="Star">
            <a:extLst>
              <a:ext uri="{FF2B5EF4-FFF2-40B4-BE49-F238E27FC236}">
                <a16:creationId xmlns:a16="http://schemas.microsoft.com/office/drawing/2014/main" id="{A83E3E71-1C19-4A3E-D1A0-CF7DB1A6DF2F}"/>
              </a:ext>
            </a:extLst>
          </p:cNvPr>
          <p:cNvSpPr/>
          <p:nvPr/>
        </p:nvSpPr>
        <p:spPr>
          <a:xfrm>
            <a:off x="21870988" y="5491163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4" name="Star">
            <a:extLst>
              <a:ext uri="{FF2B5EF4-FFF2-40B4-BE49-F238E27FC236}">
                <a16:creationId xmlns:a16="http://schemas.microsoft.com/office/drawing/2014/main" id="{FAA077F4-4EE9-70E8-A20B-ED5880FD2741}"/>
              </a:ext>
            </a:extLst>
          </p:cNvPr>
          <p:cNvSpPr/>
          <p:nvPr/>
        </p:nvSpPr>
        <p:spPr>
          <a:xfrm>
            <a:off x="22209125" y="5491163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5" name="Star">
            <a:extLst>
              <a:ext uri="{FF2B5EF4-FFF2-40B4-BE49-F238E27FC236}">
                <a16:creationId xmlns:a16="http://schemas.microsoft.com/office/drawing/2014/main" id="{26B694C6-385B-1DF1-8979-8B123D024E65}"/>
              </a:ext>
            </a:extLst>
          </p:cNvPr>
          <p:cNvSpPr/>
          <p:nvPr/>
        </p:nvSpPr>
        <p:spPr>
          <a:xfrm>
            <a:off x="22548850" y="5491163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6" name="Star">
            <a:extLst>
              <a:ext uri="{FF2B5EF4-FFF2-40B4-BE49-F238E27FC236}">
                <a16:creationId xmlns:a16="http://schemas.microsoft.com/office/drawing/2014/main" id="{9B295391-D7E5-8E70-7A8E-D4FEA2383223}"/>
              </a:ext>
            </a:extLst>
          </p:cNvPr>
          <p:cNvSpPr/>
          <p:nvPr/>
        </p:nvSpPr>
        <p:spPr>
          <a:xfrm>
            <a:off x="22886988" y="5491163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7" name="Star">
            <a:extLst>
              <a:ext uri="{FF2B5EF4-FFF2-40B4-BE49-F238E27FC236}">
                <a16:creationId xmlns:a16="http://schemas.microsoft.com/office/drawing/2014/main" id="{0E82A37C-41F3-5DF5-4314-EAD86D31BC6A}"/>
              </a:ext>
            </a:extLst>
          </p:cNvPr>
          <p:cNvSpPr/>
          <p:nvPr/>
        </p:nvSpPr>
        <p:spPr>
          <a:xfrm>
            <a:off x="23221950" y="5491163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8" name="Star">
            <a:extLst>
              <a:ext uri="{FF2B5EF4-FFF2-40B4-BE49-F238E27FC236}">
                <a16:creationId xmlns:a16="http://schemas.microsoft.com/office/drawing/2014/main" id="{D13A0930-3B8C-4ECD-CB9B-FD5AC40DA090}"/>
              </a:ext>
            </a:extLst>
          </p:cNvPr>
          <p:cNvSpPr/>
          <p:nvPr/>
        </p:nvSpPr>
        <p:spPr>
          <a:xfrm>
            <a:off x="23560088" y="5491163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49" name="Star">
            <a:extLst>
              <a:ext uri="{FF2B5EF4-FFF2-40B4-BE49-F238E27FC236}">
                <a16:creationId xmlns:a16="http://schemas.microsoft.com/office/drawing/2014/main" id="{4F5A284A-5B7D-F0D0-FA25-4BDC3C91C095}"/>
              </a:ext>
            </a:extLst>
          </p:cNvPr>
          <p:cNvSpPr/>
          <p:nvPr/>
        </p:nvSpPr>
        <p:spPr>
          <a:xfrm>
            <a:off x="20521613" y="6022975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0" name="Star">
            <a:extLst>
              <a:ext uri="{FF2B5EF4-FFF2-40B4-BE49-F238E27FC236}">
                <a16:creationId xmlns:a16="http://schemas.microsoft.com/office/drawing/2014/main" id="{204226D7-CE05-DA3B-5EFF-1FFA5F436E5C}"/>
              </a:ext>
            </a:extLst>
          </p:cNvPr>
          <p:cNvSpPr/>
          <p:nvPr/>
        </p:nvSpPr>
        <p:spPr>
          <a:xfrm>
            <a:off x="20859750" y="602297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1" name="Star">
            <a:extLst>
              <a:ext uri="{FF2B5EF4-FFF2-40B4-BE49-F238E27FC236}">
                <a16:creationId xmlns:a16="http://schemas.microsoft.com/office/drawing/2014/main" id="{7BEA4A40-CB77-EA3E-B293-2885FD423BBD}"/>
              </a:ext>
            </a:extLst>
          </p:cNvPr>
          <p:cNvSpPr/>
          <p:nvPr/>
        </p:nvSpPr>
        <p:spPr>
          <a:xfrm>
            <a:off x="21199475" y="602297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2" name="Star">
            <a:extLst>
              <a:ext uri="{FF2B5EF4-FFF2-40B4-BE49-F238E27FC236}">
                <a16:creationId xmlns:a16="http://schemas.microsoft.com/office/drawing/2014/main" id="{663A4B14-981C-59CA-D63D-5139E4FEC017}"/>
              </a:ext>
            </a:extLst>
          </p:cNvPr>
          <p:cNvSpPr/>
          <p:nvPr/>
        </p:nvSpPr>
        <p:spPr>
          <a:xfrm>
            <a:off x="21537613" y="6022975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3" name="Star">
            <a:extLst>
              <a:ext uri="{FF2B5EF4-FFF2-40B4-BE49-F238E27FC236}">
                <a16:creationId xmlns:a16="http://schemas.microsoft.com/office/drawing/2014/main" id="{93B50A4A-91C0-ABEC-DD36-B57EE9F9791C}"/>
              </a:ext>
            </a:extLst>
          </p:cNvPr>
          <p:cNvSpPr/>
          <p:nvPr/>
        </p:nvSpPr>
        <p:spPr>
          <a:xfrm>
            <a:off x="21870988" y="6022975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4" name="Star">
            <a:extLst>
              <a:ext uri="{FF2B5EF4-FFF2-40B4-BE49-F238E27FC236}">
                <a16:creationId xmlns:a16="http://schemas.microsoft.com/office/drawing/2014/main" id="{18A33B7F-8742-8C76-E8B9-15D34805EFEA}"/>
              </a:ext>
            </a:extLst>
          </p:cNvPr>
          <p:cNvSpPr/>
          <p:nvPr/>
        </p:nvSpPr>
        <p:spPr>
          <a:xfrm>
            <a:off x="22209125" y="6022975"/>
            <a:ext cx="298450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5" name="Star">
            <a:extLst>
              <a:ext uri="{FF2B5EF4-FFF2-40B4-BE49-F238E27FC236}">
                <a16:creationId xmlns:a16="http://schemas.microsoft.com/office/drawing/2014/main" id="{271F3D6F-AB14-91CD-82AE-41D0C5A9D3DB}"/>
              </a:ext>
            </a:extLst>
          </p:cNvPr>
          <p:cNvSpPr/>
          <p:nvPr/>
        </p:nvSpPr>
        <p:spPr>
          <a:xfrm>
            <a:off x="22548850" y="602297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6" name="Star">
            <a:extLst>
              <a:ext uri="{FF2B5EF4-FFF2-40B4-BE49-F238E27FC236}">
                <a16:creationId xmlns:a16="http://schemas.microsoft.com/office/drawing/2014/main" id="{41F01418-846F-0E90-E62D-21CF0B6EE16B}"/>
              </a:ext>
            </a:extLst>
          </p:cNvPr>
          <p:cNvSpPr/>
          <p:nvPr/>
        </p:nvSpPr>
        <p:spPr>
          <a:xfrm>
            <a:off x="22886988" y="6022975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7" name="Star">
            <a:extLst>
              <a:ext uri="{FF2B5EF4-FFF2-40B4-BE49-F238E27FC236}">
                <a16:creationId xmlns:a16="http://schemas.microsoft.com/office/drawing/2014/main" id="{BD6F3BFF-DE5F-AB10-8043-950B59572254}"/>
              </a:ext>
            </a:extLst>
          </p:cNvPr>
          <p:cNvSpPr/>
          <p:nvPr/>
        </p:nvSpPr>
        <p:spPr>
          <a:xfrm>
            <a:off x="23221950" y="6022975"/>
            <a:ext cx="296863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8" name="Star">
            <a:extLst>
              <a:ext uri="{FF2B5EF4-FFF2-40B4-BE49-F238E27FC236}">
                <a16:creationId xmlns:a16="http://schemas.microsoft.com/office/drawing/2014/main" id="{54839298-BA31-0ADF-165E-792350EF1A87}"/>
              </a:ext>
            </a:extLst>
          </p:cNvPr>
          <p:cNvSpPr/>
          <p:nvPr/>
        </p:nvSpPr>
        <p:spPr>
          <a:xfrm>
            <a:off x="23560088" y="6022975"/>
            <a:ext cx="296862" cy="331788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59" name="Star">
            <a:extLst>
              <a:ext uri="{FF2B5EF4-FFF2-40B4-BE49-F238E27FC236}">
                <a16:creationId xmlns:a16="http://schemas.microsoft.com/office/drawing/2014/main" id="{ADCEE244-AA7C-092C-99BD-C321C6E76335}"/>
              </a:ext>
            </a:extLst>
          </p:cNvPr>
          <p:cNvSpPr/>
          <p:nvPr/>
        </p:nvSpPr>
        <p:spPr>
          <a:xfrm>
            <a:off x="20521613" y="49609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0" name="Star">
            <a:extLst>
              <a:ext uri="{FF2B5EF4-FFF2-40B4-BE49-F238E27FC236}">
                <a16:creationId xmlns:a16="http://schemas.microsoft.com/office/drawing/2014/main" id="{74C7B4F4-CE37-8A1D-69EE-E42BAA339042}"/>
              </a:ext>
            </a:extLst>
          </p:cNvPr>
          <p:cNvSpPr/>
          <p:nvPr/>
        </p:nvSpPr>
        <p:spPr>
          <a:xfrm>
            <a:off x="20859750" y="4960938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1" name="Star">
            <a:extLst>
              <a:ext uri="{FF2B5EF4-FFF2-40B4-BE49-F238E27FC236}">
                <a16:creationId xmlns:a16="http://schemas.microsoft.com/office/drawing/2014/main" id="{46F123A0-0595-980A-AF76-C926B38CB0F0}"/>
              </a:ext>
            </a:extLst>
          </p:cNvPr>
          <p:cNvSpPr/>
          <p:nvPr/>
        </p:nvSpPr>
        <p:spPr>
          <a:xfrm>
            <a:off x="21199475" y="4960938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2" name="Star">
            <a:extLst>
              <a:ext uri="{FF2B5EF4-FFF2-40B4-BE49-F238E27FC236}">
                <a16:creationId xmlns:a16="http://schemas.microsoft.com/office/drawing/2014/main" id="{8D4424BA-4BEB-EE09-533E-45044C43F3CE}"/>
              </a:ext>
            </a:extLst>
          </p:cNvPr>
          <p:cNvSpPr/>
          <p:nvPr/>
        </p:nvSpPr>
        <p:spPr>
          <a:xfrm>
            <a:off x="21537613" y="49609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3" name="Star">
            <a:extLst>
              <a:ext uri="{FF2B5EF4-FFF2-40B4-BE49-F238E27FC236}">
                <a16:creationId xmlns:a16="http://schemas.microsoft.com/office/drawing/2014/main" id="{F2E6AE5F-4FA6-03CE-817C-BC1E580F95BA}"/>
              </a:ext>
            </a:extLst>
          </p:cNvPr>
          <p:cNvSpPr/>
          <p:nvPr/>
        </p:nvSpPr>
        <p:spPr>
          <a:xfrm>
            <a:off x="21870988" y="49609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4" name="Star">
            <a:extLst>
              <a:ext uri="{FF2B5EF4-FFF2-40B4-BE49-F238E27FC236}">
                <a16:creationId xmlns:a16="http://schemas.microsoft.com/office/drawing/2014/main" id="{664B1714-7031-C56F-6F0A-5A6207438BF6}"/>
              </a:ext>
            </a:extLst>
          </p:cNvPr>
          <p:cNvSpPr/>
          <p:nvPr/>
        </p:nvSpPr>
        <p:spPr>
          <a:xfrm>
            <a:off x="22209125" y="4960938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5" name="Star">
            <a:extLst>
              <a:ext uri="{FF2B5EF4-FFF2-40B4-BE49-F238E27FC236}">
                <a16:creationId xmlns:a16="http://schemas.microsoft.com/office/drawing/2014/main" id="{532481DC-642E-4BF9-87D5-281FCD2E202A}"/>
              </a:ext>
            </a:extLst>
          </p:cNvPr>
          <p:cNvSpPr/>
          <p:nvPr/>
        </p:nvSpPr>
        <p:spPr>
          <a:xfrm>
            <a:off x="22548850" y="4960938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6" name="Star">
            <a:extLst>
              <a:ext uri="{FF2B5EF4-FFF2-40B4-BE49-F238E27FC236}">
                <a16:creationId xmlns:a16="http://schemas.microsoft.com/office/drawing/2014/main" id="{6587E228-1586-9FDE-B969-BA20EE606C3B}"/>
              </a:ext>
            </a:extLst>
          </p:cNvPr>
          <p:cNvSpPr/>
          <p:nvPr/>
        </p:nvSpPr>
        <p:spPr>
          <a:xfrm>
            <a:off x="22886988" y="49609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7" name="Star">
            <a:extLst>
              <a:ext uri="{FF2B5EF4-FFF2-40B4-BE49-F238E27FC236}">
                <a16:creationId xmlns:a16="http://schemas.microsoft.com/office/drawing/2014/main" id="{BABA4505-AD7C-2204-BC77-F2D4C07AF741}"/>
              </a:ext>
            </a:extLst>
          </p:cNvPr>
          <p:cNvSpPr/>
          <p:nvPr/>
        </p:nvSpPr>
        <p:spPr>
          <a:xfrm>
            <a:off x="23221950" y="4960938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68" name="Star">
            <a:extLst>
              <a:ext uri="{FF2B5EF4-FFF2-40B4-BE49-F238E27FC236}">
                <a16:creationId xmlns:a16="http://schemas.microsoft.com/office/drawing/2014/main" id="{9FA08FBC-C061-8CB0-3BA6-66CCA1DB4DBF}"/>
              </a:ext>
            </a:extLst>
          </p:cNvPr>
          <p:cNvSpPr/>
          <p:nvPr/>
        </p:nvSpPr>
        <p:spPr>
          <a:xfrm>
            <a:off x="23560088" y="4960938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46165" name="9">
            <a:extLst>
              <a:ext uri="{FF2B5EF4-FFF2-40B4-BE49-F238E27FC236}">
                <a16:creationId xmlns:a16="http://schemas.microsoft.com/office/drawing/2014/main" id="{0274176A-F178-D1C1-3B51-F1D1370A3468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9988550"/>
            <a:ext cx="369888" cy="382588"/>
            <a:chOff x="0" y="0"/>
            <a:chExt cx="369516" cy="383518"/>
          </a:xfrm>
        </p:grpSpPr>
        <p:sp>
          <p:nvSpPr>
            <p:cNvPr id="46211" name="Oval">
              <a:extLst>
                <a:ext uri="{FF2B5EF4-FFF2-40B4-BE49-F238E27FC236}">
                  <a16:creationId xmlns:a16="http://schemas.microsoft.com/office/drawing/2014/main" id="{EF0C6C15-6264-5DDE-5EAA-AFEB140AB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212" name="9">
              <a:extLst>
                <a:ext uri="{FF2B5EF4-FFF2-40B4-BE49-F238E27FC236}">
                  <a16:creationId xmlns:a16="http://schemas.microsoft.com/office/drawing/2014/main" id="{6E3113C7-A8FB-9B97-65D1-10CC11632C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9</a:t>
              </a:r>
            </a:p>
          </p:txBody>
        </p:sp>
      </p:grpSp>
      <p:grpSp>
        <p:nvGrpSpPr>
          <p:cNvPr id="46166" name="11">
            <a:extLst>
              <a:ext uri="{FF2B5EF4-FFF2-40B4-BE49-F238E27FC236}">
                <a16:creationId xmlns:a16="http://schemas.microsoft.com/office/drawing/2014/main" id="{C63ACDD4-2D32-7E9D-C6C1-6C1360688E8D}"/>
              </a:ext>
            </a:extLst>
          </p:cNvPr>
          <p:cNvGrpSpPr>
            <a:grpSpLocks/>
          </p:cNvGrpSpPr>
          <p:nvPr/>
        </p:nvGrpSpPr>
        <p:grpSpPr bwMode="auto">
          <a:xfrm>
            <a:off x="4830763" y="10317163"/>
            <a:ext cx="369887" cy="382587"/>
            <a:chOff x="0" y="0"/>
            <a:chExt cx="369516" cy="383518"/>
          </a:xfrm>
        </p:grpSpPr>
        <p:sp>
          <p:nvSpPr>
            <p:cNvPr id="46209" name="Oval">
              <a:extLst>
                <a:ext uri="{FF2B5EF4-FFF2-40B4-BE49-F238E27FC236}">
                  <a16:creationId xmlns:a16="http://schemas.microsoft.com/office/drawing/2014/main" id="{38BE05A8-707C-ECC5-287C-47EE78DBD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210" name="11">
              <a:extLst>
                <a:ext uri="{FF2B5EF4-FFF2-40B4-BE49-F238E27FC236}">
                  <a16:creationId xmlns:a16="http://schemas.microsoft.com/office/drawing/2014/main" id="{2EDD49C7-CB65-BACE-67DC-19DA95A51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11</a:t>
              </a:r>
            </a:p>
          </p:txBody>
        </p:sp>
      </p:grpSp>
      <p:grpSp>
        <p:nvGrpSpPr>
          <p:cNvPr id="46167" name="7">
            <a:extLst>
              <a:ext uri="{FF2B5EF4-FFF2-40B4-BE49-F238E27FC236}">
                <a16:creationId xmlns:a16="http://schemas.microsoft.com/office/drawing/2014/main" id="{6B3732D9-1047-E686-A1DD-DE11D417DC28}"/>
              </a:ext>
            </a:extLst>
          </p:cNvPr>
          <p:cNvGrpSpPr>
            <a:grpSpLocks/>
          </p:cNvGrpSpPr>
          <p:nvPr/>
        </p:nvGrpSpPr>
        <p:grpSpPr bwMode="auto">
          <a:xfrm>
            <a:off x="6440488" y="10317163"/>
            <a:ext cx="369887" cy="382587"/>
            <a:chOff x="0" y="0"/>
            <a:chExt cx="369516" cy="383518"/>
          </a:xfrm>
        </p:grpSpPr>
        <p:sp>
          <p:nvSpPr>
            <p:cNvPr id="46207" name="Oval">
              <a:extLst>
                <a:ext uri="{FF2B5EF4-FFF2-40B4-BE49-F238E27FC236}">
                  <a16:creationId xmlns:a16="http://schemas.microsoft.com/office/drawing/2014/main" id="{8F36533C-40C9-D530-EECC-2475E1BFC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208" name="7">
              <a:extLst>
                <a:ext uri="{FF2B5EF4-FFF2-40B4-BE49-F238E27FC236}">
                  <a16:creationId xmlns:a16="http://schemas.microsoft.com/office/drawing/2014/main" id="{99F04CC3-29E5-6D36-7569-7C586A9910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7</a:t>
              </a:r>
            </a:p>
          </p:txBody>
        </p:sp>
      </p:grpSp>
      <p:grpSp>
        <p:nvGrpSpPr>
          <p:cNvPr id="46168" name="8">
            <a:extLst>
              <a:ext uri="{FF2B5EF4-FFF2-40B4-BE49-F238E27FC236}">
                <a16:creationId xmlns:a16="http://schemas.microsoft.com/office/drawing/2014/main" id="{254F9D7E-6928-96E9-1EE1-10E34F5B527F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10893425"/>
            <a:ext cx="369888" cy="384175"/>
            <a:chOff x="0" y="0"/>
            <a:chExt cx="369516" cy="383518"/>
          </a:xfrm>
        </p:grpSpPr>
        <p:sp>
          <p:nvSpPr>
            <p:cNvPr id="46205" name="Oval">
              <a:extLst>
                <a:ext uri="{FF2B5EF4-FFF2-40B4-BE49-F238E27FC236}">
                  <a16:creationId xmlns:a16="http://schemas.microsoft.com/office/drawing/2014/main" id="{2E3E83DB-61E0-0C15-367E-99316204C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206" name="8">
              <a:extLst>
                <a:ext uri="{FF2B5EF4-FFF2-40B4-BE49-F238E27FC236}">
                  <a16:creationId xmlns:a16="http://schemas.microsoft.com/office/drawing/2014/main" id="{DB2277EC-EB0F-FC46-4F01-70E03A654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8</a:t>
              </a:r>
            </a:p>
          </p:txBody>
        </p:sp>
      </p:grpSp>
      <p:grpSp>
        <p:nvGrpSpPr>
          <p:cNvPr id="46169" name="6">
            <a:extLst>
              <a:ext uri="{FF2B5EF4-FFF2-40B4-BE49-F238E27FC236}">
                <a16:creationId xmlns:a16="http://schemas.microsoft.com/office/drawing/2014/main" id="{93E0EA69-C59D-EB47-B6C4-9A00C9E17295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1377613"/>
            <a:ext cx="369888" cy="384175"/>
            <a:chOff x="0" y="0"/>
            <a:chExt cx="369516" cy="383518"/>
          </a:xfrm>
        </p:grpSpPr>
        <p:sp>
          <p:nvSpPr>
            <p:cNvPr id="46203" name="Oval">
              <a:extLst>
                <a:ext uri="{FF2B5EF4-FFF2-40B4-BE49-F238E27FC236}">
                  <a16:creationId xmlns:a16="http://schemas.microsoft.com/office/drawing/2014/main" id="{69453190-51AE-EA17-0E0D-0C9B1D068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204" name="6">
              <a:extLst>
                <a:ext uri="{FF2B5EF4-FFF2-40B4-BE49-F238E27FC236}">
                  <a16:creationId xmlns:a16="http://schemas.microsoft.com/office/drawing/2014/main" id="{BCC0FDB0-614E-55F4-95EB-CCD9C5425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6</a:t>
              </a:r>
            </a:p>
          </p:txBody>
        </p:sp>
      </p:grpSp>
      <p:grpSp>
        <p:nvGrpSpPr>
          <p:cNvPr id="46170" name="5">
            <a:extLst>
              <a:ext uri="{FF2B5EF4-FFF2-40B4-BE49-F238E27FC236}">
                <a16:creationId xmlns:a16="http://schemas.microsoft.com/office/drawing/2014/main" id="{30849362-BC01-549C-396D-8A71970C5E95}"/>
              </a:ext>
            </a:extLst>
          </p:cNvPr>
          <p:cNvGrpSpPr>
            <a:grpSpLocks/>
          </p:cNvGrpSpPr>
          <p:nvPr/>
        </p:nvGrpSpPr>
        <p:grpSpPr bwMode="auto">
          <a:xfrm>
            <a:off x="4778375" y="11609388"/>
            <a:ext cx="369888" cy="384175"/>
            <a:chOff x="0" y="0"/>
            <a:chExt cx="369516" cy="383518"/>
          </a:xfrm>
        </p:grpSpPr>
        <p:sp>
          <p:nvSpPr>
            <p:cNvPr id="46201" name="Oval">
              <a:extLst>
                <a:ext uri="{FF2B5EF4-FFF2-40B4-BE49-F238E27FC236}">
                  <a16:creationId xmlns:a16="http://schemas.microsoft.com/office/drawing/2014/main" id="{277E2CBA-C773-A6CF-6289-32FD866F1C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202" name="5">
              <a:extLst>
                <a:ext uri="{FF2B5EF4-FFF2-40B4-BE49-F238E27FC236}">
                  <a16:creationId xmlns:a16="http://schemas.microsoft.com/office/drawing/2014/main" id="{9D6B0317-DF6D-2A95-01EA-5D0E7932C0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5</a:t>
              </a:r>
            </a:p>
          </p:txBody>
        </p:sp>
      </p:grpSp>
      <p:grpSp>
        <p:nvGrpSpPr>
          <p:cNvPr id="46171" name="2">
            <a:extLst>
              <a:ext uri="{FF2B5EF4-FFF2-40B4-BE49-F238E27FC236}">
                <a16:creationId xmlns:a16="http://schemas.microsoft.com/office/drawing/2014/main" id="{BDFC4DDB-00C3-4BA2-9E4B-6071BCC132DF}"/>
              </a:ext>
            </a:extLst>
          </p:cNvPr>
          <p:cNvGrpSpPr>
            <a:grpSpLocks/>
          </p:cNvGrpSpPr>
          <p:nvPr/>
        </p:nvGrpSpPr>
        <p:grpSpPr bwMode="auto">
          <a:xfrm>
            <a:off x="6511925" y="11609388"/>
            <a:ext cx="369888" cy="384175"/>
            <a:chOff x="0" y="0"/>
            <a:chExt cx="369516" cy="383518"/>
          </a:xfrm>
        </p:grpSpPr>
        <p:sp>
          <p:nvSpPr>
            <p:cNvPr id="46199" name="Oval">
              <a:extLst>
                <a:ext uri="{FF2B5EF4-FFF2-40B4-BE49-F238E27FC236}">
                  <a16:creationId xmlns:a16="http://schemas.microsoft.com/office/drawing/2014/main" id="{6698377B-D2D2-89DB-1C51-CEFE2F492B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200" name="2">
              <a:extLst>
                <a:ext uri="{FF2B5EF4-FFF2-40B4-BE49-F238E27FC236}">
                  <a16:creationId xmlns:a16="http://schemas.microsoft.com/office/drawing/2014/main" id="{2FDA96E8-452A-F152-1533-60E166F6E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2</a:t>
              </a:r>
            </a:p>
          </p:txBody>
        </p:sp>
      </p:grpSp>
      <p:grpSp>
        <p:nvGrpSpPr>
          <p:cNvPr id="46172" name="4">
            <a:extLst>
              <a:ext uri="{FF2B5EF4-FFF2-40B4-BE49-F238E27FC236}">
                <a16:creationId xmlns:a16="http://schemas.microsoft.com/office/drawing/2014/main" id="{49D8743C-97D6-C230-8924-B73DD8E503B8}"/>
              </a:ext>
            </a:extLst>
          </p:cNvPr>
          <p:cNvGrpSpPr>
            <a:grpSpLocks/>
          </p:cNvGrpSpPr>
          <p:nvPr/>
        </p:nvGrpSpPr>
        <p:grpSpPr bwMode="auto">
          <a:xfrm>
            <a:off x="5245100" y="11923713"/>
            <a:ext cx="369888" cy="384175"/>
            <a:chOff x="0" y="0"/>
            <a:chExt cx="369516" cy="383518"/>
          </a:xfrm>
        </p:grpSpPr>
        <p:sp>
          <p:nvSpPr>
            <p:cNvPr id="46197" name="Oval">
              <a:extLst>
                <a:ext uri="{FF2B5EF4-FFF2-40B4-BE49-F238E27FC236}">
                  <a16:creationId xmlns:a16="http://schemas.microsoft.com/office/drawing/2014/main" id="{DB28E73B-40E4-3C6D-9F67-98A9AC5B0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198" name="4">
              <a:extLst>
                <a:ext uri="{FF2B5EF4-FFF2-40B4-BE49-F238E27FC236}">
                  <a16:creationId xmlns:a16="http://schemas.microsoft.com/office/drawing/2014/main" id="{8E643498-7CAE-8A2A-4E2B-B60476DB0B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4</a:t>
              </a:r>
            </a:p>
          </p:txBody>
        </p:sp>
      </p:grpSp>
      <p:grpSp>
        <p:nvGrpSpPr>
          <p:cNvPr id="46173" name="3">
            <a:extLst>
              <a:ext uri="{FF2B5EF4-FFF2-40B4-BE49-F238E27FC236}">
                <a16:creationId xmlns:a16="http://schemas.microsoft.com/office/drawing/2014/main" id="{50F7FBC4-93D9-A9DA-B90A-7D995F37EC08}"/>
              </a:ext>
            </a:extLst>
          </p:cNvPr>
          <p:cNvGrpSpPr>
            <a:grpSpLocks/>
          </p:cNvGrpSpPr>
          <p:nvPr/>
        </p:nvGrpSpPr>
        <p:grpSpPr bwMode="auto">
          <a:xfrm>
            <a:off x="6029325" y="11923713"/>
            <a:ext cx="369888" cy="384175"/>
            <a:chOff x="0" y="0"/>
            <a:chExt cx="369516" cy="383518"/>
          </a:xfrm>
        </p:grpSpPr>
        <p:sp>
          <p:nvSpPr>
            <p:cNvPr id="46195" name="Oval">
              <a:extLst>
                <a:ext uri="{FF2B5EF4-FFF2-40B4-BE49-F238E27FC236}">
                  <a16:creationId xmlns:a16="http://schemas.microsoft.com/office/drawing/2014/main" id="{B28E037B-46CD-A6CB-2CC6-7F6D96740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196" name="3">
              <a:extLst>
                <a:ext uri="{FF2B5EF4-FFF2-40B4-BE49-F238E27FC236}">
                  <a16:creationId xmlns:a16="http://schemas.microsoft.com/office/drawing/2014/main" id="{BECB5E5C-1A6F-C495-E6E8-5C0978E744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3</a:t>
              </a:r>
            </a:p>
          </p:txBody>
        </p:sp>
      </p:grpSp>
      <p:grpSp>
        <p:nvGrpSpPr>
          <p:cNvPr id="46174" name="1">
            <a:extLst>
              <a:ext uri="{FF2B5EF4-FFF2-40B4-BE49-F238E27FC236}">
                <a16:creationId xmlns:a16="http://schemas.microsoft.com/office/drawing/2014/main" id="{2B8C1713-9062-BB44-ED48-E75B87153D78}"/>
              </a:ext>
            </a:extLst>
          </p:cNvPr>
          <p:cNvGrpSpPr>
            <a:grpSpLocks/>
          </p:cNvGrpSpPr>
          <p:nvPr/>
        </p:nvGrpSpPr>
        <p:grpSpPr bwMode="auto">
          <a:xfrm>
            <a:off x="5635625" y="12531725"/>
            <a:ext cx="369888" cy="384175"/>
            <a:chOff x="0" y="0"/>
            <a:chExt cx="369516" cy="383518"/>
          </a:xfrm>
        </p:grpSpPr>
        <p:sp>
          <p:nvSpPr>
            <p:cNvPr id="1196" name="Oval">
              <a:extLst>
                <a:ext uri="{FF2B5EF4-FFF2-40B4-BE49-F238E27FC236}">
                  <a16:creationId xmlns:a16="http://schemas.microsoft.com/office/drawing/2014/main" id="{B8BBF0E2-804D-8572-83A3-3CE98DA9CD86}"/>
                </a:ext>
              </a:extLst>
            </p:cNvPr>
            <p:cNvSpPr/>
            <p:nvPr/>
          </p:nvSpPr>
          <p:spPr>
            <a:xfrm>
              <a:off x="0" y="0"/>
              <a:ext cx="369516" cy="383518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lIns="50800" tIns="50800" rIns="50800" bIns="50800" anchor="ctr"/>
            <a:lstStyle/>
            <a:p>
              <a:pPr algn="ctr" defTabSz="1155278" eaLnBrk="1" fontAlgn="auto">
                <a:spcBef>
                  <a:spcPts val="0"/>
                </a:spcBef>
                <a:spcAft>
                  <a:spcPts val="0"/>
                </a:spcAft>
                <a:defRPr sz="1400" b="1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  <a:endParaRPr sz="1400" b="1" kern="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endParaRPr>
            </a:p>
          </p:txBody>
        </p:sp>
        <p:sp>
          <p:nvSpPr>
            <p:cNvPr id="46194" name="1">
              <a:extLst>
                <a:ext uri="{FF2B5EF4-FFF2-40B4-BE49-F238E27FC236}">
                  <a16:creationId xmlns:a16="http://schemas.microsoft.com/office/drawing/2014/main" id="{C09E3A07-D365-658C-C208-136B9FBDB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</a:t>
              </a:r>
            </a:p>
          </p:txBody>
        </p:sp>
      </p:grpSp>
      <p:grpSp>
        <p:nvGrpSpPr>
          <p:cNvPr id="46175" name="10">
            <a:extLst>
              <a:ext uri="{FF2B5EF4-FFF2-40B4-BE49-F238E27FC236}">
                <a16:creationId xmlns:a16="http://schemas.microsoft.com/office/drawing/2014/main" id="{4226DD34-E672-5ED8-D1C7-16A447745A7D}"/>
              </a:ext>
            </a:extLst>
          </p:cNvPr>
          <p:cNvGrpSpPr>
            <a:grpSpLocks/>
          </p:cNvGrpSpPr>
          <p:nvPr/>
        </p:nvGrpSpPr>
        <p:grpSpPr bwMode="auto">
          <a:xfrm>
            <a:off x="5857875" y="10650538"/>
            <a:ext cx="369888" cy="384175"/>
            <a:chOff x="0" y="0"/>
            <a:chExt cx="369516" cy="383518"/>
          </a:xfrm>
        </p:grpSpPr>
        <p:sp>
          <p:nvSpPr>
            <p:cNvPr id="46191" name="Oval">
              <a:extLst>
                <a:ext uri="{FF2B5EF4-FFF2-40B4-BE49-F238E27FC236}">
                  <a16:creationId xmlns:a16="http://schemas.microsoft.com/office/drawing/2014/main" id="{3DF9BE03-6AF9-E8FB-E034-4011DE127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400000"/>
              <a:headEnd/>
              <a:tailEnd/>
            </a:ln>
          </p:spPr>
          <p:txBody>
            <a:bodyPr lIns="50800" tIns="50800" rIns="50800" bIns="50800" anchor="ctr"/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endParaRPr lang="LID4096" altLang="LID4096" sz="1400" b="1">
                <a:latin typeface="Avenir Next Condensed Regular" charset="0"/>
                <a:ea typeface="Avenir Next Condensed Regular" charset="0"/>
                <a:cs typeface="Avenir Next Condensed Regular" charset="0"/>
                <a:sym typeface="Avenir Next Condensed Regular" charset="0"/>
              </a:endParaRPr>
            </a:p>
          </p:txBody>
        </p:sp>
        <p:sp>
          <p:nvSpPr>
            <p:cNvPr id="46192" name="10">
              <a:extLst>
                <a:ext uri="{FF2B5EF4-FFF2-40B4-BE49-F238E27FC236}">
                  <a16:creationId xmlns:a16="http://schemas.microsoft.com/office/drawing/2014/main" id="{46257D12-074C-C6C5-0A17-A17806F53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3" y="71108"/>
              <a:ext cx="248589" cy="241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1pPr>
              <a:lvl2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2pPr>
              <a:lvl3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3pPr>
              <a:lvl4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4pPr>
              <a:lvl5pPr defTabSz="1154113">
                <a:lnSpc>
                  <a:spcPct val="90000"/>
                </a:lnSpc>
                <a:spcBef>
                  <a:spcPts val="4500"/>
                </a:spcBef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5pPr>
              <a:lvl6pPr marL="4572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6pPr>
              <a:lvl7pPr marL="9144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7pPr>
              <a:lvl8pPr marL="13716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8pPr>
              <a:lvl9pPr marL="1828800" indent="1828800" defTabSz="1154113" eaLnBrk="0" fontAlgn="base" hangingPunct="0">
                <a:lnSpc>
                  <a:spcPct val="90000"/>
                </a:lnSpc>
                <a:spcBef>
                  <a:spcPts val="4500"/>
                </a:spcBef>
                <a:spcAft>
                  <a:spcPct val="0"/>
                </a:spcAft>
                <a:defRPr sz="4800">
                  <a:solidFill>
                    <a:srgbClr val="000000"/>
                  </a:solidFill>
                  <a:latin typeface="Helvetica Neue" charset="0"/>
                  <a:ea typeface="Helvetica Neue" charset="0"/>
                  <a:cs typeface="Helvetica Neue" charset="0"/>
                  <a:sym typeface="Helvetica Neue" charset="0"/>
                </a:defRPr>
              </a:lvl9pPr>
            </a:lstStyle>
            <a:p>
              <a:pPr algn="ctr" eaLnBrk="1">
                <a:lnSpc>
                  <a:spcPct val="100000"/>
                </a:lnSpc>
                <a:spcBef>
                  <a:spcPct val="0"/>
                </a:spcBef>
              </a:pPr>
              <a:r>
                <a:rPr lang="LID4096" altLang="LID4096" sz="1400" b="1">
                  <a:latin typeface="Avenir Next Condensed Regular" charset="0"/>
                  <a:ea typeface="Avenir Next Condensed Regular" charset="0"/>
                  <a:cs typeface="Avenir Next Condensed Regular" charset="0"/>
                  <a:sym typeface="Avenir Next Condensed Regular" charset="0"/>
                </a:rPr>
                <a:t>10</a:t>
              </a:r>
            </a:p>
          </p:txBody>
        </p:sp>
      </p:grpSp>
      <p:sp>
        <p:nvSpPr>
          <p:cNvPr id="1202" name="TextBox 31">
            <a:extLst>
              <a:ext uri="{FF2B5EF4-FFF2-40B4-BE49-F238E27FC236}">
                <a16:creationId xmlns:a16="http://schemas.microsoft.com/office/drawing/2014/main" id="{D4BBF527-F30D-93D8-7A32-C9601C13B000}"/>
              </a:ext>
            </a:extLst>
          </p:cNvPr>
          <p:cNvSpPr txBox="1"/>
          <p:nvPr/>
        </p:nvSpPr>
        <p:spPr>
          <a:xfrm>
            <a:off x="2609850" y="11553825"/>
            <a:ext cx="1555750" cy="167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  <a:p>
            <a:pPr defTabSz="1285875" eaLnBrk="1" fontAlgn="auto"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sz="24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xx</a:t>
            </a:r>
          </a:p>
        </p:txBody>
      </p:sp>
      <p:pic>
        <p:nvPicPr>
          <p:cNvPr id="46177" name="Logo_Scisports.png" descr="Logo_Scisports.png">
            <a:hlinkClick r:id="rId2"/>
            <a:extLst>
              <a:ext uri="{FF2B5EF4-FFF2-40B4-BE49-F238E27FC236}">
                <a16:creationId xmlns:a16="http://schemas.microsoft.com/office/drawing/2014/main" id="{A6ECC0A9-5DC5-138F-DED5-B77880672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8"/>
          <a:stretch>
            <a:fillRect/>
          </a:stretch>
        </p:blipFill>
        <p:spPr bwMode="auto">
          <a:xfrm>
            <a:off x="16586200" y="785813"/>
            <a:ext cx="923925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204" name="Browse…">
            <a:hlinkClick r:id="rId4" action="ppaction://hlinksldjump"/>
            <a:extLst>
              <a:ext uri="{FF2B5EF4-FFF2-40B4-BE49-F238E27FC236}">
                <a16:creationId xmlns:a16="http://schemas.microsoft.com/office/drawing/2014/main" id="{6EE9EEEA-5387-C21F-D905-17410937DB9C}"/>
              </a:ext>
            </a:extLst>
          </p:cNvPr>
          <p:cNvSpPr/>
          <p:nvPr/>
        </p:nvSpPr>
        <p:spPr>
          <a:xfrm>
            <a:off x="463550" y="296863"/>
            <a:ext cx="1397000" cy="1397000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8" eaLnBrk="1" fontAlgn="auto">
              <a:spcBef>
                <a:spcPts val="0"/>
              </a:spcBef>
              <a:spcAft>
                <a:spcPts val="0"/>
              </a:spcAft>
              <a:defRPr sz="260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600" kern="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Browse </a:t>
            </a:r>
          </a:p>
          <a:p>
            <a:pPr algn="ctr" defTabSz="2438338" eaLnBrk="1" fontAlgn="auto">
              <a:spcBef>
                <a:spcPts val="0"/>
              </a:spcBef>
              <a:spcAft>
                <a:spcPts val="0"/>
              </a:spcAft>
              <a:defRPr sz="260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600" kern="0" cap="all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rPr>
              <a:t>Foto</a:t>
            </a:r>
          </a:p>
        </p:txBody>
      </p:sp>
      <p:sp>
        <p:nvSpPr>
          <p:cNvPr id="1205" name="Onverstoorbaarheid">
            <a:extLst>
              <a:ext uri="{FF2B5EF4-FFF2-40B4-BE49-F238E27FC236}">
                <a16:creationId xmlns:a16="http://schemas.microsoft.com/office/drawing/2014/main" id="{EF35A00D-CCB1-FC7A-E557-4819C4CE153F}"/>
              </a:ext>
            </a:extLst>
          </p:cNvPr>
          <p:cNvSpPr txBox="1"/>
          <p:nvPr/>
        </p:nvSpPr>
        <p:spPr>
          <a:xfrm>
            <a:off x="16838613" y="7521575"/>
            <a:ext cx="2870200" cy="3429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20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Onverstoorbaarheid</a:t>
            </a:r>
          </a:p>
        </p:txBody>
      </p:sp>
      <p:sp>
        <p:nvSpPr>
          <p:cNvPr id="1206" name="Star">
            <a:extLst>
              <a:ext uri="{FF2B5EF4-FFF2-40B4-BE49-F238E27FC236}">
                <a16:creationId xmlns:a16="http://schemas.microsoft.com/office/drawing/2014/main" id="{D9EBDD49-33BF-E3E5-B604-64B062152761}"/>
              </a:ext>
            </a:extLst>
          </p:cNvPr>
          <p:cNvSpPr/>
          <p:nvPr/>
        </p:nvSpPr>
        <p:spPr>
          <a:xfrm>
            <a:off x="20512088" y="7502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7" name="Star">
            <a:extLst>
              <a:ext uri="{FF2B5EF4-FFF2-40B4-BE49-F238E27FC236}">
                <a16:creationId xmlns:a16="http://schemas.microsoft.com/office/drawing/2014/main" id="{BF7BA752-6BDE-2B86-4AA8-B5C72B6EDB86}"/>
              </a:ext>
            </a:extLst>
          </p:cNvPr>
          <p:cNvSpPr/>
          <p:nvPr/>
        </p:nvSpPr>
        <p:spPr>
          <a:xfrm>
            <a:off x="20851813" y="7502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8" name="Star">
            <a:extLst>
              <a:ext uri="{FF2B5EF4-FFF2-40B4-BE49-F238E27FC236}">
                <a16:creationId xmlns:a16="http://schemas.microsoft.com/office/drawing/2014/main" id="{5CB0AB20-6120-0501-48EF-84FA15B6A8C5}"/>
              </a:ext>
            </a:extLst>
          </p:cNvPr>
          <p:cNvSpPr/>
          <p:nvPr/>
        </p:nvSpPr>
        <p:spPr>
          <a:xfrm>
            <a:off x="21189950" y="750252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09" name="Star">
            <a:extLst>
              <a:ext uri="{FF2B5EF4-FFF2-40B4-BE49-F238E27FC236}">
                <a16:creationId xmlns:a16="http://schemas.microsoft.com/office/drawing/2014/main" id="{E52768AE-0E97-0736-F420-C977E203504A}"/>
              </a:ext>
            </a:extLst>
          </p:cNvPr>
          <p:cNvSpPr/>
          <p:nvPr/>
        </p:nvSpPr>
        <p:spPr>
          <a:xfrm>
            <a:off x="21528088" y="7502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0" name="Star">
            <a:extLst>
              <a:ext uri="{FF2B5EF4-FFF2-40B4-BE49-F238E27FC236}">
                <a16:creationId xmlns:a16="http://schemas.microsoft.com/office/drawing/2014/main" id="{DC47999E-FDAF-3D3C-F62C-FE9C8BA26CF7}"/>
              </a:ext>
            </a:extLst>
          </p:cNvPr>
          <p:cNvSpPr/>
          <p:nvPr/>
        </p:nvSpPr>
        <p:spPr>
          <a:xfrm>
            <a:off x="21861463" y="7502525"/>
            <a:ext cx="298450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1" name="Star">
            <a:extLst>
              <a:ext uri="{FF2B5EF4-FFF2-40B4-BE49-F238E27FC236}">
                <a16:creationId xmlns:a16="http://schemas.microsoft.com/office/drawing/2014/main" id="{C690ED71-FA18-1FD6-139D-E44CAEFA2414}"/>
              </a:ext>
            </a:extLst>
          </p:cNvPr>
          <p:cNvSpPr/>
          <p:nvPr/>
        </p:nvSpPr>
        <p:spPr>
          <a:xfrm>
            <a:off x="22201188" y="7502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2" name="Star">
            <a:extLst>
              <a:ext uri="{FF2B5EF4-FFF2-40B4-BE49-F238E27FC236}">
                <a16:creationId xmlns:a16="http://schemas.microsoft.com/office/drawing/2014/main" id="{2905B717-7660-A730-6A0C-CE7D5203B7A1}"/>
              </a:ext>
            </a:extLst>
          </p:cNvPr>
          <p:cNvSpPr/>
          <p:nvPr/>
        </p:nvSpPr>
        <p:spPr>
          <a:xfrm>
            <a:off x="22539325" y="750252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3" name="Star">
            <a:extLst>
              <a:ext uri="{FF2B5EF4-FFF2-40B4-BE49-F238E27FC236}">
                <a16:creationId xmlns:a16="http://schemas.microsoft.com/office/drawing/2014/main" id="{ABE6A32E-6FA9-603D-779E-4B9137EC807C}"/>
              </a:ext>
            </a:extLst>
          </p:cNvPr>
          <p:cNvSpPr/>
          <p:nvPr/>
        </p:nvSpPr>
        <p:spPr>
          <a:xfrm>
            <a:off x="22877463" y="7502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4" name="Star">
            <a:extLst>
              <a:ext uri="{FF2B5EF4-FFF2-40B4-BE49-F238E27FC236}">
                <a16:creationId xmlns:a16="http://schemas.microsoft.com/office/drawing/2014/main" id="{99F2E1E3-176E-211D-E842-0557E070473F}"/>
              </a:ext>
            </a:extLst>
          </p:cNvPr>
          <p:cNvSpPr/>
          <p:nvPr/>
        </p:nvSpPr>
        <p:spPr>
          <a:xfrm>
            <a:off x="23212425" y="7502525"/>
            <a:ext cx="296863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5" name="Star">
            <a:extLst>
              <a:ext uri="{FF2B5EF4-FFF2-40B4-BE49-F238E27FC236}">
                <a16:creationId xmlns:a16="http://schemas.microsoft.com/office/drawing/2014/main" id="{4BCDB979-F2AD-9CCA-BD51-4ACE03914481}"/>
              </a:ext>
            </a:extLst>
          </p:cNvPr>
          <p:cNvSpPr/>
          <p:nvPr/>
        </p:nvSpPr>
        <p:spPr>
          <a:xfrm>
            <a:off x="23550563" y="7502525"/>
            <a:ext cx="296862" cy="3302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16" name="GOALKeeper #01">
            <a:extLst>
              <a:ext uri="{FF2B5EF4-FFF2-40B4-BE49-F238E27FC236}">
                <a16:creationId xmlns:a16="http://schemas.microsoft.com/office/drawing/2014/main" id="{000A88C5-FB3E-3CDD-5BAD-23154D3B9952}"/>
              </a:ext>
            </a:extLst>
          </p:cNvPr>
          <p:cNvSpPr txBox="1"/>
          <p:nvPr/>
        </p:nvSpPr>
        <p:spPr>
          <a:xfrm>
            <a:off x="374650" y="10045700"/>
            <a:ext cx="3265488" cy="660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sz="3800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GOALKeeper #01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8" name="Tabel 1">
            <a:extLst>
              <a:ext uri="{FF2B5EF4-FFF2-40B4-BE49-F238E27FC236}">
                <a16:creationId xmlns:a16="http://schemas.microsoft.com/office/drawing/2014/main" id="{BAA581CB-B51A-929B-9F5B-2D367A9B9A90}"/>
              </a:ext>
            </a:extLst>
          </p:cNvPr>
          <p:cNvGraphicFramePr/>
          <p:nvPr/>
        </p:nvGraphicFramePr>
        <p:xfrm>
          <a:off x="4052888" y="673100"/>
          <a:ext cx="17865725" cy="123698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3573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73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2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731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24527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GK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Vermenigvuldigingsfactor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Resultaat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Handling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Voorkomen vs verdedigen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Bal verwerking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Wendbaarheid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MOED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1.1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/>
                      <a:r>
                        <a: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Onverstoorbaarheid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>
                        <a:def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endParaRPr sz="26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1285875">
                        <a:defRPr sz="2600" b="1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  <a:endParaRPr sz="26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4527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0.00</a:t>
                      </a:r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  <a:endParaRPr sz="3200"/>
                    </a:p>
                  </a:txBody>
                  <a:tcPr marL="50798" marR="50798" marT="50799" marB="50799"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9">
            <a:extLst>
              <a:ext uri="{FF2B5EF4-FFF2-40B4-BE49-F238E27FC236}">
                <a16:creationId xmlns:a16="http://schemas.microsoft.com/office/drawing/2014/main" id="{D098A1F4-8798-DE56-3CBB-266C99BE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950" y="4954588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9</a:t>
            </a:r>
          </a:p>
        </p:txBody>
      </p:sp>
      <p:sp>
        <p:nvSpPr>
          <p:cNvPr id="48131" name="11">
            <a:extLst>
              <a:ext uri="{FF2B5EF4-FFF2-40B4-BE49-F238E27FC236}">
                <a16:creationId xmlns:a16="http://schemas.microsoft.com/office/drawing/2014/main" id="{FC666651-FB64-EE18-155D-A559A8068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96025" y="527526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7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11</a:t>
            </a:r>
          </a:p>
        </p:txBody>
      </p:sp>
      <p:sp>
        <p:nvSpPr>
          <p:cNvPr id="48132" name="7">
            <a:extLst>
              <a:ext uri="{FF2B5EF4-FFF2-40B4-BE49-F238E27FC236}">
                <a16:creationId xmlns:a16="http://schemas.microsoft.com/office/drawing/2014/main" id="{F7CF55A0-DEED-7945-B9AB-23DBDA28A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8288" y="5275263"/>
            <a:ext cx="658812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7</a:t>
            </a:r>
          </a:p>
        </p:txBody>
      </p:sp>
      <p:sp>
        <p:nvSpPr>
          <p:cNvPr id="48133" name="5">
            <a:extLst>
              <a:ext uri="{FF2B5EF4-FFF2-40B4-BE49-F238E27FC236}">
                <a16:creationId xmlns:a16="http://schemas.microsoft.com/office/drawing/2014/main" id="{328B4635-EC4C-C27D-F078-7CE548B24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00775" y="8342313"/>
            <a:ext cx="657225" cy="68103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5</a:t>
            </a:r>
          </a:p>
        </p:txBody>
      </p:sp>
      <p:sp>
        <p:nvSpPr>
          <p:cNvPr id="48134" name="2">
            <a:extLst>
              <a:ext uri="{FF2B5EF4-FFF2-40B4-BE49-F238E27FC236}">
                <a16:creationId xmlns:a16="http://schemas.microsoft.com/office/drawing/2014/main" id="{7E618F7D-33D9-555A-415A-A80D2FB30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5288" y="8342313"/>
            <a:ext cx="657225" cy="68103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2</a:t>
            </a:r>
          </a:p>
        </p:txBody>
      </p:sp>
      <p:sp>
        <p:nvSpPr>
          <p:cNvPr id="48135" name="4">
            <a:extLst>
              <a:ext uri="{FF2B5EF4-FFF2-40B4-BE49-F238E27FC236}">
                <a16:creationId xmlns:a16="http://schemas.microsoft.com/office/drawing/2014/main" id="{5E3ECE10-A588-5DBC-9323-6495A05CC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31038" y="890111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4</a:t>
            </a:r>
          </a:p>
        </p:txBody>
      </p:sp>
      <p:sp>
        <p:nvSpPr>
          <p:cNvPr id="48136" name="3">
            <a:extLst>
              <a:ext uri="{FF2B5EF4-FFF2-40B4-BE49-F238E27FC236}">
                <a16:creationId xmlns:a16="http://schemas.microsoft.com/office/drawing/2014/main" id="{27FEDA5F-68FF-A242-D3B0-63609B718E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28038" y="890111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3</a:t>
            </a:r>
          </a:p>
        </p:txBody>
      </p:sp>
      <p:sp>
        <p:nvSpPr>
          <p:cNvPr id="48137" name="1">
            <a:extLst>
              <a:ext uri="{FF2B5EF4-FFF2-40B4-BE49-F238E27FC236}">
                <a16:creationId xmlns:a16="http://schemas.microsoft.com/office/drawing/2014/main" id="{087CA105-1836-D5C3-D441-813A5AEC8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27950" y="9761538"/>
            <a:ext cx="657225" cy="682625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solidFill>
                  <a:srgbClr val="FFFFFF"/>
                </a:solidFill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</a:t>
            </a:r>
          </a:p>
        </p:txBody>
      </p:sp>
      <p:sp>
        <p:nvSpPr>
          <p:cNvPr id="48138" name="6">
            <a:extLst>
              <a:ext uri="{FF2B5EF4-FFF2-40B4-BE49-F238E27FC236}">
                <a16:creationId xmlns:a16="http://schemas.microsoft.com/office/drawing/2014/main" id="{9E52E0B4-7354-D3F7-6602-78912D150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53375" y="7600950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6</a:t>
            </a:r>
          </a:p>
        </p:txBody>
      </p:sp>
      <p:sp>
        <p:nvSpPr>
          <p:cNvPr id="48139" name="8">
            <a:extLst>
              <a:ext uri="{FF2B5EF4-FFF2-40B4-BE49-F238E27FC236}">
                <a16:creationId xmlns:a16="http://schemas.microsoft.com/office/drawing/2014/main" id="{DDDCF3C7-1E38-35EA-0890-7FC4CC79C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21538" y="6913563"/>
            <a:ext cx="657225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8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8</a:t>
            </a:r>
          </a:p>
        </p:txBody>
      </p:sp>
      <p:sp>
        <p:nvSpPr>
          <p:cNvPr id="48140" name="10">
            <a:extLst>
              <a:ext uri="{FF2B5EF4-FFF2-40B4-BE49-F238E27FC236}">
                <a16:creationId xmlns:a16="http://schemas.microsoft.com/office/drawing/2014/main" id="{82DA4D78-8FD0-F277-B7B7-70ADBE290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2775" y="6424613"/>
            <a:ext cx="658813" cy="68262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  <a:headEnd/>
            <a:tailEnd/>
          </a:ln>
        </p:spPr>
        <p:txBody>
          <a:bodyPr lIns="71437" tIns="71437" rIns="71437" bIns="71437" anchor="ctr"/>
          <a:lstStyle>
            <a:lvl1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1pPr>
            <a:lvl2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2pPr>
            <a:lvl3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3pPr>
            <a:lvl4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4pPr>
            <a:lvl5pPr defTabSz="820738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5pPr>
            <a:lvl6pPr marL="4572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6pPr>
            <a:lvl7pPr marL="9144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7pPr>
            <a:lvl8pPr marL="13716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8pPr>
            <a:lvl9pPr marL="1828800" indent="1828800" defTabSz="820738" eaLnBrk="0" fontAlgn="base" hangingPunct="0">
              <a:lnSpc>
                <a:spcPct val="90000"/>
              </a:lnSpc>
              <a:spcBef>
                <a:spcPts val="45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Helvetica Neue" charset="0"/>
                <a:ea typeface="Helvetica Neue" charset="0"/>
                <a:cs typeface="Helvetica Neue" charset="0"/>
                <a:sym typeface="Helvetica Neue" charset="0"/>
              </a:defRPr>
            </a:lvl9pPr>
          </a:lstStyle>
          <a:p>
            <a:pPr algn="ctr" eaLnBrk="1">
              <a:lnSpc>
                <a:spcPct val="100000"/>
              </a:lnSpc>
              <a:spcBef>
                <a:spcPct val="0"/>
              </a:spcBef>
            </a:pPr>
            <a:r>
              <a:rPr lang="LID4096" altLang="LID4096" sz="2600">
                <a:latin typeface="Futura Condensed" charset="0"/>
                <a:ea typeface="Futura Condensed" charset="0"/>
                <a:cs typeface="Futura Condensed" charset="0"/>
                <a:sym typeface="Futura Condensed" charset="0"/>
              </a:rPr>
              <a:t>10</a:t>
            </a:r>
          </a:p>
        </p:txBody>
      </p:sp>
      <p:sp>
        <p:nvSpPr>
          <p:cNvPr id="1231" name="TextBox 17">
            <a:hlinkClick r:id="rId2" action="ppaction://hlinksldjump"/>
            <a:extLst>
              <a:ext uri="{FF2B5EF4-FFF2-40B4-BE49-F238E27FC236}">
                <a16:creationId xmlns:a16="http://schemas.microsoft.com/office/drawing/2014/main" id="{1382DB1A-FB80-F0D0-DD27-3B160B36328C}"/>
              </a:ext>
            </a:extLst>
          </p:cNvPr>
          <p:cNvSpPr txBox="1"/>
          <p:nvPr/>
        </p:nvSpPr>
        <p:spPr>
          <a:xfrm>
            <a:off x="2681288" y="6149975"/>
            <a:ext cx="4370387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Handling</a:t>
            </a:r>
          </a:p>
        </p:txBody>
      </p:sp>
      <p:sp>
        <p:nvSpPr>
          <p:cNvPr id="1232" name="TextBox 17">
            <a:hlinkClick r:id="rId3" action="ppaction://hlinksldjump"/>
            <a:extLst>
              <a:ext uri="{FF2B5EF4-FFF2-40B4-BE49-F238E27FC236}">
                <a16:creationId xmlns:a16="http://schemas.microsoft.com/office/drawing/2014/main" id="{1B1C504A-28AE-A8A4-8289-33C78B4BA746}"/>
              </a:ext>
            </a:extLst>
          </p:cNvPr>
          <p:cNvSpPr txBox="1"/>
          <p:nvPr/>
        </p:nvSpPr>
        <p:spPr>
          <a:xfrm>
            <a:off x="2700338" y="7045325"/>
            <a:ext cx="4371975" cy="787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Voorkomen vs verdedigen</a:t>
            </a:r>
          </a:p>
        </p:txBody>
      </p:sp>
      <p:sp>
        <p:nvSpPr>
          <p:cNvPr id="1233" name="TextBox 17">
            <a:hlinkClick r:id="rId4" action="ppaction://hlinksldjump"/>
            <a:extLst>
              <a:ext uri="{FF2B5EF4-FFF2-40B4-BE49-F238E27FC236}">
                <a16:creationId xmlns:a16="http://schemas.microsoft.com/office/drawing/2014/main" id="{49FAF6A8-2155-CBC1-C2C6-FEAB9A6921C9}"/>
              </a:ext>
            </a:extLst>
          </p:cNvPr>
          <p:cNvSpPr txBox="1"/>
          <p:nvPr/>
        </p:nvSpPr>
        <p:spPr>
          <a:xfrm>
            <a:off x="2700338" y="9967913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Bal verwerking</a:t>
            </a:r>
          </a:p>
        </p:txBody>
      </p:sp>
      <p:sp>
        <p:nvSpPr>
          <p:cNvPr id="1234" name="TextBox 17">
            <a:hlinkClick r:id="rId5" action="ppaction://hlinksldjump"/>
            <a:extLst>
              <a:ext uri="{FF2B5EF4-FFF2-40B4-BE49-F238E27FC236}">
                <a16:creationId xmlns:a16="http://schemas.microsoft.com/office/drawing/2014/main" id="{E7BC61D5-DEEE-4FA5-F55A-50B1858FC7D2}"/>
              </a:ext>
            </a:extLst>
          </p:cNvPr>
          <p:cNvSpPr txBox="1"/>
          <p:nvPr/>
        </p:nvSpPr>
        <p:spPr>
          <a:xfrm>
            <a:off x="7588250" y="6169025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  <p:sp>
        <p:nvSpPr>
          <p:cNvPr id="1235" name="TextBox 17">
            <a:hlinkClick r:id="rId6" action="ppaction://hlinksldjump"/>
            <a:extLst>
              <a:ext uri="{FF2B5EF4-FFF2-40B4-BE49-F238E27FC236}">
                <a16:creationId xmlns:a16="http://schemas.microsoft.com/office/drawing/2014/main" id="{F4E65512-C533-1586-44DD-DD3CCD76C3A0}"/>
              </a:ext>
            </a:extLst>
          </p:cNvPr>
          <p:cNvSpPr txBox="1"/>
          <p:nvPr/>
        </p:nvSpPr>
        <p:spPr>
          <a:xfrm>
            <a:off x="12366625" y="6157913"/>
            <a:ext cx="4370388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MOED</a:t>
            </a:r>
          </a:p>
        </p:txBody>
      </p:sp>
      <p:sp>
        <p:nvSpPr>
          <p:cNvPr id="1236" name="TextBox 17">
            <a:hlinkClick r:id="rId7" action="ppaction://hlinksldjump"/>
            <a:extLst>
              <a:ext uri="{FF2B5EF4-FFF2-40B4-BE49-F238E27FC236}">
                <a16:creationId xmlns:a16="http://schemas.microsoft.com/office/drawing/2014/main" id="{FD111CBF-A09E-171F-AD63-E827B0E943B1}"/>
              </a:ext>
            </a:extLst>
          </p:cNvPr>
          <p:cNvSpPr txBox="1"/>
          <p:nvPr/>
        </p:nvSpPr>
        <p:spPr>
          <a:xfrm>
            <a:off x="12420600" y="9967913"/>
            <a:ext cx="4371975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5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Onverstoorbaarheid</a:t>
            </a:r>
          </a:p>
        </p:txBody>
      </p:sp>
      <p:sp>
        <p:nvSpPr>
          <p:cNvPr id="1237" name="Goalkeeper #01">
            <a:extLst>
              <a:ext uri="{FF2B5EF4-FFF2-40B4-BE49-F238E27FC236}">
                <a16:creationId xmlns:a16="http://schemas.microsoft.com/office/drawing/2014/main" id="{079A3AB9-E732-BDAA-50B5-F740C424E521}"/>
              </a:ext>
            </a:extLst>
          </p:cNvPr>
          <p:cNvSpPr txBox="1"/>
          <p:nvPr/>
        </p:nvSpPr>
        <p:spPr>
          <a:xfrm>
            <a:off x="2584450" y="42863"/>
            <a:ext cx="11136313" cy="927100"/>
          </a:xfrm>
          <a:prstGeom prst="rect">
            <a:avLst/>
          </a:prstGeom>
          <a:ln w="12700">
            <a:miter lim="400000"/>
          </a:ln>
          <a:effectLst>
            <a:outerShdw blurRad="38100" dist="57611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sz="6000" b="1" cap="all">
                <a:solidFill>
                  <a:srgbClr val="18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Goalkeeper #01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TextBox 31">
            <a:extLst>
              <a:ext uri="{FF2B5EF4-FFF2-40B4-BE49-F238E27FC236}">
                <a16:creationId xmlns:a16="http://schemas.microsoft.com/office/drawing/2014/main" id="{3EEA772A-E29D-1EDD-91A7-91ECF769B0FE}"/>
              </a:ext>
            </a:extLst>
          </p:cNvPr>
          <p:cNvSpPr txBox="1"/>
          <p:nvPr/>
        </p:nvSpPr>
        <p:spPr>
          <a:xfrm>
            <a:off x="469900" y="4584700"/>
            <a:ext cx="4887913" cy="2235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 de 16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Buiten de 16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1 op 1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Standaard situaties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Positie kiezen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240" name="TextBox 30">
            <a:extLst>
              <a:ext uri="{FF2B5EF4-FFF2-40B4-BE49-F238E27FC236}">
                <a16:creationId xmlns:a16="http://schemas.microsoft.com/office/drawing/2014/main" id="{701F16E0-18F9-5A7E-5196-FBA4946B5C7D}"/>
              </a:ext>
            </a:extLst>
          </p:cNvPr>
          <p:cNvSpPr txBox="1"/>
          <p:nvPr/>
        </p:nvSpPr>
        <p:spPr>
          <a:xfrm>
            <a:off x="241300" y="2700338"/>
            <a:ext cx="5889625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“Houdt veel ballen tegen”</a:t>
            </a:r>
          </a:p>
        </p:txBody>
      </p:sp>
      <p:sp>
        <p:nvSpPr>
          <p:cNvPr id="1241" name="TextBox 17">
            <a:extLst>
              <a:ext uri="{FF2B5EF4-FFF2-40B4-BE49-F238E27FC236}">
                <a16:creationId xmlns:a16="http://schemas.microsoft.com/office/drawing/2014/main" id="{744B261E-3978-5F65-B1DC-AB66A8A0C1D4}"/>
              </a:ext>
            </a:extLst>
          </p:cNvPr>
          <p:cNvSpPr txBox="1"/>
          <p:nvPr/>
        </p:nvSpPr>
        <p:spPr>
          <a:xfrm>
            <a:off x="242888" y="1214438"/>
            <a:ext cx="5878512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Handling</a:t>
            </a:r>
          </a:p>
        </p:txBody>
      </p:sp>
      <p:sp>
        <p:nvSpPr>
          <p:cNvPr id="1242" name="TextBox 31">
            <a:extLst>
              <a:ext uri="{FF2B5EF4-FFF2-40B4-BE49-F238E27FC236}">
                <a16:creationId xmlns:a16="http://schemas.microsoft.com/office/drawing/2014/main" id="{0CF161D8-31DE-3FE9-DC7C-64A89269B432}"/>
              </a:ext>
            </a:extLst>
          </p:cNvPr>
          <p:cNvSpPr txBox="1"/>
          <p:nvPr/>
        </p:nvSpPr>
        <p:spPr>
          <a:xfrm>
            <a:off x="6438900" y="4584700"/>
            <a:ext cx="4887913" cy="2235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Positie kiezen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Coaching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Keuzes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Vervolg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243" name="TextBox 30">
            <a:extLst>
              <a:ext uri="{FF2B5EF4-FFF2-40B4-BE49-F238E27FC236}">
                <a16:creationId xmlns:a16="http://schemas.microsoft.com/office/drawing/2014/main" id="{3EFC9EE9-3BFD-E312-23D5-928280A76645}"/>
              </a:ext>
            </a:extLst>
          </p:cNvPr>
          <p:cNvSpPr txBox="1"/>
          <p:nvPr/>
        </p:nvSpPr>
        <p:spPr>
          <a:xfrm>
            <a:off x="6232525" y="2298700"/>
            <a:ext cx="5891213" cy="1219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“Lezen, anticiperen en reageren 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op 1vs1, diepte bespelen </a:t>
            </a:r>
          </a:p>
          <a:p>
            <a:pPr algn="ctr" defTabSz="1285875" eaLnBrk="1" fontAlgn="auto"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en flankballen”</a:t>
            </a:r>
          </a:p>
        </p:txBody>
      </p:sp>
      <p:sp>
        <p:nvSpPr>
          <p:cNvPr id="1244" name="TextBox 17">
            <a:extLst>
              <a:ext uri="{FF2B5EF4-FFF2-40B4-BE49-F238E27FC236}">
                <a16:creationId xmlns:a16="http://schemas.microsoft.com/office/drawing/2014/main" id="{3BB65871-F848-78EB-CA92-462602C8CDB0}"/>
              </a:ext>
            </a:extLst>
          </p:cNvPr>
          <p:cNvSpPr txBox="1"/>
          <p:nvPr/>
        </p:nvSpPr>
        <p:spPr>
          <a:xfrm>
            <a:off x="6234113" y="1295400"/>
            <a:ext cx="5878512" cy="482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1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Voorkomen vs verdedigen</a:t>
            </a:r>
          </a:p>
        </p:txBody>
      </p:sp>
      <p:sp>
        <p:nvSpPr>
          <p:cNvPr id="1245" name="TextBox 30">
            <a:extLst>
              <a:ext uri="{FF2B5EF4-FFF2-40B4-BE49-F238E27FC236}">
                <a16:creationId xmlns:a16="http://schemas.microsoft.com/office/drawing/2014/main" id="{9F56AA4E-0544-2D76-4A3C-71A09BD5469E}"/>
              </a:ext>
            </a:extLst>
          </p:cNvPr>
          <p:cNvSpPr txBox="1"/>
          <p:nvPr/>
        </p:nvSpPr>
        <p:spPr>
          <a:xfrm>
            <a:off x="12222163" y="2705100"/>
            <a:ext cx="5891212" cy="4064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“Uittrappen, passen en gooien”</a:t>
            </a:r>
          </a:p>
        </p:txBody>
      </p:sp>
      <p:sp>
        <p:nvSpPr>
          <p:cNvPr id="1246" name="TextBox 17">
            <a:extLst>
              <a:ext uri="{FF2B5EF4-FFF2-40B4-BE49-F238E27FC236}">
                <a16:creationId xmlns:a16="http://schemas.microsoft.com/office/drawing/2014/main" id="{CE674F5A-5D09-A45A-2EC1-D6CFB76B3807}"/>
              </a:ext>
            </a:extLst>
          </p:cNvPr>
          <p:cNvSpPr txBox="1"/>
          <p:nvPr/>
        </p:nvSpPr>
        <p:spPr>
          <a:xfrm>
            <a:off x="12223750" y="1231900"/>
            <a:ext cx="5878513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BAL Verwerking</a:t>
            </a:r>
          </a:p>
        </p:txBody>
      </p:sp>
      <p:sp>
        <p:nvSpPr>
          <p:cNvPr id="1247" name="TextBox 31">
            <a:extLst>
              <a:ext uri="{FF2B5EF4-FFF2-40B4-BE49-F238E27FC236}">
                <a16:creationId xmlns:a16="http://schemas.microsoft.com/office/drawing/2014/main" id="{7B083EE6-2815-4CA0-A447-2CC6C599053F}"/>
              </a:ext>
            </a:extLst>
          </p:cNvPr>
          <p:cNvSpPr txBox="1"/>
          <p:nvPr/>
        </p:nvSpPr>
        <p:spPr>
          <a:xfrm>
            <a:off x="12439650" y="4584700"/>
            <a:ext cx="5102225" cy="2514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Snelheid van acties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Type passes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 spc="-53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 spc="-53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Beide benen / armen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 &amp; timing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Snelheid &amp; hoogte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Voorbereiding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Hoe vaak?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Eindresultaat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248" name="TextBox 31">
            <a:extLst>
              <a:ext uri="{FF2B5EF4-FFF2-40B4-BE49-F238E27FC236}">
                <a16:creationId xmlns:a16="http://schemas.microsoft.com/office/drawing/2014/main" id="{5B44C735-11E9-2991-D6A7-13151A797224}"/>
              </a:ext>
            </a:extLst>
          </p:cNvPr>
          <p:cNvSpPr txBox="1"/>
          <p:nvPr/>
        </p:nvSpPr>
        <p:spPr>
          <a:xfrm>
            <a:off x="18441988" y="4584700"/>
            <a:ext cx="3779837" cy="1955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(Reactie) snelheid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Voetenwerk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Balans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Zwaartepunt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Richtingsverandering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Mobiliteit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249" name="TextBox 30">
            <a:extLst>
              <a:ext uri="{FF2B5EF4-FFF2-40B4-BE49-F238E27FC236}">
                <a16:creationId xmlns:a16="http://schemas.microsoft.com/office/drawing/2014/main" id="{F83941A1-7513-2048-4DD0-E5FCE74511AA}"/>
              </a:ext>
            </a:extLst>
          </p:cNvPr>
          <p:cNvSpPr txBox="1"/>
          <p:nvPr/>
        </p:nvSpPr>
        <p:spPr>
          <a:xfrm>
            <a:off x="18203863" y="2339975"/>
            <a:ext cx="5889625" cy="1138238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“Snel en effectief de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lichaamspositie- en richting </a:t>
            </a:r>
          </a:p>
          <a:p>
            <a:pPr algn="ctr" defTabSz="1285875" eaLnBrk="1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2600" kern="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kunnen veranderen”</a:t>
            </a:r>
          </a:p>
        </p:txBody>
      </p:sp>
      <p:sp>
        <p:nvSpPr>
          <p:cNvPr id="1250" name="TextBox 17">
            <a:extLst>
              <a:ext uri="{FF2B5EF4-FFF2-40B4-BE49-F238E27FC236}">
                <a16:creationId xmlns:a16="http://schemas.microsoft.com/office/drawing/2014/main" id="{60888E40-8F23-ABE4-B364-D3C477F763D6}"/>
              </a:ext>
            </a:extLst>
          </p:cNvPr>
          <p:cNvSpPr txBox="1"/>
          <p:nvPr/>
        </p:nvSpPr>
        <p:spPr>
          <a:xfrm>
            <a:off x="18205450" y="1231900"/>
            <a:ext cx="5878513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wendbaarheid</a:t>
            </a:r>
          </a:p>
        </p:txBody>
      </p:sp>
      <p:sp>
        <p:nvSpPr>
          <p:cNvPr id="1251" name="TextBox 30">
            <a:extLst>
              <a:ext uri="{FF2B5EF4-FFF2-40B4-BE49-F238E27FC236}">
                <a16:creationId xmlns:a16="http://schemas.microsoft.com/office/drawing/2014/main" id="{755021AF-425E-BBCD-7B65-FDE7539DC1F8}"/>
              </a:ext>
            </a:extLst>
          </p:cNvPr>
          <p:cNvSpPr txBox="1"/>
          <p:nvPr/>
        </p:nvSpPr>
        <p:spPr>
          <a:xfrm>
            <a:off x="550863" y="8758238"/>
            <a:ext cx="5359400" cy="812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“Volhouden van de positie specifieke voetbalacties”</a:t>
            </a:r>
          </a:p>
        </p:txBody>
      </p:sp>
      <p:sp>
        <p:nvSpPr>
          <p:cNvPr id="1252" name="TextBox 17">
            <a:extLst>
              <a:ext uri="{FF2B5EF4-FFF2-40B4-BE49-F238E27FC236}">
                <a16:creationId xmlns:a16="http://schemas.microsoft.com/office/drawing/2014/main" id="{95775C82-EC56-CD2A-5AF5-A000C85FF495}"/>
              </a:ext>
            </a:extLst>
          </p:cNvPr>
          <p:cNvSpPr txBox="1"/>
          <p:nvPr/>
        </p:nvSpPr>
        <p:spPr>
          <a:xfrm>
            <a:off x="263525" y="7473950"/>
            <a:ext cx="5883275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MOED</a:t>
            </a:r>
          </a:p>
        </p:txBody>
      </p:sp>
      <p:sp>
        <p:nvSpPr>
          <p:cNvPr id="1253" name="TextBox 31">
            <a:extLst>
              <a:ext uri="{FF2B5EF4-FFF2-40B4-BE49-F238E27FC236}">
                <a16:creationId xmlns:a16="http://schemas.microsoft.com/office/drawing/2014/main" id="{D53D4D45-1DCB-D93E-5EF5-367B4D5ED1B5}"/>
              </a:ext>
            </a:extLst>
          </p:cNvPr>
          <p:cNvSpPr txBox="1"/>
          <p:nvPr/>
        </p:nvSpPr>
        <p:spPr>
          <a:xfrm>
            <a:off x="479425" y="10841038"/>
            <a:ext cx="2751138" cy="2235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Initiatief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Risico’s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Vrijheid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Verrassen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Creativiteit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Vrijuit spelen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Zelfvertrouwen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254" name="TextBox 31">
            <a:extLst>
              <a:ext uri="{FF2B5EF4-FFF2-40B4-BE49-F238E27FC236}">
                <a16:creationId xmlns:a16="http://schemas.microsoft.com/office/drawing/2014/main" id="{7DE6AAF6-F8CE-88C5-0C90-E353D5E64DCB}"/>
              </a:ext>
            </a:extLst>
          </p:cNvPr>
          <p:cNvSpPr txBox="1"/>
          <p:nvPr/>
        </p:nvSpPr>
        <p:spPr>
          <a:xfrm>
            <a:off x="6445250" y="10841038"/>
            <a:ext cx="3781425" cy="22352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Stabiel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Beïnvloeden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Solide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In control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Bewust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Reactie na een fout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Omgaan met stress</a:t>
            </a:r>
          </a:p>
          <a:p>
            <a:pPr marL="190500" lvl="1" indent="-190500" defTabSz="1285875" eaLnBrk="1" fontAlgn="auto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1800" kern="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rPr>
              <a:t>?</a:t>
            </a:r>
          </a:p>
        </p:txBody>
      </p:sp>
      <p:sp>
        <p:nvSpPr>
          <p:cNvPr id="1255" name="TextBox 30">
            <a:extLst>
              <a:ext uri="{FF2B5EF4-FFF2-40B4-BE49-F238E27FC236}">
                <a16:creationId xmlns:a16="http://schemas.microsoft.com/office/drawing/2014/main" id="{64EFD78C-B811-3161-B96B-BD92B3464DE1}"/>
              </a:ext>
            </a:extLst>
          </p:cNvPr>
          <p:cNvSpPr txBox="1"/>
          <p:nvPr/>
        </p:nvSpPr>
        <p:spPr>
          <a:xfrm>
            <a:off x="6230938" y="8761413"/>
            <a:ext cx="5891212" cy="74771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25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kern="0"/>
              <a:t>“Voert zijn taken uit ongeacht de omstandigheden”</a:t>
            </a:r>
          </a:p>
        </p:txBody>
      </p:sp>
      <p:sp>
        <p:nvSpPr>
          <p:cNvPr id="1256" name="TextBox 17">
            <a:extLst>
              <a:ext uri="{FF2B5EF4-FFF2-40B4-BE49-F238E27FC236}">
                <a16:creationId xmlns:a16="http://schemas.microsoft.com/office/drawing/2014/main" id="{D9EA270B-C6BE-A976-5A2E-36BE35137B8A}"/>
              </a:ext>
            </a:extLst>
          </p:cNvPr>
          <p:cNvSpPr txBox="1"/>
          <p:nvPr/>
        </p:nvSpPr>
        <p:spPr>
          <a:xfrm>
            <a:off x="6232525" y="7458075"/>
            <a:ext cx="5878513" cy="5588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3600"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kern="0"/>
              <a:t>Onverstoorbaarheid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TextBox 31">
            <a:extLst>
              <a:ext uri="{FF2B5EF4-FFF2-40B4-BE49-F238E27FC236}">
                <a16:creationId xmlns:a16="http://schemas.microsoft.com/office/drawing/2014/main" id="{10C778E6-EE18-E453-B6D2-52F6B6911470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9" name="Star">
            <a:extLst>
              <a:ext uri="{FF2B5EF4-FFF2-40B4-BE49-F238E27FC236}">
                <a16:creationId xmlns:a16="http://schemas.microsoft.com/office/drawing/2014/main" id="{47150323-31AA-1256-B40E-6DD6C3F94FFC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0" name="Star">
            <a:extLst>
              <a:ext uri="{FF2B5EF4-FFF2-40B4-BE49-F238E27FC236}">
                <a16:creationId xmlns:a16="http://schemas.microsoft.com/office/drawing/2014/main" id="{41D6FB4C-1EBA-C6BF-479B-AC9800551D04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1" name="Star">
            <a:extLst>
              <a:ext uri="{FF2B5EF4-FFF2-40B4-BE49-F238E27FC236}">
                <a16:creationId xmlns:a16="http://schemas.microsoft.com/office/drawing/2014/main" id="{FC3908A6-65A9-4C32-1183-171714313CF1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2" name="Star">
            <a:extLst>
              <a:ext uri="{FF2B5EF4-FFF2-40B4-BE49-F238E27FC236}">
                <a16:creationId xmlns:a16="http://schemas.microsoft.com/office/drawing/2014/main" id="{89DEEACB-F1E8-00FA-1EA7-9EF63CB21538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3" name="Star">
            <a:extLst>
              <a:ext uri="{FF2B5EF4-FFF2-40B4-BE49-F238E27FC236}">
                <a16:creationId xmlns:a16="http://schemas.microsoft.com/office/drawing/2014/main" id="{6BC396F9-DD1E-F3C0-EB61-3D6F372F2212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4" name="Star">
            <a:extLst>
              <a:ext uri="{FF2B5EF4-FFF2-40B4-BE49-F238E27FC236}">
                <a16:creationId xmlns:a16="http://schemas.microsoft.com/office/drawing/2014/main" id="{DC77A07C-F07F-B739-D918-136BD5B7729F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5" name="Star">
            <a:extLst>
              <a:ext uri="{FF2B5EF4-FFF2-40B4-BE49-F238E27FC236}">
                <a16:creationId xmlns:a16="http://schemas.microsoft.com/office/drawing/2014/main" id="{3E7DA8F7-A631-FC39-B256-104460B7D3B0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6" name="Star">
            <a:extLst>
              <a:ext uri="{FF2B5EF4-FFF2-40B4-BE49-F238E27FC236}">
                <a16:creationId xmlns:a16="http://schemas.microsoft.com/office/drawing/2014/main" id="{F0C9992C-0CE9-CF4E-B8C1-33F339DD4AC3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7" name="Star">
            <a:extLst>
              <a:ext uri="{FF2B5EF4-FFF2-40B4-BE49-F238E27FC236}">
                <a16:creationId xmlns:a16="http://schemas.microsoft.com/office/drawing/2014/main" id="{8CFEA7E7-EC2A-2089-411B-D8895618FB17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68" name="Star">
            <a:extLst>
              <a:ext uri="{FF2B5EF4-FFF2-40B4-BE49-F238E27FC236}">
                <a16:creationId xmlns:a16="http://schemas.microsoft.com/office/drawing/2014/main" id="{306B60BC-33BC-9682-1195-8B6B56E35315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0189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099413E6-7040-0E53-5D22-E524BAF321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190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1FCA6D0A-4C87-7F52-B624-2A1DCDDE1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TextBox 31">
            <a:extLst>
              <a:ext uri="{FF2B5EF4-FFF2-40B4-BE49-F238E27FC236}">
                <a16:creationId xmlns:a16="http://schemas.microsoft.com/office/drawing/2014/main" id="{C0576F49-302D-D36C-4418-59A1C518064F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73" name="Star">
            <a:extLst>
              <a:ext uri="{FF2B5EF4-FFF2-40B4-BE49-F238E27FC236}">
                <a16:creationId xmlns:a16="http://schemas.microsoft.com/office/drawing/2014/main" id="{17B0988A-9354-07C4-5C49-E6C9F9AA3A15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74" name="Star">
            <a:extLst>
              <a:ext uri="{FF2B5EF4-FFF2-40B4-BE49-F238E27FC236}">
                <a16:creationId xmlns:a16="http://schemas.microsoft.com/office/drawing/2014/main" id="{152422E1-85CB-A285-28DA-A204640429C7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75" name="Star">
            <a:extLst>
              <a:ext uri="{FF2B5EF4-FFF2-40B4-BE49-F238E27FC236}">
                <a16:creationId xmlns:a16="http://schemas.microsoft.com/office/drawing/2014/main" id="{7463A224-0CC5-3873-C168-568D73960113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76" name="Star">
            <a:extLst>
              <a:ext uri="{FF2B5EF4-FFF2-40B4-BE49-F238E27FC236}">
                <a16:creationId xmlns:a16="http://schemas.microsoft.com/office/drawing/2014/main" id="{B91A8F8B-6EAB-5053-E04E-75D616E586D7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77" name="Star">
            <a:extLst>
              <a:ext uri="{FF2B5EF4-FFF2-40B4-BE49-F238E27FC236}">
                <a16:creationId xmlns:a16="http://schemas.microsoft.com/office/drawing/2014/main" id="{A2B7215A-E7DD-A9A0-54B3-303140A37958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78" name="Star">
            <a:extLst>
              <a:ext uri="{FF2B5EF4-FFF2-40B4-BE49-F238E27FC236}">
                <a16:creationId xmlns:a16="http://schemas.microsoft.com/office/drawing/2014/main" id="{A664027D-F128-328A-7F41-21FAE17D9E7F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79" name="Star">
            <a:extLst>
              <a:ext uri="{FF2B5EF4-FFF2-40B4-BE49-F238E27FC236}">
                <a16:creationId xmlns:a16="http://schemas.microsoft.com/office/drawing/2014/main" id="{927747B4-F46D-2F0C-A5B5-7FA20F552781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80" name="Star">
            <a:extLst>
              <a:ext uri="{FF2B5EF4-FFF2-40B4-BE49-F238E27FC236}">
                <a16:creationId xmlns:a16="http://schemas.microsoft.com/office/drawing/2014/main" id="{25237416-E1B1-E339-679B-E64E403B9614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81" name="Star">
            <a:extLst>
              <a:ext uri="{FF2B5EF4-FFF2-40B4-BE49-F238E27FC236}">
                <a16:creationId xmlns:a16="http://schemas.microsoft.com/office/drawing/2014/main" id="{430788F9-51E7-2681-1317-0D81FC6C4AC6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82" name="Star">
            <a:extLst>
              <a:ext uri="{FF2B5EF4-FFF2-40B4-BE49-F238E27FC236}">
                <a16:creationId xmlns:a16="http://schemas.microsoft.com/office/drawing/2014/main" id="{CECF1D6B-5B9E-FE9F-FF90-A5C82BEA37C0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1213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0B5428FB-FF0D-1A89-E548-EC7D83E1B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14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6379C4D0-2465-2C8E-A154-89A780FF1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TextBox 31">
            <a:extLst>
              <a:ext uri="{FF2B5EF4-FFF2-40B4-BE49-F238E27FC236}">
                <a16:creationId xmlns:a16="http://schemas.microsoft.com/office/drawing/2014/main" id="{9FD4C159-94E1-6361-16B1-12385444D114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87" name="Star">
            <a:extLst>
              <a:ext uri="{FF2B5EF4-FFF2-40B4-BE49-F238E27FC236}">
                <a16:creationId xmlns:a16="http://schemas.microsoft.com/office/drawing/2014/main" id="{64BEB4E8-1E38-9A52-7437-C53F07BF1AC4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88" name="Star">
            <a:extLst>
              <a:ext uri="{FF2B5EF4-FFF2-40B4-BE49-F238E27FC236}">
                <a16:creationId xmlns:a16="http://schemas.microsoft.com/office/drawing/2014/main" id="{12CA8427-F87C-0596-963E-E35047BDC155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89" name="Star">
            <a:extLst>
              <a:ext uri="{FF2B5EF4-FFF2-40B4-BE49-F238E27FC236}">
                <a16:creationId xmlns:a16="http://schemas.microsoft.com/office/drawing/2014/main" id="{6B82E37B-EDAA-D270-4039-8545D20FB7B7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90" name="Star">
            <a:extLst>
              <a:ext uri="{FF2B5EF4-FFF2-40B4-BE49-F238E27FC236}">
                <a16:creationId xmlns:a16="http://schemas.microsoft.com/office/drawing/2014/main" id="{069EB9E0-F4AE-355A-66D9-0B278EB7D2BF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91" name="Star">
            <a:extLst>
              <a:ext uri="{FF2B5EF4-FFF2-40B4-BE49-F238E27FC236}">
                <a16:creationId xmlns:a16="http://schemas.microsoft.com/office/drawing/2014/main" id="{EB3A7B77-D98A-76C5-BF3F-87BB62C736F1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92" name="Star">
            <a:extLst>
              <a:ext uri="{FF2B5EF4-FFF2-40B4-BE49-F238E27FC236}">
                <a16:creationId xmlns:a16="http://schemas.microsoft.com/office/drawing/2014/main" id="{51178CB3-2CAA-E57F-580C-714A48C3C79E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93" name="Star">
            <a:extLst>
              <a:ext uri="{FF2B5EF4-FFF2-40B4-BE49-F238E27FC236}">
                <a16:creationId xmlns:a16="http://schemas.microsoft.com/office/drawing/2014/main" id="{DF821D57-E214-02C0-2A3C-4B0000C64DA8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94" name="Star">
            <a:extLst>
              <a:ext uri="{FF2B5EF4-FFF2-40B4-BE49-F238E27FC236}">
                <a16:creationId xmlns:a16="http://schemas.microsoft.com/office/drawing/2014/main" id="{EDAB9E80-9727-3D00-83E6-DBD307BFED7B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95" name="Star">
            <a:extLst>
              <a:ext uri="{FF2B5EF4-FFF2-40B4-BE49-F238E27FC236}">
                <a16:creationId xmlns:a16="http://schemas.microsoft.com/office/drawing/2014/main" id="{012AA716-6C5A-89B1-9D9E-2A7027AED07F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96" name="Star">
            <a:extLst>
              <a:ext uri="{FF2B5EF4-FFF2-40B4-BE49-F238E27FC236}">
                <a16:creationId xmlns:a16="http://schemas.microsoft.com/office/drawing/2014/main" id="{6B72B1DC-3493-E81E-A492-2533CDC6AB94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2237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3FB5E318-5637-AB2C-CBB3-2619CCAFF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238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5D9E5D42-B0E3-2715-2F8D-338D03528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TextBox 31">
            <a:extLst>
              <a:ext uri="{FF2B5EF4-FFF2-40B4-BE49-F238E27FC236}">
                <a16:creationId xmlns:a16="http://schemas.microsoft.com/office/drawing/2014/main" id="{E3D5001C-10D1-CA65-6564-949F659DA276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01" name="Star">
            <a:extLst>
              <a:ext uri="{FF2B5EF4-FFF2-40B4-BE49-F238E27FC236}">
                <a16:creationId xmlns:a16="http://schemas.microsoft.com/office/drawing/2014/main" id="{8C29091C-C78C-DF0D-96D0-7CC8AD7AA40F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2" name="Star">
            <a:extLst>
              <a:ext uri="{FF2B5EF4-FFF2-40B4-BE49-F238E27FC236}">
                <a16:creationId xmlns:a16="http://schemas.microsoft.com/office/drawing/2014/main" id="{21BF6A20-1118-7F01-6933-7274A9BAEC84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3" name="Star">
            <a:extLst>
              <a:ext uri="{FF2B5EF4-FFF2-40B4-BE49-F238E27FC236}">
                <a16:creationId xmlns:a16="http://schemas.microsoft.com/office/drawing/2014/main" id="{1A644511-95E5-ACB4-5B87-299BF9AC1575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4" name="Star">
            <a:extLst>
              <a:ext uri="{FF2B5EF4-FFF2-40B4-BE49-F238E27FC236}">
                <a16:creationId xmlns:a16="http://schemas.microsoft.com/office/drawing/2014/main" id="{8AE62BC1-34C4-59A3-6D21-404F7D32F427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5" name="Star">
            <a:extLst>
              <a:ext uri="{FF2B5EF4-FFF2-40B4-BE49-F238E27FC236}">
                <a16:creationId xmlns:a16="http://schemas.microsoft.com/office/drawing/2014/main" id="{1B266A91-9382-BF79-5777-BF98AFF43FDA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6" name="Star">
            <a:extLst>
              <a:ext uri="{FF2B5EF4-FFF2-40B4-BE49-F238E27FC236}">
                <a16:creationId xmlns:a16="http://schemas.microsoft.com/office/drawing/2014/main" id="{B03AA6D6-0403-A85F-7602-C36604C67308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7" name="Star">
            <a:extLst>
              <a:ext uri="{FF2B5EF4-FFF2-40B4-BE49-F238E27FC236}">
                <a16:creationId xmlns:a16="http://schemas.microsoft.com/office/drawing/2014/main" id="{5F439D47-5083-3BB2-7890-A471C248DC17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8" name="Star">
            <a:extLst>
              <a:ext uri="{FF2B5EF4-FFF2-40B4-BE49-F238E27FC236}">
                <a16:creationId xmlns:a16="http://schemas.microsoft.com/office/drawing/2014/main" id="{82732F02-E9C7-93A0-0764-6C947000618F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09" name="Star">
            <a:extLst>
              <a:ext uri="{FF2B5EF4-FFF2-40B4-BE49-F238E27FC236}">
                <a16:creationId xmlns:a16="http://schemas.microsoft.com/office/drawing/2014/main" id="{66498930-C8CA-BEDF-5C2B-B1520114E357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10" name="Star">
            <a:extLst>
              <a:ext uri="{FF2B5EF4-FFF2-40B4-BE49-F238E27FC236}">
                <a16:creationId xmlns:a16="http://schemas.microsoft.com/office/drawing/2014/main" id="{EBD185C4-5DB2-2A58-4CCA-A2BC4A327B02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3261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B11C931B-70BC-E14C-D345-6DB94425F7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262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9727868A-24EB-BE49-D4C9-75C9F1931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TextBox 31">
            <a:extLst>
              <a:ext uri="{FF2B5EF4-FFF2-40B4-BE49-F238E27FC236}">
                <a16:creationId xmlns:a16="http://schemas.microsoft.com/office/drawing/2014/main" id="{64FAF06F-2905-CE16-9DE2-45AD9EE650CB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15" name="Star">
            <a:extLst>
              <a:ext uri="{FF2B5EF4-FFF2-40B4-BE49-F238E27FC236}">
                <a16:creationId xmlns:a16="http://schemas.microsoft.com/office/drawing/2014/main" id="{B0ECF327-6704-9F66-E95E-F85B8F218A30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16" name="Star">
            <a:extLst>
              <a:ext uri="{FF2B5EF4-FFF2-40B4-BE49-F238E27FC236}">
                <a16:creationId xmlns:a16="http://schemas.microsoft.com/office/drawing/2014/main" id="{984AB209-588E-5907-E214-D154E53E4203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17" name="Star">
            <a:extLst>
              <a:ext uri="{FF2B5EF4-FFF2-40B4-BE49-F238E27FC236}">
                <a16:creationId xmlns:a16="http://schemas.microsoft.com/office/drawing/2014/main" id="{2778ABA9-A2B2-0BB7-B9A8-7ADEE70B7FAC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18" name="Star">
            <a:extLst>
              <a:ext uri="{FF2B5EF4-FFF2-40B4-BE49-F238E27FC236}">
                <a16:creationId xmlns:a16="http://schemas.microsoft.com/office/drawing/2014/main" id="{89CEC443-2E22-0A3D-D19C-057EA26C9FFB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19" name="Star">
            <a:extLst>
              <a:ext uri="{FF2B5EF4-FFF2-40B4-BE49-F238E27FC236}">
                <a16:creationId xmlns:a16="http://schemas.microsoft.com/office/drawing/2014/main" id="{55C5BFF4-A54A-46F6-5525-77951E1CF35D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20" name="Star">
            <a:extLst>
              <a:ext uri="{FF2B5EF4-FFF2-40B4-BE49-F238E27FC236}">
                <a16:creationId xmlns:a16="http://schemas.microsoft.com/office/drawing/2014/main" id="{D9DB154D-E391-4CAB-FF98-45EF6A76F320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21" name="Star">
            <a:extLst>
              <a:ext uri="{FF2B5EF4-FFF2-40B4-BE49-F238E27FC236}">
                <a16:creationId xmlns:a16="http://schemas.microsoft.com/office/drawing/2014/main" id="{793124AE-17E4-983C-CFB3-2B95BB7731B2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22" name="Star">
            <a:extLst>
              <a:ext uri="{FF2B5EF4-FFF2-40B4-BE49-F238E27FC236}">
                <a16:creationId xmlns:a16="http://schemas.microsoft.com/office/drawing/2014/main" id="{EBED82C3-0287-D350-2CB9-294A2796D0AA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23" name="Star">
            <a:extLst>
              <a:ext uri="{FF2B5EF4-FFF2-40B4-BE49-F238E27FC236}">
                <a16:creationId xmlns:a16="http://schemas.microsoft.com/office/drawing/2014/main" id="{EA1E111B-0A00-562C-E8CB-E6789DDEF143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24" name="Star">
            <a:extLst>
              <a:ext uri="{FF2B5EF4-FFF2-40B4-BE49-F238E27FC236}">
                <a16:creationId xmlns:a16="http://schemas.microsoft.com/office/drawing/2014/main" id="{13880635-2100-CA29-E1C7-B9076AF9558E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4285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0435B62D-C14F-B948-B4B0-BC19AE5C12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286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83FCEA1D-F7BD-04C3-E6BA-27FEAF47A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TextBox 31">
            <a:extLst>
              <a:ext uri="{FF2B5EF4-FFF2-40B4-BE49-F238E27FC236}">
                <a16:creationId xmlns:a16="http://schemas.microsoft.com/office/drawing/2014/main" id="{C0875423-FC14-E218-295F-B3A68FDACF04}"/>
              </a:ext>
            </a:extLst>
          </p:cNvPr>
          <p:cNvSpPr txBox="1"/>
          <p:nvPr/>
        </p:nvSpPr>
        <p:spPr>
          <a:xfrm>
            <a:off x="588963" y="11323638"/>
            <a:ext cx="23456900" cy="3937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 eaLnBrk="1" fontAlgn="auto">
              <a:spcBef>
                <a:spcPts val="0"/>
              </a:spcBef>
              <a:spcAft>
                <a:spcPts val="0"/>
              </a:spcAft>
              <a:buFont typeface="Arial"/>
              <a:buNone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2500" kern="0">
              <a:uFill>
                <a:solidFill>
                  <a:srgbClr val="525252"/>
                </a:solidFill>
              </a:u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29" name="Star">
            <a:extLst>
              <a:ext uri="{FF2B5EF4-FFF2-40B4-BE49-F238E27FC236}">
                <a16:creationId xmlns:a16="http://schemas.microsoft.com/office/drawing/2014/main" id="{D7BF6FE1-58C1-F833-AAAD-90EA4398329C}"/>
              </a:ext>
            </a:extLst>
          </p:cNvPr>
          <p:cNvSpPr/>
          <p:nvPr/>
        </p:nvSpPr>
        <p:spPr>
          <a:xfrm>
            <a:off x="238791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0" name="Star">
            <a:extLst>
              <a:ext uri="{FF2B5EF4-FFF2-40B4-BE49-F238E27FC236}">
                <a16:creationId xmlns:a16="http://schemas.microsoft.com/office/drawing/2014/main" id="{C7A9E0DA-DF78-EB05-EEC5-4A2A47608FC0}"/>
              </a:ext>
            </a:extLst>
          </p:cNvPr>
          <p:cNvSpPr/>
          <p:nvPr/>
        </p:nvSpPr>
        <p:spPr>
          <a:xfrm>
            <a:off x="233902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1" name="Star">
            <a:extLst>
              <a:ext uri="{FF2B5EF4-FFF2-40B4-BE49-F238E27FC236}">
                <a16:creationId xmlns:a16="http://schemas.microsoft.com/office/drawing/2014/main" id="{4C66BBDD-63F7-C775-C465-3569FB6F1FF9}"/>
              </a:ext>
            </a:extLst>
          </p:cNvPr>
          <p:cNvSpPr/>
          <p:nvPr/>
        </p:nvSpPr>
        <p:spPr>
          <a:xfrm>
            <a:off x="228965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2" name="Star">
            <a:extLst>
              <a:ext uri="{FF2B5EF4-FFF2-40B4-BE49-F238E27FC236}">
                <a16:creationId xmlns:a16="http://schemas.microsoft.com/office/drawing/2014/main" id="{3B62C881-57BD-037A-AE82-2C57D6B669FF}"/>
              </a:ext>
            </a:extLst>
          </p:cNvPr>
          <p:cNvSpPr/>
          <p:nvPr/>
        </p:nvSpPr>
        <p:spPr>
          <a:xfrm>
            <a:off x="2240756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3" name="Star">
            <a:extLst>
              <a:ext uri="{FF2B5EF4-FFF2-40B4-BE49-F238E27FC236}">
                <a16:creationId xmlns:a16="http://schemas.microsoft.com/office/drawing/2014/main" id="{878179C9-D824-DE00-A3E2-B9C63159714C}"/>
              </a:ext>
            </a:extLst>
          </p:cNvPr>
          <p:cNvSpPr/>
          <p:nvPr/>
        </p:nvSpPr>
        <p:spPr>
          <a:xfrm>
            <a:off x="21918613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4" name="Star">
            <a:extLst>
              <a:ext uri="{FF2B5EF4-FFF2-40B4-BE49-F238E27FC236}">
                <a16:creationId xmlns:a16="http://schemas.microsoft.com/office/drawing/2014/main" id="{F5026247-9742-4AB0-8753-0A0272F429B7}"/>
              </a:ext>
            </a:extLst>
          </p:cNvPr>
          <p:cNvSpPr/>
          <p:nvPr/>
        </p:nvSpPr>
        <p:spPr>
          <a:xfrm>
            <a:off x="2142490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5" name="Star">
            <a:extLst>
              <a:ext uri="{FF2B5EF4-FFF2-40B4-BE49-F238E27FC236}">
                <a16:creationId xmlns:a16="http://schemas.microsoft.com/office/drawing/2014/main" id="{6CF40B34-B1F8-88F7-B868-7BE5C8B5D5C7}"/>
              </a:ext>
            </a:extLst>
          </p:cNvPr>
          <p:cNvSpPr/>
          <p:nvPr/>
        </p:nvSpPr>
        <p:spPr>
          <a:xfrm>
            <a:off x="20935950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6" name="Star">
            <a:extLst>
              <a:ext uri="{FF2B5EF4-FFF2-40B4-BE49-F238E27FC236}">
                <a16:creationId xmlns:a16="http://schemas.microsoft.com/office/drawing/2014/main" id="{2327B9DA-1A40-E75D-3BAF-AA17AC702877}"/>
              </a:ext>
            </a:extLst>
          </p:cNvPr>
          <p:cNvSpPr/>
          <p:nvPr/>
        </p:nvSpPr>
        <p:spPr>
          <a:xfrm>
            <a:off x="204438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7" name="Star">
            <a:extLst>
              <a:ext uri="{FF2B5EF4-FFF2-40B4-BE49-F238E27FC236}">
                <a16:creationId xmlns:a16="http://schemas.microsoft.com/office/drawing/2014/main" id="{3FFD1ADE-636D-60A6-CDF0-857BDF1C27B2}"/>
              </a:ext>
            </a:extLst>
          </p:cNvPr>
          <p:cNvSpPr/>
          <p:nvPr/>
        </p:nvSpPr>
        <p:spPr>
          <a:xfrm>
            <a:off x="1995487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38" name="Star">
            <a:extLst>
              <a:ext uri="{FF2B5EF4-FFF2-40B4-BE49-F238E27FC236}">
                <a16:creationId xmlns:a16="http://schemas.microsoft.com/office/drawing/2014/main" id="{9E4FF042-F848-6022-D412-73A7CDA741CB}"/>
              </a:ext>
            </a:extLst>
          </p:cNvPr>
          <p:cNvSpPr/>
          <p:nvPr/>
        </p:nvSpPr>
        <p:spPr>
          <a:xfrm>
            <a:off x="19465925" y="10496550"/>
            <a:ext cx="400050" cy="381000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 eaLnBrk="1" fontAlgn="auto">
              <a:spcBef>
                <a:spcPts val="0"/>
              </a:spcBef>
              <a:spcAft>
                <a:spcPts val="0"/>
              </a:spcAft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200" kern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55309" name="Schermafbeelding 2026-03-23 om 12.30.50.png" descr="Schermafbeelding 2026-03-23 om 12.30.50.png">
            <a:extLst>
              <a:ext uri="{FF2B5EF4-FFF2-40B4-BE49-F238E27FC236}">
                <a16:creationId xmlns:a16="http://schemas.microsoft.com/office/drawing/2014/main" id="{34766BDA-EF48-3566-F9B1-051784934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" b="60"/>
          <a:stretch>
            <a:fillRect/>
          </a:stretch>
        </p:blipFill>
        <p:spPr bwMode="auto">
          <a:xfrm>
            <a:off x="333375" y="231775"/>
            <a:ext cx="19023013" cy="10699750"/>
          </a:xfrm>
          <a:prstGeom prst="rect">
            <a:avLst/>
          </a:prstGeom>
          <a:noFill/>
          <a:ln w="25400">
            <a:solidFill>
              <a:srgbClr val="173883"/>
            </a:solidFill>
            <a:miter lim="4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310" name="FC DEN BOSCH LOGO.png" descr="FC DEN BOSCH LOGO.png">
            <a:hlinkClick r:id="rId3" action="ppaction://hlinksldjump"/>
            <a:extLst>
              <a:ext uri="{FF2B5EF4-FFF2-40B4-BE49-F238E27FC236}">
                <a16:creationId xmlns:a16="http://schemas.microsoft.com/office/drawing/2014/main" id="{E3CC35BA-C1B3-393B-CA26-548A95BE2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8163" y="9332913"/>
            <a:ext cx="782637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TextBox 28">
            <a:extLst>
              <a:ext uri="{FF2B5EF4-FFF2-40B4-BE49-F238E27FC236}">
                <a16:creationId xmlns:a16="http://schemas.microsoft.com/office/drawing/2014/main" id="{3E00ADEF-9936-7F35-F4F6-3991FC54FCA1}"/>
              </a:ext>
            </a:extLst>
          </p:cNvPr>
          <p:cNvSpPr txBox="1"/>
          <p:nvPr/>
        </p:nvSpPr>
        <p:spPr>
          <a:xfrm>
            <a:off x="15308263" y="8777288"/>
            <a:ext cx="1947862" cy="11049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 eaLnBrk="1" fontAlgn="auto">
              <a:spcBef>
                <a:spcPts val="0"/>
              </a:spcBef>
              <a:spcAft>
                <a:spcPts val="0"/>
              </a:spcAft>
              <a:defRPr sz="6400" cap="all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endParaRPr sz="6400" kern="0" cap="all">
              <a:solidFill>
                <a:srgbClr val="2769C3"/>
              </a:solidFill>
              <a:latin typeface="Avenir Next Regular"/>
              <a:ea typeface="Avenir Next Regular"/>
              <a:cs typeface="Avenir Next Regular"/>
              <a:sym typeface="Avenir Next Regular"/>
            </a:endParaRPr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Microsoft Office PowerPoint</Application>
  <PresentationFormat>Custom</PresentationFormat>
  <Paragraphs>183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30" baseType="lpstr">
      <vt:lpstr>Helvetica Neue</vt:lpstr>
      <vt:lpstr>Arial</vt:lpstr>
      <vt:lpstr>Helvetica Neue Medium</vt:lpstr>
      <vt:lpstr>Avenir Next Regular</vt:lpstr>
      <vt:lpstr>Futura Condensed</vt:lpstr>
      <vt:lpstr>Century Gothic</vt:lpstr>
      <vt:lpstr>Calibri</vt:lpstr>
      <vt:lpstr>Avenir Next Condensed Regular</vt:lpstr>
      <vt:lpstr>Aptos</vt:lpstr>
      <vt:lpstr>Gill Sans</vt:lpstr>
      <vt:lpstr>Gill Sans Light</vt:lpstr>
      <vt:lpstr>Times Roman</vt:lpstr>
      <vt:lpstr>Cabin Bold</vt:lpstr>
      <vt:lpstr>Cabin Medium</vt:lpstr>
      <vt:lpstr>Helvetica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roeland kramer</cp:lastModifiedBy>
  <cp:revision>1</cp:revision>
  <dcterms:modified xsi:type="dcterms:W3CDTF">2026-04-01T12:05:37Z</dcterms:modified>
</cp:coreProperties>
</file>