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24384000" cy="13716000"/>
  <p:notesSz cx="6858000" cy="9144000"/>
  <p:defaultTextStyle>
    <a:defPPr>
      <a:defRPr lang="LID4096"/>
    </a:defPPr>
    <a:lvl1pPr algn="l" defTabSz="2436813" rtl="0" eaLnBrk="0" fontAlgn="base" hangingPunct="0">
      <a:spcBef>
        <a:spcPct val="0"/>
      </a:spcBef>
      <a:spcAft>
        <a:spcPct val="0"/>
      </a:spcAft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1pPr>
    <a:lvl2pPr indent="457200" algn="l" defTabSz="2436813" rtl="0" eaLnBrk="0" fontAlgn="base" hangingPunct="0">
      <a:spcBef>
        <a:spcPct val="0"/>
      </a:spcBef>
      <a:spcAft>
        <a:spcPct val="0"/>
      </a:spcAft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2pPr>
    <a:lvl3pPr indent="914400" algn="l" defTabSz="2436813" rtl="0" eaLnBrk="0" fontAlgn="base" hangingPunct="0">
      <a:spcBef>
        <a:spcPct val="0"/>
      </a:spcBef>
      <a:spcAft>
        <a:spcPct val="0"/>
      </a:spcAft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3pPr>
    <a:lvl4pPr indent="1371600" algn="l" defTabSz="2436813" rtl="0" eaLnBrk="0" fontAlgn="base" hangingPunct="0">
      <a:spcBef>
        <a:spcPct val="0"/>
      </a:spcBef>
      <a:spcAft>
        <a:spcPct val="0"/>
      </a:spcAft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4pPr>
    <a:lvl5pPr indent="1828800" algn="l" defTabSz="2436813" rtl="0" eaLnBrk="0" fontAlgn="base" hangingPunct="0">
      <a:spcBef>
        <a:spcPct val="0"/>
      </a:spcBef>
      <a:spcAft>
        <a:spcPct val="0"/>
      </a:spcAft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5pPr>
    <a:lvl6pPr marL="2286000" algn="l" defTabSz="914400" rtl="0" eaLnBrk="1" latinLnBrk="0" hangingPunct="1"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6pPr>
    <a:lvl7pPr marL="2743200" algn="l" defTabSz="914400" rtl="0" eaLnBrk="1" latinLnBrk="0" hangingPunct="1"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7pPr>
    <a:lvl8pPr marL="3200400" algn="l" defTabSz="914400" rtl="0" eaLnBrk="1" latinLnBrk="0" hangingPunct="1"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8pPr>
    <a:lvl9pPr marL="3657600" algn="l" defTabSz="914400" rtl="0" eaLnBrk="1" latinLnBrk="0" hangingPunct="1">
      <a:defRPr sz="4800"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hape 729">
            <a:extLst>
              <a:ext uri="{FF2B5EF4-FFF2-40B4-BE49-F238E27FC236}">
                <a16:creationId xmlns:a16="http://schemas.microsoft.com/office/drawing/2014/main" id="{8C210F39-2B15-4C17-C9BC-698D81392537}"/>
              </a:ext>
            </a:extLst>
          </p:cNvPr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34819" name="Shape 730">
            <a:extLst>
              <a:ext uri="{FF2B5EF4-FFF2-40B4-BE49-F238E27FC236}">
                <a16:creationId xmlns:a16="http://schemas.microsoft.com/office/drawing/2014/main" id="{17E675F2-DA98-DA83-33F0-89667511C10B}"/>
              </a:ext>
            </a:extLst>
          </p:cNvPr>
          <p:cNvSpPr>
            <a:spLocks noGrp="1" noChangeArrowheads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LID4096" altLang="LID4096">
              <a:sym typeface="Helvetica Neue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lnSpc>
        <a:spcPct val="118000"/>
      </a:lnSpc>
      <a:spcBef>
        <a:spcPct val="3000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charset="0"/>
      </a:defRPr>
    </a:lvl1pPr>
    <a:lvl2pPr marL="742950" indent="-285750" algn="l" defTabSz="457200" rtl="0" eaLnBrk="0" fontAlgn="base" hangingPunct="0">
      <a:lnSpc>
        <a:spcPct val="118000"/>
      </a:lnSpc>
      <a:spcBef>
        <a:spcPct val="3000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charset="0"/>
      </a:defRPr>
    </a:lvl2pPr>
    <a:lvl3pPr marL="1143000" indent="-228600" algn="l" defTabSz="457200" rtl="0" eaLnBrk="0" fontAlgn="base" hangingPunct="0">
      <a:lnSpc>
        <a:spcPct val="118000"/>
      </a:lnSpc>
      <a:spcBef>
        <a:spcPct val="3000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charset="0"/>
      </a:defRPr>
    </a:lvl3pPr>
    <a:lvl4pPr marL="1600200" indent="-228600" algn="l" defTabSz="457200" rtl="0" eaLnBrk="0" fontAlgn="base" hangingPunct="0">
      <a:lnSpc>
        <a:spcPct val="118000"/>
      </a:lnSpc>
      <a:spcBef>
        <a:spcPct val="3000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charset="0"/>
      </a:defRPr>
    </a:lvl4pPr>
    <a:lvl5pPr marL="2057400" indent="-228600" algn="l" defTabSz="457200" rtl="0" eaLnBrk="0" fontAlgn="base" hangingPunct="0">
      <a:lnSpc>
        <a:spcPct val="118000"/>
      </a:lnSpc>
      <a:spcBef>
        <a:spcPct val="3000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charset="0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(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>
            <a:extLst>
              <a:ext uri="{FF2B5EF4-FFF2-40B4-BE49-F238E27FC236}">
                <a16:creationId xmlns:a16="http://schemas.microsoft.com/office/drawing/2014/main" id="{A6E01DA3-3B71-1011-C866-1FD89FAD51F5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3C47E60-55F3-4F70-B891-A263747EC8DF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611958606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(N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C4E703AC-4438-A29E-19D5-1FFF51857C08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E836E51B-5A81-89A9-AED7-D48C50E920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76200" y="-134938"/>
            <a:ext cx="24536400" cy="1282701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Line">
            <a:extLst>
              <a:ext uri="{FF2B5EF4-FFF2-40B4-BE49-F238E27FC236}">
                <a16:creationId xmlns:a16="http://schemas.microsoft.com/office/drawing/2014/main" id="{71388360-FBA0-E939-5B6C-0DC5E0C04461}"/>
              </a:ext>
            </a:extLst>
          </p:cNvPr>
          <p:cNvSpPr>
            <a:spLocks noChangeShapeType="1"/>
          </p:cNvSpPr>
          <p:nvPr/>
        </p:nvSpPr>
        <p:spPr bwMode="auto">
          <a:xfrm>
            <a:off x="-257175" y="1168400"/>
            <a:ext cx="24898350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5" name="Line">
            <a:extLst>
              <a:ext uri="{FF2B5EF4-FFF2-40B4-BE49-F238E27FC236}">
                <a16:creationId xmlns:a16="http://schemas.microsoft.com/office/drawing/2014/main" id="{7BA535C6-59B1-275B-3205-CEAFBDF7F51A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9675" y="5089525"/>
            <a:ext cx="15568613" cy="0"/>
          </a:xfrm>
          <a:prstGeom prst="line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pic>
        <p:nvPicPr>
          <p:cNvPr id="6" name="FC DEN BOSCH LOGO.png" descr="FC DEN BOSCH LOGO.png">
            <a:extLst>
              <a:ext uri="{FF2B5EF4-FFF2-40B4-BE49-F238E27FC236}">
                <a16:creationId xmlns:a16="http://schemas.microsoft.com/office/drawing/2014/main" id="{172612F8-6933-212B-5B24-C3F9BDFAF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blurRad="139700" dist="148130" dir="5400000" rotWithShape="0">
              <a:srgbClr val="000000">
                <a:alpha val="50000"/>
              </a:srgbClr>
            </a:outerShdw>
            <a:reflection stA="50000" endPos="40000" dir="5400000" sy="-100000" algn="bl" rotWithShape="0"/>
          </a:effectLst>
        </p:spPr>
      </p:pic>
      <p:sp>
        <p:nvSpPr>
          <p:cNvPr id="7" name="Rectangle">
            <a:extLst>
              <a:ext uri="{FF2B5EF4-FFF2-40B4-BE49-F238E27FC236}">
                <a16:creationId xmlns:a16="http://schemas.microsoft.com/office/drawing/2014/main" id="{31ECDDFC-E224-6F4D-8858-6BF71C640FCB}"/>
              </a:ext>
            </a:extLst>
          </p:cNvPr>
          <p:cNvSpPr/>
          <p:nvPr/>
        </p:nvSpPr>
        <p:spPr>
          <a:xfrm>
            <a:off x="2628900" y="3340100"/>
            <a:ext cx="4425950" cy="1058863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blurRad="50800" dist="54254" dir="2156317" rotWithShape="0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797E3BE-E451-547C-E86C-C8630169D611}"/>
              </a:ext>
            </a:extLst>
          </p:cNvPr>
          <p:cNvSpPr txBox="1"/>
          <p:nvPr/>
        </p:nvSpPr>
        <p:spPr>
          <a:xfrm>
            <a:off x="2582863" y="3613150"/>
            <a:ext cx="4479925" cy="5127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VOETBAL</a:t>
            </a:r>
          </a:p>
        </p:txBody>
      </p:sp>
      <p:sp>
        <p:nvSpPr>
          <p:cNvPr id="9" name="Rectangle">
            <a:extLst>
              <a:ext uri="{FF2B5EF4-FFF2-40B4-BE49-F238E27FC236}">
                <a16:creationId xmlns:a16="http://schemas.microsoft.com/office/drawing/2014/main" id="{3FF9CC51-F093-B53B-85FC-B0A0EF9D29C4}"/>
              </a:ext>
            </a:extLst>
          </p:cNvPr>
          <p:cNvSpPr/>
          <p:nvPr/>
        </p:nvSpPr>
        <p:spPr>
          <a:xfrm>
            <a:off x="7481888" y="3340100"/>
            <a:ext cx="4425950" cy="1058863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blurRad="50800" dist="54254" dir="2156317" rotWithShape="0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" name="Rectangle">
            <a:extLst>
              <a:ext uri="{FF2B5EF4-FFF2-40B4-BE49-F238E27FC236}">
                <a16:creationId xmlns:a16="http://schemas.microsoft.com/office/drawing/2014/main" id="{8228D2E9-16F4-85FD-DA51-B765C7A07CBB}"/>
              </a:ext>
            </a:extLst>
          </p:cNvPr>
          <p:cNvSpPr/>
          <p:nvPr/>
        </p:nvSpPr>
        <p:spPr>
          <a:xfrm>
            <a:off x="12393613" y="3340100"/>
            <a:ext cx="4425950" cy="1058863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blurRad="50800" dist="54254" dir="2156317" rotWithShape="0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11" name="Group">
            <a:extLst>
              <a:ext uri="{FF2B5EF4-FFF2-40B4-BE49-F238E27FC236}">
                <a16:creationId xmlns:a16="http://schemas.microsoft.com/office/drawing/2014/main" id="{D451D8D0-852A-B24D-57A4-289F2F6DFD03}"/>
              </a:ext>
            </a:extLst>
          </p:cNvPr>
          <p:cNvGrpSpPr>
            <a:grpSpLocks/>
          </p:cNvGrpSpPr>
          <p:nvPr/>
        </p:nvGrpSpPr>
        <p:grpSpPr bwMode="auto">
          <a:xfrm>
            <a:off x="18383250" y="3832225"/>
            <a:ext cx="4746625" cy="7153275"/>
            <a:chOff x="0" y="0"/>
            <a:chExt cx="4746646" cy="7153726"/>
          </a:xfrm>
        </p:grpSpPr>
        <p:sp>
          <p:nvSpPr>
            <p:cNvPr id="12" name="Rounded Rectangle">
              <a:extLst>
                <a:ext uri="{FF2B5EF4-FFF2-40B4-BE49-F238E27FC236}">
                  <a16:creationId xmlns:a16="http://schemas.microsoft.com/office/drawing/2014/main" id="{061562AC-9D75-4821-BE61-AC956F9CBE66}"/>
                </a:ext>
              </a:extLst>
            </p:cNvPr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blurRad="139700" dist="148130" dir="5400000" rotWithShape="0">
                <a:srgbClr val="000000">
                  <a:alpha val="50000"/>
                </a:srgbClr>
              </a:outerShdw>
              <a:reflection stA="50000" endPos="40000" dir="5400000" sy="-100000" algn="bl" rotWithShape="0"/>
            </a:effectLst>
          </p:spPr>
          <p:txBody>
            <a:bodyPr lIns="71437" tIns="71437" rIns="71437" bIns="71437" anchor="ctr"/>
            <a:lstStyle/>
            <a:p>
              <a:pPr algn="ctr" defTabSz="821531" eaLnBrk="1" fontAlgn="auto">
                <a:spcBef>
                  <a:spcPts val="0"/>
                </a:spcBef>
                <a:spcAft>
                  <a:spcPts val="0"/>
                </a:spcAft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3600" kern="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endParaRPr>
            </a:p>
          </p:txBody>
        </p:sp>
        <p:pic>
          <p:nvPicPr>
            <p:cNvPr id="13" name="Image" descr="Image">
              <a:extLst>
                <a:ext uri="{FF2B5EF4-FFF2-40B4-BE49-F238E27FC236}">
                  <a16:creationId xmlns:a16="http://schemas.microsoft.com/office/drawing/2014/main" id="{46C0F7AC-8858-2F00-8B8C-BDEE608A45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79311"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4" name="Freeform 7">
            <a:extLst>
              <a:ext uri="{FF2B5EF4-FFF2-40B4-BE49-F238E27FC236}">
                <a16:creationId xmlns:a16="http://schemas.microsoft.com/office/drawing/2014/main" id="{DDE9A1CB-0E92-856C-7458-80C02E3BFF6E}"/>
              </a:ext>
            </a:extLst>
          </p:cNvPr>
          <p:cNvSpPr/>
          <p:nvPr/>
        </p:nvSpPr>
        <p:spPr>
          <a:xfrm>
            <a:off x="2663825" y="5924550"/>
            <a:ext cx="4443413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79095019-5349-3C6E-9DB8-608066DEC48D}"/>
              </a:ext>
            </a:extLst>
          </p:cNvPr>
          <p:cNvSpPr/>
          <p:nvPr/>
        </p:nvSpPr>
        <p:spPr>
          <a:xfrm>
            <a:off x="2663825" y="6988175"/>
            <a:ext cx="4443413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23719A5C-C5AB-9BDD-FB18-786C81CDCEDF}"/>
              </a:ext>
            </a:extLst>
          </p:cNvPr>
          <p:cNvSpPr/>
          <p:nvPr/>
        </p:nvSpPr>
        <p:spPr>
          <a:xfrm>
            <a:off x="2663825" y="9725025"/>
            <a:ext cx="4443413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Freeform 7">
            <a:extLst>
              <a:ext uri="{FF2B5EF4-FFF2-40B4-BE49-F238E27FC236}">
                <a16:creationId xmlns:a16="http://schemas.microsoft.com/office/drawing/2014/main" id="{036ABDDC-69DA-80DC-DC8D-9653A45F20DD}"/>
              </a:ext>
            </a:extLst>
          </p:cNvPr>
          <p:cNvSpPr/>
          <p:nvPr/>
        </p:nvSpPr>
        <p:spPr>
          <a:xfrm>
            <a:off x="2663825" y="10788650"/>
            <a:ext cx="4443413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Line">
            <a:extLst>
              <a:ext uri="{FF2B5EF4-FFF2-40B4-BE49-F238E27FC236}">
                <a16:creationId xmlns:a16="http://schemas.microsoft.com/office/drawing/2014/main" id="{4E196948-9711-3991-DBEC-BC1CBC7912AA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4125" y="8809038"/>
            <a:ext cx="15570200" cy="0"/>
          </a:xfrm>
          <a:prstGeom prst="line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9" name="Freeform 7">
            <a:extLst>
              <a:ext uri="{FF2B5EF4-FFF2-40B4-BE49-F238E27FC236}">
                <a16:creationId xmlns:a16="http://schemas.microsoft.com/office/drawing/2014/main" id="{5E7FB0A1-4589-8758-2ED3-A79D1B2BFEA0}"/>
              </a:ext>
            </a:extLst>
          </p:cNvPr>
          <p:cNvSpPr/>
          <p:nvPr/>
        </p:nvSpPr>
        <p:spPr>
          <a:xfrm>
            <a:off x="7553325" y="5924550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Freeform 7">
            <a:extLst>
              <a:ext uri="{FF2B5EF4-FFF2-40B4-BE49-F238E27FC236}">
                <a16:creationId xmlns:a16="http://schemas.microsoft.com/office/drawing/2014/main" id="{92961966-B2F3-8A10-C789-74F3FCA1C377}"/>
              </a:ext>
            </a:extLst>
          </p:cNvPr>
          <p:cNvSpPr/>
          <p:nvPr/>
        </p:nvSpPr>
        <p:spPr>
          <a:xfrm>
            <a:off x="7553325" y="6988175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Freeform 7">
            <a:extLst>
              <a:ext uri="{FF2B5EF4-FFF2-40B4-BE49-F238E27FC236}">
                <a16:creationId xmlns:a16="http://schemas.microsoft.com/office/drawing/2014/main" id="{007EFAAA-BC16-8D30-C17E-242E1BFEEB01}"/>
              </a:ext>
            </a:extLst>
          </p:cNvPr>
          <p:cNvSpPr/>
          <p:nvPr/>
        </p:nvSpPr>
        <p:spPr>
          <a:xfrm>
            <a:off x="7553325" y="9725025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59906BB8-6513-F980-06B7-6727E4E1D247}"/>
              </a:ext>
            </a:extLst>
          </p:cNvPr>
          <p:cNvSpPr/>
          <p:nvPr/>
        </p:nvSpPr>
        <p:spPr>
          <a:xfrm>
            <a:off x="7553325" y="10788650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Freeform 7">
            <a:extLst>
              <a:ext uri="{FF2B5EF4-FFF2-40B4-BE49-F238E27FC236}">
                <a16:creationId xmlns:a16="http://schemas.microsoft.com/office/drawing/2014/main" id="{B26C6B5C-D742-1D08-FFAB-6066A7D9BAF9}"/>
              </a:ext>
            </a:extLst>
          </p:cNvPr>
          <p:cNvSpPr/>
          <p:nvPr/>
        </p:nvSpPr>
        <p:spPr>
          <a:xfrm>
            <a:off x="12385675" y="5924550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Freeform 7">
            <a:extLst>
              <a:ext uri="{FF2B5EF4-FFF2-40B4-BE49-F238E27FC236}">
                <a16:creationId xmlns:a16="http://schemas.microsoft.com/office/drawing/2014/main" id="{274759D0-CF62-FE45-30A7-0C3DC87545F1}"/>
              </a:ext>
            </a:extLst>
          </p:cNvPr>
          <p:cNvSpPr/>
          <p:nvPr/>
        </p:nvSpPr>
        <p:spPr>
          <a:xfrm>
            <a:off x="12385675" y="6988175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Freeform 7">
            <a:extLst>
              <a:ext uri="{FF2B5EF4-FFF2-40B4-BE49-F238E27FC236}">
                <a16:creationId xmlns:a16="http://schemas.microsoft.com/office/drawing/2014/main" id="{912FF835-3E35-D579-E923-F90471406D9A}"/>
              </a:ext>
            </a:extLst>
          </p:cNvPr>
          <p:cNvSpPr/>
          <p:nvPr/>
        </p:nvSpPr>
        <p:spPr>
          <a:xfrm>
            <a:off x="12385675" y="9725025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2A4C7BE8-1CDE-7219-5456-70C20B730E2C}"/>
              </a:ext>
            </a:extLst>
          </p:cNvPr>
          <p:cNvSpPr/>
          <p:nvPr/>
        </p:nvSpPr>
        <p:spPr>
          <a:xfrm>
            <a:off x="12385675" y="10788650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TextBox 8">
            <a:extLst>
              <a:ext uri="{FF2B5EF4-FFF2-40B4-BE49-F238E27FC236}">
                <a16:creationId xmlns:a16="http://schemas.microsoft.com/office/drawing/2014/main" id="{E5212DB5-07E5-068A-BB62-7B0C36D66960}"/>
              </a:ext>
            </a:extLst>
          </p:cNvPr>
          <p:cNvSpPr txBox="1"/>
          <p:nvPr/>
        </p:nvSpPr>
        <p:spPr>
          <a:xfrm rot="16200000">
            <a:off x="-234156" y="6557169"/>
            <a:ext cx="3771900" cy="75406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46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BEHOEFTEN</a:t>
            </a: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B1810D91-BC88-DB41-F24D-069381592FA0}"/>
              </a:ext>
            </a:extLst>
          </p:cNvPr>
          <p:cNvSpPr txBox="1"/>
          <p:nvPr/>
        </p:nvSpPr>
        <p:spPr>
          <a:xfrm rot="16200000">
            <a:off x="-236538" y="10309226"/>
            <a:ext cx="3776663" cy="75406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46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VOORKEUR</a:t>
            </a:r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1AF78C1B-78BF-A953-63E8-731F125D1E40}"/>
              </a:ext>
            </a:extLst>
          </p:cNvPr>
          <p:cNvSpPr txBox="1"/>
          <p:nvPr/>
        </p:nvSpPr>
        <p:spPr>
          <a:xfrm>
            <a:off x="7488238" y="3613150"/>
            <a:ext cx="4481512" cy="5127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FYSIEK</a:t>
            </a:r>
          </a:p>
        </p:txBody>
      </p:sp>
      <p:sp>
        <p:nvSpPr>
          <p:cNvPr id="30" name="TextBox 8">
            <a:extLst>
              <a:ext uri="{FF2B5EF4-FFF2-40B4-BE49-F238E27FC236}">
                <a16:creationId xmlns:a16="http://schemas.microsoft.com/office/drawing/2014/main" id="{F4FE94AD-94CA-84BB-E448-A4384DE0F823}"/>
              </a:ext>
            </a:extLst>
          </p:cNvPr>
          <p:cNvSpPr txBox="1"/>
          <p:nvPr/>
        </p:nvSpPr>
        <p:spPr>
          <a:xfrm>
            <a:off x="12392025" y="3613150"/>
            <a:ext cx="4481513" cy="5127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PERSOONLIJKHEID</a:t>
            </a:r>
          </a:p>
        </p:txBody>
      </p:sp>
      <p:sp>
        <p:nvSpPr>
          <p:cNvPr id="31" name="Line">
            <a:extLst>
              <a:ext uri="{FF2B5EF4-FFF2-40B4-BE49-F238E27FC236}">
                <a16:creationId xmlns:a16="http://schemas.microsoft.com/office/drawing/2014/main" id="{E09D3055-2F4D-69E3-B28E-30831DECF36C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4125" y="12561888"/>
            <a:ext cx="15570200" cy="0"/>
          </a:xfrm>
          <a:prstGeom prst="line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32" name="Slide Number">
            <a:extLst>
              <a:ext uri="{FF2B5EF4-FFF2-40B4-BE49-F238E27FC236}">
                <a16:creationId xmlns:a16="http://schemas.microsoft.com/office/drawing/2014/main" id="{70C1F792-960E-D0FC-EAF0-93B47E991C6D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F532495-65C7-45C1-801D-3571CF348D8E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003206736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Cont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>
            <a:extLst>
              <a:ext uri="{FF2B5EF4-FFF2-40B4-BE49-F238E27FC236}">
                <a16:creationId xmlns:a16="http://schemas.microsoft.com/office/drawing/2014/main" id="{B3514F35-FD3A-C401-E7DB-20CDCEF8852B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>
          <a:xfrm>
            <a:off x="12050713" y="12344400"/>
            <a:ext cx="1970087" cy="736600"/>
          </a:xfrm>
        </p:spPr>
        <p:txBody>
          <a:bodyPr lIns="12660" tIns="12660" rIns="12660" bIns="12660" anchor="ctr"/>
          <a:lstStyle>
            <a:lvl1pPr algn="r" defTabSz="125413">
              <a:defRPr sz="3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1pPr>
          </a:lstStyle>
          <a:p>
            <a:fld id="{91032241-7C0E-4183-9C29-8B71110978CE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12297844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Leeg kopie 3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>
            <a:extLst>
              <a:ext uri="{FF2B5EF4-FFF2-40B4-BE49-F238E27FC236}">
                <a16:creationId xmlns:a16="http://schemas.microsoft.com/office/drawing/2014/main" id="{3C5446DA-3E0A-4BBB-E4B3-518166D36BB4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4FD410A-D68B-4741-ADA1-70F9917CC770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2964691811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Leeg kopie 7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" descr="Afbeelding">
            <a:extLst>
              <a:ext uri="{FF2B5EF4-FFF2-40B4-BE49-F238E27FC236}">
                <a16:creationId xmlns:a16="http://schemas.microsoft.com/office/drawing/2014/main" id="{5EA93E85-4353-9EDA-E736-525AC463A1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925" y="215900"/>
            <a:ext cx="13520738" cy="1362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Slide Number">
            <a:extLst>
              <a:ext uri="{FF2B5EF4-FFF2-40B4-BE49-F238E27FC236}">
                <a16:creationId xmlns:a16="http://schemas.microsoft.com/office/drawing/2014/main" id="{053A88C4-43CD-BF60-9797-2E413FB98281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0B5AEF88-02F9-455B-8DE9-303C15F12EA7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1956410013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Leeg kopie 4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>
            <a:extLst>
              <a:ext uri="{FF2B5EF4-FFF2-40B4-BE49-F238E27FC236}">
                <a16:creationId xmlns:a16="http://schemas.microsoft.com/office/drawing/2014/main" id="{51BFC520-9E7E-C0AA-1337-98BC394F55DD}"/>
              </a:ext>
            </a:extLst>
          </p:cNvPr>
          <p:cNvSpPr/>
          <p:nvPr/>
        </p:nvSpPr>
        <p:spPr>
          <a:xfrm>
            <a:off x="228600" y="9285288"/>
            <a:ext cx="7296150" cy="4159250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Rectangle">
            <a:extLst>
              <a:ext uri="{FF2B5EF4-FFF2-40B4-BE49-F238E27FC236}">
                <a16:creationId xmlns:a16="http://schemas.microsoft.com/office/drawing/2014/main" id="{4ED693F9-D380-F75D-277A-99D287D3594B}"/>
              </a:ext>
            </a:extLst>
          </p:cNvPr>
          <p:cNvSpPr/>
          <p:nvPr/>
        </p:nvSpPr>
        <p:spPr>
          <a:xfrm>
            <a:off x="16452850" y="4481513"/>
            <a:ext cx="7805738" cy="3844925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FB2CCF4B-A31E-C5A7-8787-9E5DBEF42CBD}"/>
              </a:ext>
            </a:extLst>
          </p:cNvPr>
          <p:cNvSpPr/>
          <p:nvPr/>
        </p:nvSpPr>
        <p:spPr>
          <a:xfrm>
            <a:off x="7858125" y="8534400"/>
            <a:ext cx="8289925" cy="491966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EC9D9971-50FF-0BCC-5569-0CA71DA15DB3}"/>
              </a:ext>
            </a:extLst>
          </p:cNvPr>
          <p:cNvSpPr/>
          <p:nvPr/>
        </p:nvSpPr>
        <p:spPr>
          <a:xfrm>
            <a:off x="16452850" y="8534400"/>
            <a:ext cx="7805738" cy="491966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Rectangle">
            <a:extLst>
              <a:ext uri="{FF2B5EF4-FFF2-40B4-BE49-F238E27FC236}">
                <a16:creationId xmlns:a16="http://schemas.microsoft.com/office/drawing/2014/main" id="{9E71D721-7D5B-478F-CEC0-83F0630A4906}"/>
              </a:ext>
            </a:extLst>
          </p:cNvPr>
          <p:cNvSpPr/>
          <p:nvPr/>
        </p:nvSpPr>
        <p:spPr>
          <a:xfrm>
            <a:off x="16452850" y="238125"/>
            <a:ext cx="7805738" cy="4035425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Rectangle">
            <a:extLst>
              <a:ext uri="{FF2B5EF4-FFF2-40B4-BE49-F238E27FC236}">
                <a16:creationId xmlns:a16="http://schemas.microsoft.com/office/drawing/2014/main" id="{205BDEE7-3B34-16E4-51D6-D5C847058043}"/>
              </a:ext>
            </a:extLst>
          </p:cNvPr>
          <p:cNvSpPr/>
          <p:nvPr/>
        </p:nvSpPr>
        <p:spPr>
          <a:xfrm>
            <a:off x="7815263" y="4484688"/>
            <a:ext cx="3971925" cy="3838575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3B30F893-6D3D-E3E3-D58A-67A949B59671}"/>
              </a:ext>
            </a:extLst>
          </p:cNvPr>
          <p:cNvSpPr/>
          <p:nvPr/>
        </p:nvSpPr>
        <p:spPr>
          <a:xfrm>
            <a:off x="7815263" y="238125"/>
            <a:ext cx="8289925" cy="4035425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Rectangle">
            <a:extLst>
              <a:ext uri="{FF2B5EF4-FFF2-40B4-BE49-F238E27FC236}">
                <a16:creationId xmlns:a16="http://schemas.microsoft.com/office/drawing/2014/main" id="{2BD22508-B686-9D70-FDAF-90CE557050F8}"/>
              </a:ext>
            </a:extLst>
          </p:cNvPr>
          <p:cNvSpPr/>
          <p:nvPr/>
        </p:nvSpPr>
        <p:spPr>
          <a:xfrm>
            <a:off x="236538" y="238125"/>
            <a:ext cx="7297737" cy="863123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TextBox 38">
            <a:extLst>
              <a:ext uri="{FF2B5EF4-FFF2-40B4-BE49-F238E27FC236}">
                <a16:creationId xmlns:a16="http://schemas.microsoft.com/office/drawing/2014/main" id="{4E43CA41-CB17-CA67-FFBC-B7726B9C09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1795463"/>
            <a:ext cx="2233612" cy="80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Date of birth</a:t>
            </a:r>
          </a:p>
        </p:txBody>
      </p:sp>
      <p:sp>
        <p:nvSpPr>
          <p:cNvPr id="11" name="TextBox 38">
            <a:extLst>
              <a:ext uri="{FF2B5EF4-FFF2-40B4-BE49-F238E27FC236}">
                <a16:creationId xmlns:a16="http://schemas.microsoft.com/office/drawing/2014/main" id="{6B06A34D-70FA-BF5C-D1BE-18373CC2BC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2555875"/>
            <a:ext cx="2233612" cy="80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City of Birth </a:t>
            </a:r>
          </a:p>
        </p:txBody>
      </p:sp>
      <p:sp>
        <p:nvSpPr>
          <p:cNvPr id="12" name="TextBox 38">
            <a:extLst>
              <a:ext uri="{FF2B5EF4-FFF2-40B4-BE49-F238E27FC236}">
                <a16:creationId xmlns:a16="http://schemas.microsoft.com/office/drawing/2014/main" id="{8B0C13B7-9C21-7699-7DCE-08324F6764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825" y="3289300"/>
            <a:ext cx="3000375" cy="1665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Nationality</a:t>
            </a:r>
          </a:p>
        </p:txBody>
      </p:sp>
      <p:sp>
        <p:nvSpPr>
          <p:cNvPr id="13" name="TextBox 38">
            <a:extLst>
              <a:ext uri="{FF2B5EF4-FFF2-40B4-BE49-F238E27FC236}">
                <a16:creationId xmlns:a16="http://schemas.microsoft.com/office/drawing/2014/main" id="{DF3CD761-EAD9-E6BF-C62E-82295617C8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4081463"/>
            <a:ext cx="2233612" cy="1665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Height</a:t>
            </a:r>
          </a:p>
        </p:txBody>
      </p:sp>
      <p:sp>
        <p:nvSpPr>
          <p:cNvPr id="14" name="TextBox 38">
            <a:extLst>
              <a:ext uri="{FF2B5EF4-FFF2-40B4-BE49-F238E27FC236}">
                <a16:creationId xmlns:a16="http://schemas.microsoft.com/office/drawing/2014/main" id="{3C14394C-7BD9-246D-0D2A-37B69FF0A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4806950"/>
            <a:ext cx="2233612" cy="1665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Preferred foot</a:t>
            </a:r>
          </a:p>
        </p:txBody>
      </p:sp>
      <p:sp>
        <p:nvSpPr>
          <p:cNvPr id="15" name="TextBox 38">
            <a:extLst>
              <a:ext uri="{FF2B5EF4-FFF2-40B4-BE49-F238E27FC236}">
                <a16:creationId xmlns:a16="http://schemas.microsoft.com/office/drawing/2014/main" id="{5830990D-5C0E-998B-5404-811D99A8FB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5570538"/>
            <a:ext cx="2233612" cy="166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Club</a:t>
            </a:r>
          </a:p>
        </p:txBody>
      </p:sp>
      <p:sp>
        <p:nvSpPr>
          <p:cNvPr id="16" name="TextBox 38">
            <a:extLst>
              <a:ext uri="{FF2B5EF4-FFF2-40B4-BE49-F238E27FC236}">
                <a16:creationId xmlns:a16="http://schemas.microsoft.com/office/drawing/2014/main" id="{821A81D1-D373-9623-E22B-A57EF227AD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6264275"/>
            <a:ext cx="2233612" cy="1665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League</a:t>
            </a:r>
          </a:p>
        </p:txBody>
      </p:sp>
      <p:sp>
        <p:nvSpPr>
          <p:cNvPr id="17" name="Freeform 5">
            <a:extLst>
              <a:ext uri="{FF2B5EF4-FFF2-40B4-BE49-F238E27FC236}">
                <a16:creationId xmlns:a16="http://schemas.microsoft.com/office/drawing/2014/main" id="{D28BBA81-983A-C922-F37A-E0512EC83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0650" y="1782763"/>
            <a:ext cx="5348288" cy="2540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60959" tIns="60959" rIns="60959" bIns="60959"/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00000"/>
              </a:lnSpc>
              <a:spcBef>
                <a:spcPct val="0"/>
              </a:spcBef>
            </a:pPr>
            <a:endParaRPr lang="LID4096" altLang="LID4096" sz="24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8" name="Rectangle">
            <a:extLst>
              <a:ext uri="{FF2B5EF4-FFF2-40B4-BE49-F238E27FC236}">
                <a16:creationId xmlns:a16="http://schemas.microsoft.com/office/drawing/2014/main" id="{99B7F22B-3CDB-B2C9-0391-52B74999975A}"/>
              </a:ext>
            </a:extLst>
          </p:cNvPr>
          <p:cNvSpPr/>
          <p:nvPr/>
        </p:nvSpPr>
        <p:spPr>
          <a:xfrm>
            <a:off x="11217275" y="979488"/>
            <a:ext cx="2112963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Rectangle">
            <a:extLst>
              <a:ext uri="{FF2B5EF4-FFF2-40B4-BE49-F238E27FC236}">
                <a16:creationId xmlns:a16="http://schemas.microsoft.com/office/drawing/2014/main" id="{503EE7C6-4AC9-B3FB-2E0C-9D49F9F82FEB}"/>
              </a:ext>
            </a:extLst>
          </p:cNvPr>
          <p:cNvSpPr/>
          <p:nvPr/>
        </p:nvSpPr>
        <p:spPr>
          <a:xfrm>
            <a:off x="13606463" y="979488"/>
            <a:ext cx="2114550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Rectangle">
            <a:extLst>
              <a:ext uri="{FF2B5EF4-FFF2-40B4-BE49-F238E27FC236}">
                <a16:creationId xmlns:a16="http://schemas.microsoft.com/office/drawing/2014/main" id="{74955F0A-98E5-F9C1-5CBD-6F3D94E480B7}"/>
              </a:ext>
            </a:extLst>
          </p:cNvPr>
          <p:cNvSpPr/>
          <p:nvPr/>
        </p:nvSpPr>
        <p:spPr>
          <a:xfrm>
            <a:off x="11217275" y="1711325"/>
            <a:ext cx="2112963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Rectangle">
            <a:extLst>
              <a:ext uri="{FF2B5EF4-FFF2-40B4-BE49-F238E27FC236}">
                <a16:creationId xmlns:a16="http://schemas.microsoft.com/office/drawing/2014/main" id="{83165DAE-9B1D-9AE7-6F78-EB5394028BCA}"/>
              </a:ext>
            </a:extLst>
          </p:cNvPr>
          <p:cNvSpPr/>
          <p:nvPr/>
        </p:nvSpPr>
        <p:spPr>
          <a:xfrm>
            <a:off x="13606463" y="1711325"/>
            <a:ext cx="2114550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Rectangle">
            <a:extLst>
              <a:ext uri="{FF2B5EF4-FFF2-40B4-BE49-F238E27FC236}">
                <a16:creationId xmlns:a16="http://schemas.microsoft.com/office/drawing/2014/main" id="{DFA4EF4D-831B-6C10-C356-BB74E7FB7F30}"/>
              </a:ext>
            </a:extLst>
          </p:cNvPr>
          <p:cNvSpPr/>
          <p:nvPr/>
        </p:nvSpPr>
        <p:spPr>
          <a:xfrm>
            <a:off x="11217275" y="2500313"/>
            <a:ext cx="2112963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Rectangle">
            <a:extLst>
              <a:ext uri="{FF2B5EF4-FFF2-40B4-BE49-F238E27FC236}">
                <a16:creationId xmlns:a16="http://schemas.microsoft.com/office/drawing/2014/main" id="{AC940357-F302-FE11-58D3-F2F4D27C6215}"/>
              </a:ext>
            </a:extLst>
          </p:cNvPr>
          <p:cNvSpPr/>
          <p:nvPr/>
        </p:nvSpPr>
        <p:spPr>
          <a:xfrm>
            <a:off x="13606463" y="2500313"/>
            <a:ext cx="2114550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Rectangle">
            <a:extLst>
              <a:ext uri="{FF2B5EF4-FFF2-40B4-BE49-F238E27FC236}">
                <a16:creationId xmlns:a16="http://schemas.microsoft.com/office/drawing/2014/main" id="{7D60746F-F467-6028-CC22-512833A66BF8}"/>
              </a:ext>
            </a:extLst>
          </p:cNvPr>
          <p:cNvSpPr/>
          <p:nvPr/>
        </p:nvSpPr>
        <p:spPr>
          <a:xfrm>
            <a:off x="11217275" y="3276600"/>
            <a:ext cx="2112963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Rectangle">
            <a:extLst>
              <a:ext uri="{FF2B5EF4-FFF2-40B4-BE49-F238E27FC236}">
                <a16:creationId xmlns:a16="http://schemas.microsoft.com/office/drawing/2014/main" id="{279344B5-0F88-6A96-5130-2A8A3DA71AE2}"/>
              </a:ext>
            </a:extLst>
          </p:cNvPr>
          <p:cNvSpPr/>
          <p:nvPr/>
        </p:nvSpPr>
        <p:spPr>
          <a:xfrm>
            <a:off x="13606463" y="3276600"/>
            <a:ext cx="2114550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TextBox 40">
            <a:extLst>
              <a:ext uri="{FF2B5EF4-FFF2-40B4-BE49-F238E27FC236}">
                <a16:creationId xmlns:a16="http://schemas.microsoft.com/office/drawing/2014/main" id="{C56B5EA8-17FC-447F-6195-CCC4B9C3A8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7825" y="131763"/>
            <a:ext cx="1806575" cy="3579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ts val="5600"/>
              </a:lnSpc>
              <a:spcBef>
                <a:spcPct val="0"/>
              </a:spcBef>
            </a:pPr>
            <a:r>
              <a:rPr lang="LID4096" altLang="LID4096" sz="2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STATS</a:t>
            </a:r>
          </a:p>
          <a:p>
            <a:pPr eaLnBrk="1">
              <a:lnSpc>
                <a:spcPts val="56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Matches</a:t>
            </a:r>
          </a:p>
          <a:p>
            <a:pPr eaLnBrk="1">
              <a:lnSpc>
                <a:spcPts val="61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Minutes</a:t>
            </a:r>
          </a:p>
          <a:p>
            <a:pPr eaLnBrk="1">
              <a:lnSpc>
                <a:spcPts val="50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Goals</a:t>
            </a:r>
          </a:p>
          <a:p>
            <a:pPr eaLnBrk="1">
              <a:lnSpc>
                <a:spcPts val="61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Assists</a:t>
            </a:r>
          </a:p>
        </p:txBody>
      </p:sp>
      <p:sp>
        <p:nvSpPr>
          <p:cNvPr id="27" name="TextBox 41">
            <a:extLst>
              <a:ext uri="{FF2B5EF4-FFF2-40B4-BE49-F238E27FC236}">
                <a16:creationId xmlns:a16="http://schemas.microsoft.com/office/drawing/2014/main" id="{9B843BE4-2FAF-CCF4-B1A5-3AEA3ADDC6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7825" y="4521200"/>
            <a:ext cx="2754313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ts val="3400"/>
              </a:lnSpc>
              <a:spcBef>
                <a:spcPct val="0"/>
              </a:spcBef>
            </a:pPr>
            <a:r>
              <a:rPr lang="LID4096" altLang="LID4096" sz="2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PLAYER RATING</a:t>
            </a:r>
          </a:p>
        </p:txBody>
      </p:sp>
      <p:sp>
        <p:nvSpPr>
          <p:cNvPr id="28" name="TextBox 46">
            <a:extLst>
              <a:ext uri="{FF2B5EF4-FFF2-40B4-BE49-F238E27FC236}">
                <a16:creationId xmlns:a16="http://schemas.microsoft.com/office/drawing/2014/main" id="{D5BF48C0-27D8-02AA-43D0-F86CF7B2DB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1313" y="10361613"/>
            <a:ext cx="2913062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2400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Transfer value</a:t>
            </a:r>
          </a:p>
        </p:txBody>
      </p:sp>
      <p:sp>
        <p:nvSpPr>
          <p:cNvPr id="29" name="Rectangle">
            <a:extLst>
              <a:ext uri="{FF2B5EF4-FFF2-40B4-BE49-F238E27FC236}">
                <a16:creationId xmlns:a16="http://schemas.microsoft.com/office/drawing/2014/main" id="{8EAA1887-FEE9-3A93-9AD7-C54B579EEFCE}"/>
              </a:ext>
            </a:extLst>
          </p:cNvPr>
          <p:cNvSpPr/>
          <p:nvPr/>
        </p:nvSpPr>
        <p:spPr>
          <a:xfrm>
            <a:off x="19705638" y="11071225"/>
            <a:ext cx="3648075" cy="60642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Rectangle">
            <a:extLst>
              <a:ext uri="{FF2B5EF4-FFF2-40B4-BE49-F238E27FC236}">
                <a16:creationId xmlns:a16="http://schemas.microsoft.com/office/drawing/2014/main" id="{C3B18DE2-FE85-D947-1126-00227A7957BE}"/>
              </a:ext>
            </a:extLst>
          </p:cNvPr>
          <p:cNvSpPr/>
          <p:nvPr/>
        </p:nvSpPr>
        <p:spPr>
          <a:xfrm>
            <a:off x="19705638" y="11818938"/>
            <a:ext cx="3648075" cy="60483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Rectangle">
            <a:extLst>
              <a:ext uri="{FF2B5EF4-FFF2-40B4-BE49-F238E27FC236}">
                <a16:creationId xmlns:a16="http://schemas.microsoft.com/office/drawing/2014/main" id="{BD09E777-CA97-20C8-50B4-4DF286541803}"/>
              </a:ext>
            </a:extLst>
          </p:cNvPr>
          <p:cNvSpPr/>
          <p:nvPr/>
        </p:nvSpPr>
        <p:spPr>
          <a:xfrm>
            <a:off x="19705638" y="12547600"/>
            <a:ext cx="3648075" cy="60642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Rectangle">
            <a:extLst>
              <a:ext uri="{FF2B5EF4-FFF2-40B4-BE49-F238E27FC236}">
                <a16:creationId xmlns:a16="http://schemas.microsoft.com/office/drawing/2014/main" id="{FD6481D8-54F6-ECAF-86C2-95416F3AE36B}"/>
              </a:ext>
            </a:extLst>
          </p:cNvPr>
          <p:cNvSpPr/>
          <p:nvPr/>
        </p:nvSpPr>
        <p:spPr>
          <a:xfrm>
            <a:off x="18197513" y="398463"/>
            <a:ext cx="5799137" cy="371633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TextBox 43">
            <a:extLst>
              <a:ext uri="{FF2B5EF4-FFF2-40B4-BE49-F238E27FC236}">
                <a16:creationId xmlns:a16="http://schemas.microsoft.com/office/drawing/2014/main" id="{A4513041-356C-E084-1EC1-AB720849A4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4575" y="334963"/>
            <a:ext cx="2138363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3400"/>
              </a:lnSpc>
              <a:spcBef>
                <a:spcPct val="0"/>
              </a:spcBef>
            </a:pPr>
            <a:r>
              <a:rPr lang="LID4096" altLang="LID4096" sz="2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CURRENT SEASON</a:t>
            </a:r>
          </a:p>
        </p:txBody>
      </p:sp>
      <p:sp>
        <p:nvSpPr>
          <p:cNvPr id="34" name="TextBox 44">
            <a:extLst>
              <a:ext uri="{FF2B5EF4-FFF2-40B4-BE49-F238E27FC236}">
                <a16:creationId xmlns:a16="http://schemas.microsoft.com/office/drawing/2014/main" id="{98A4D44E-9A75-2B03-1C05-BD985D8268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89063" y="334963"/>
            <a:ext cx="114935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3400"/>
              </a:lnSpc>
              <a:spcBef>
                <a:spcPct val="0"/>
              </a:spcBef>
            </a:pPr>
            <a:r>
              <a:rPr lang="LID4096" altLang="LID4096" sz="2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CAREER</a:t>
            </a:r>
          </a:p>
        </p:txBody>
      </p:sp>
      <p:sp>
        <p:nvSpPr>
          <p:cNvPr id="35" name="TextBox 46">
            <a:extLst>
              <a:ext uri="{FF2B5EF4-FFF2-40B4-BE49-F238E27FC236}">
                <a16:creationId xmlns:a16="http://schemas.microsoft.com/office/drawing/2014/main" id="{C0603495-F98C-ABB7-2ED7-E38E5D082563}"/>
              </a:ext>
            </a:extLst>
          </p:cNvPr>
          <p:cNvSpPr txBox="1"/>
          <p:nvPr/>
        </p:nvSpPr>
        <p:spPr>
          <a:xfrm>
            <a:off x="16765588" y="8728075"/>
            <a:ext cx="2914650" cy="4191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sz="2400" b="1"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kern="0"/>
              <a:t>Transfer details</a:t>
            </a:r>
          </a:p>
        </p:txBody>
      </p:sp>
      <p:sp>
        <p:nvSpPr>
          <p:cNvPr id="36" name="TextBox 45">
            <a:extLst>
              <a:ext uri="{FF2B5EF4-FFF2-40B4-BE49-F238E27FC236}">
                <a16:creationId xmlns:a16="http://schemas.microsoft.com/office/drawing/2014/main" id="{6566A34E-C434-BF0D-F188-E04FD2287CDA}"/>
              </a:ext>
            </a:extLst>
          </p:cNvPr>
          <p:cNvSpPr txBox="1"/>
          <p:nvPr/>
        </p:nvSpPr>
        <p:spPr>
          <a:xfrm>
            <a:off x="16681450" y="387350"/>
            <a:ext cx="1743075" cy="4191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2400" b="1"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 b="0" cap="none"/>
            </a:pPr>
            <a:r>
              <a:rPr kern="0"/>
              <a:t>Scouting</a:t>
            </a:r>
          </a:p>
        </p:txBody>
      </p:sp>
      <p:sp>
        <p:nvSpPr>
          <p:cNvPr id="37" name="TextBox 47">
            <a:extLst>
              <a:ext uri="{FF2B5EF4-FFF2-40B4-BE49-F238E27FC236}">
                <a16:creationId xmlns:a16="http://schemas.microsoft.com/office/drawing/2014/main" id="{4F8E77FC-7766-E29E-4B70-2AAB7DF8604D}"/>
              </a:ext>
            </a:extLst>
          </p:cNvPr>
          <p:cNvSpPr txBox="1"/>
          <p:nvPr/>
        </p:nvSpPr>
        <p:spPr>
          <a:xfrm>
            <a:off x="8043863" y="8651875"/>
            <a:ext cx="3000375" cy="46355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defTabSz="1219200" eaLnBrk="1" fontAlgn="auto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b="1" kern="0"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Summary scouting</a:t>
            </a:r>
            <a:r>
              <a:rPr sz="2400" b="1" kern="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:</a:t>
            </a:r>
          </a:p>
        </p:txBody>
      </p:sp>
      <p:sp>
        <p:nvSpPr>
          <p:cNvPr id="38" name="Rectangle">
            <a:extLst>
              <a:ext uri="{FF2B5EF4-FFF2-40B4-BE49-F238E27FC236}">
                <a16:creationId xmlns:a16="http://schemas.microsoft.com/office/drawing/2014/main" id="{26FBA628-F12F-35A4-BD0B-7A5B32B8CF31}"/>
              </a:ext>
            </a:extLst>
          </p:cNvPr>
          <p:cNvSpPr/>
          <p:nvPr/>
        </p:nvSpPr>
        <p:spPr>
          <a:xfrm>
            <a:off x="3602038" y="2095500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Rectangle">
            <a:extLst>
              <a:ext uri="{FF2B5EF4-FFF2-40B4-BE49-F238E27FC236}">
                <a16:creationId xmlns:a16="http://schemas.microsoft.com/office/drawing/2014/main" id="{41D8105F-3285-59BF-0F2C-91F7A23CC3B8}"/>
              </a:ext>
            </a:extLst>
          </p:cNvPr>
          <p:cNvSpPr/>
          <p:nvPr/>
        </p:nvSpPr>
        <p:spPr>
          <a:xfrm>
            <a:off x="3602038" y="2849563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Rectangle">
            <a:extLst>
              <a:ext uri="{FF2B5EF4-FFF2-40B4-BE49-F238E27FC236}">
                <a16:creationId xmlns:a16="http://schemas.microsoft.com/office/drawing/2014/main" id="{5705F71A-5481-D549-74A6-6D51FEDB2E37}"/>
              </a:ext>
            </a:extLst>
          </p:cNvPr>
          <p:cNvSpPr/>
          <p:nvPr/>
        </p:nvSpPr>
        <p:spPr>
          <a:xfrm>
            <a:off x="3602038" y="3606800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Rectangle">
            <a:extLst>
              <a:ext uri="{FF2B5EF4-FFF2-40B4-BE49-F238E27FC236}">
                <a16:creationId xmlns:a16="http://schemas.microsoft.com/office/drawing/2014/main" id="{F2ED9EAF-6D73-E2D6-06CA-4B1E833C3952}"/>
              </a:ext>
            </a:extLst>
          </p:cNvPr>
          <p:cNvSpPr/>
          <p:nvPr/>
        </p:nvSpPr>
        <p:spPr>
          <a:xfrm>
            <a:off x="3602038" y="4364038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Rectangle">
            <a:extLst>
              <a:ext uri="{FF2B5EF4-FFF2-40B4-BE49-F238E27FC236}">
                <a16:creationId xmlns:a16="http://schemas.microsoft.com/office/drawing/2014/main" id="{5F24E59A-0064-6609-2F84-4DA8899849F3}"/>
              </a:ext>
            </a:extLst>
          </p:cNvPr>
          <p:cNvSpPr/>
          <p:nvPr/>
        </p:nvSpPr>
        <p:spPr>
          <a:xfrm>
            <a:off x="3602038" y="5118100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Rectangle">
            <a:extLst>
              <a:ext uri="{FF2B5EF4-FFF2-40B4-BE49-F238E27FC236}">
                <a16:creationId xmlns:a16="http://schemas.microsoft.com/office/drawing/2014/main" id="{76CB2123-EFC0-489C-9205-C5E0C5E22E05}"/>
              </a:ext>
            </a:extLst>
          </p:cNvPr>
          <p:cNvSpPr/>
          <p:nvPr/>
        </p:nvSpPr>
        <p:spPr>
          <a:xfrm>
            <a:off x="3602038" y="5861050"/>
            <a:ext cx="3624262" cy="588963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Rectangle">
            <a:extLst>
              <a:ext uri="{FF2B5EF4-FFF2-40B4-BE49-F238E27FC236}">
                <a16:creationId xmlns:a16="http://schemas.microsoft.com/office/drawing/2014/main" id="{6D985208-19F9-AA81-C454-4DC210D1C63B}"/>
              </a:ext>
            </a:extLst>
          </p:cNvPr>
          <p:cNvSpPr/>
          <p:nvPr/>
        </p:nvSpPr>
        <p:spPr>
          <a:xfrm>
            <a:off x="3602038" y="6610350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TextBox 38">
            <a:extLst>
              <a:ext uri="{FF2B5EF4-FFF2-40B4-BE49-F238E27FC236}">
                <a16:creationId xmlns:a16="http://schemas.microsoft.com/office/drawing/2014/main" id="{EF26C1E1-492F-DC2F-8B58-AB42F00A6E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6999288"/>
            <a:ext cx="2233612" cy="166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Agency</a:t>
            </a:r>
          </a:p>
        </p:txBody>
      </p:sp>
      <p:sp>
        <p:nvSpPr>
          <p:cNvPr id="46" name="Rectangle">
            <a:extLst>
              <a:ext uri="{FF2B5EF4-FFF2-40B4-BE49-F238E27FC236}">
                <a16:creationId xmlns:a16="http://schemas.microsoft.com/office/drawing/2014/main" id="{E3455DA9-962F-A786-2DF2-D96D6BA5A5E8}"/>
              </a:ext>
            </a:extLst>
          </p:cNvPr>
          <p:cNvSpPr/>
          <p:nvPr/>
        </p:nvSpPr>
        <p:spPr>
          <a:xfrm>
            <a:off x="3602038" y="7345363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TextBox 38">
            <a:extLst>
              <a:ext uri="{FF2B5EF4-FFF2-40B4-BE49-F238E27FC236}">
                <a16:creationId xmlns:a16="http://schemas.microsoft.com/office/drawing/2014/main" id="{0AA33564-21F3-717B-3BD2-95C348C253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7734300"/>
            <a:ext cx="2233612" cy="1665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r" eaLnBrk="1">
              <a:lnSpc>
                <a:spcPts val="68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Agent</a:t>
            </a:r>
          </a:p>
        </p:txBody>
      </p:sp>
      <p:sp>
        <p:nvSpPr>
          <p:cNvPr id="48" name="Rectangle">
            <a:extLst>
              <a:ext uri="{FF2B5EF4-FFF2-40B4-BE49-F238E27FC236}">
                <a16:creationId xmlns:a16="http://schemas.microsoft.com/office/drawing/2014/main" id="{E705AD84-D163-8A24-0DC9-56E23031CD25}"/>
              </a:ext>
            </a:extLst>
          </p:cNvPr>
          <p:cNvSpPr/>
          <p:nvPr/>
        </p:nvSpPr>
        <p:spPr>
          <a:xfrm>
            <a:off x="3602038" y="8078788"/>
            <a:ext cx="3624262" cy="58737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Rectangle">
            <a:extLst>
              <a:ext uri="{FF2B5EF4-FFF2-40B4-BE49-F238E27FC236}">
                <a16:creationId xmlns:a16="http://schemas.microsoft.com/office/drawing/2014/main" id="{3900751B-2329-B98D-4134-21375687A67E}"/>
              </a:ext>
            </a:extLst>
          </p:cNvPr>
          <p:cNvSpPr/>
          <p:nvPr/>
        </p:nvSpPr>
        <p:spPr>
          <a:xfrm>
            <a:off x="19705638" y="10315575"/>
            <a:ext cx="3648075" cy="60642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Rectangle">
            <a:extLst>
              <a:ext uri="{FF2B5EF4-FFF2-40B4-BE49-F238E27FC236}">
                <a16:creationId xmlns:a16="http://schemas.microsoft.com/office/drawing/2014/main" id="{92F1EE55-66F3-AA4C-362F-1EDC0EDFAB9D}"/>
              </a:ext>
            </a:extLst>
          </p:cNvPr>
          <p:cNvSpPr/>
          <p:nvPr/>
        </p:nvSpPr>
        <p:spPr>
          <a:xfrm>
            <a:off x="19718338" y="9559925"/>
            <a:ext cx="3648075" cy="606425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TextBox 46">
            <a:extLst>
              <a:ext uri="{FF2B5EF4-FFF2-40B4-BE49-F238E27FC236}">
                <a16:creationId xmlns:a16="http://schemas.microsoft.com/office/drawing/2014/main" id="{10520D08-543B-90B2-11A1-44DC92F612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1313" y="12641263"/>
            <a:ext cx="2913062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2400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Next step</a:t>
            </a:r>
          </a:p>
        </p:txBody>
      </p:sp>
      <p:sp>
        <p:nvSpPr>
          <p:cNvPr id="52" name="TextBox 46">
            <a:extLst>
              <a:ext uri="{FF2B5EF4-FFF2-40B4-BE49-F238E27FC236}">
                <a16:creationId xmlns:a16="http://schemas.microsoft.com/office/drawing/2014/main" id="{3E381332-A313-DD70-56EA-3858DE4894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1313" y="11884025"/>
            <a:ext cx="2913062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2400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Prediction year 2</a:t>
            </a:r>
          </a:p>
        </p:txBody>
      </p:sp>
      <p:sp>
        <p:nvSpPr>
          <p:cNvPr id="53" name="TextBox 46">
            <a:extLst>
              <a:ext uri="{FF2B5EF4-FFF2-40B4-BE49-F238E27FC236}">
                <a16:creationId xmlns:a16="http://schemas.microsoft.com/office/drawing/2014/main" id="{F6F01485-2046-AACB-68C1-BDC77794DF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1313" y="11101388"/>
            <a:ext cx="2913062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2400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Prediction year 1</a:t>
            </a:r>
          </a:p>
        </p:txBody>
      </p:sp>
      <p:sp>
        <p:nvSpPr>
          <p:cNvPr id="54" name="TextBox 46">
            <a:extLst>
              <a:ext uri="{FF2B5EF4-FFF2-40B4-BE49-F238E27FC236}">
                <a16:creationId xmlns:a16="http://schemas.microsoft.com/office/drawing/2014/main" id="{5D2D3949-D5CD-8C28-1F45-60832E3241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1313" y="9615488"/>
            <a:ext cx="2913062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240000"/>
              </a:lnSpc>
              <a:spcBef>
                <a:spcPct val="0"/>
              </a:spcBef>
            </a:pPr>
            <a:r>
              <a:rPr lang="LID4096" altLang="LID4096" sz="2400">
                <a:solidFill>
                  <a:srgbClr val="FFFFFF"/>
                </a:solidFill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End of contract</a:t>
            </a:r>
          </a:p>
        </p:txBody>
      </p:sp>
      <p:sp>
        <p:nvSpPr>
          <p:cNvPr id="55" name="Rectangle">
            <a:extLst>
              <a:ext uri="{FF2B5EF4-FFF2-40B4-BE49-F238E27FC236}">
                <a16:creationId xmlns:a16="http://schemas.microsoft.com/office/drawing/2014/main" id="{FAF02A56-CC5C-7303-951E-9B3D89540344}"/>
              </a:ext>
            </a:extLst>
          </p:cNvPr>
          <p:cNvSpPr/>
          <p:nvPr/>
        </p:nvSpPr>
        <p:spPr>
          <a:xfrm>
            <a:off x="12133263" y="4484688"/>
            <a:ext cx="3981450" cy="3838575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TextBox 41">
            <a:extLst>
              <a:ext uri="{FF2B5EF4-FFF2-40B4-BE49-F238E27FC236}">
                <a16:creationId xmlns:a16="http://schemas.microsoft.com/office/drawing/2014/main" id="{B6559CC0-596C-A344-9C46-15547C6355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15825" y="4521200"/>
            <a:ext cx="27559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ts val="3400"/>
              </a:lnSpc>
              <a:spcBef>
                <a:spcPct val="0"/>
              </a:spcBef>
            </a:pPr>
            <a:r>
              <a:rPr lang="LID4096" altLang="LID4096" sz="2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PLAYER AVAILABILITY</a:t>
            </a:r>
          </a:p>
        </p:txBody>
      </p:sp>
      <p:pic>
        <p:nvPicPr>
          <p:cNvPr id="57" name="Image" descr="Image">
            <a:extLst>
              <a:ext uri="{FF2B5EF4-FFF2-40B4-BE49-F238E27FC236}">
                <a16:creationId xmlns:a16="http://schemas.microsoft.com/office/drawing/2014/main" id="{81FCA7AD-C9D7-A8B6-1946-03547748DCA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58" name="Rectangle">
            <a:extLst>
              <a:ext uri="{FF2B5EF4-FFF2-40B4-BE49-F238E27FC236}">
                <a16:creationId xmlns:a16="http://schemas.microsoft.com/office/drawing/2014/main" id="{4CEFCAF1-5EC8-21C4-422F-BB8FDAB342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6900" y="9340850"/>
            <a:ext cx="2809875" cy="4048125"/>
          </a:xfrm>
          <a:prstGeom prst="rect">
            <a:avLst/>
          </a:prstGeom>
          <a:noFill/>
          <a:ln w="19050">
            <a:solidFill>
              <a:srgbClr val="FFFF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45719" rIns="45719" anchor="ctr"/>
          <a:lstStyle>
            <a:lvl1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  <a:sym typeface="Aptos" panose="020B0004020202020204" pitchFamily="34" charset="0"/>
            </a:endParaRPr>
          </a:p>
        </p:txBody>
      </p:sp>
      <p:sp>
        <p:nvSpPr>
          <p:cNvPr id="59" name="TextBox 41">
            <a:extLst>
              <a:ext uri="{FF2B5EF4-FFF2-40B4-BE49-F238E27FC236}">
                <a16:creationId xmlns:a16="http://schemas.microsoft.com/office/drawing/2014/main" id="{AC474F46-34A1-90EA-2357-D15F684BEA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6400" y="9496425"/>
            <a:ext cx="27559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ts val="3400"/>
              </a:lnSpc>
              <a:spcBef>
                <a:spcPct val="0"/>
              </a:spcBef>
            </a:pPr>
            <a:r>
              <a:rPr lang="LID4096" altLang="LID4096" sz="2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PLAYERS PROFILE</a:t>
            </a:r>
          </a:p>
        </p:txBody>
      </p:sp>
      <p:sp>
        <p:nvSpPr>
          <p:cNvPr id="60" name="TextBox 31">
            <a:extLst>
              <a:ext uri="{FF2B5EF4-FFF2-40B4-BE49-F238E27FC236}">
                <a16:creationId xmlns:a16="http://schemas.microsoft.com/office/drawing/2014/main" id="{85139285-91A4-B09F-8883-AECBF759A025}"/>
              </a:ext>
            </a:extLst>
          </p:cNvPr>
          <p:cNvSpPr txBox="1"/>
          <p:nvPr/>
        </p:nvSpPr>
        <p:spPr>
          <a:xfrm>
            <a:off x="390525" y="11553825"/>
            <a:ext cx="2151063" cy="167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254000" indent="-254000" defTabSz="1285875" eaLnBrk="1" fontAlgn="auto">
              <a:spcBef>
                <a:spcPts val="0"/>
              </a:spcBef>
              <a:spcAft>
                <a:spcPts val="0"/>
              </a:spcAft>
              <a:buSzPct val="123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Total Distance: </a:t>
            </a:r>
          </a:p>
          <a:p>
            <a:pPr marL="254000" indent="-254000" defTabSz="1285875" eaLnBrk="1" fontAlgn="auto">
              <a:spcBef>
                <a:spcPts val="0"/>
              </a:spcBef>
              <a:spcAft>
                <a:spcPts val="0"/>
              </a:spcAft>
              <a:buSzPct val="123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HI-runs:</a:t>
            </a:r>
          </a:p>
          <a:p>
            <a:pPr marL="254000" indent="-254000" defTabSz="1285875" eaLnBrk="1" fontAlgn="auto">
              <a:spcBef>
                <a:spcPts val="0"/>
              </a:spcBef>
              <a:spcAft>
                <a:spcPts val="0"/>
              </a:spcAft>
              <a:buSzPct val="123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Sprints:</a:t>
            </a:r>
          </a:p>
          <a:p>
            <a:pPr marL="254000" indent="-254000" defTabSz="1285875" eaLnBrk="1" fontAlgn="auto">
              <a:spcBef>
                <a:spcPts val="0"/>
              </a:spcBef>
              <a:spcAft>
                <a:spcPts val="0"/>
              </a:spcAft>
              <a:buSzPct val="123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Top speed:</a:t>
            </a:r>
          </a:p>
        </p:txBody>
      </p:sp>
      <p:sp>
        <p:nvSpPr>
          <p:cNvPr id="61" name="Slide Number">
            <a:extLst>
              <a:ext uri="{FF2B5EF4-FFF2-40B4-BE49-F238E27FC236}">
                <a16:creationId xmlns:a16="http://schemas.microsoft.com/office/drawing/2014/main" id="{5D69277D-A683-B252-9210-4C5983D52882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EEB47BC-B868-4634-A800-8BF2A8B139E0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423495010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nelheid (N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CA444CBF-6C9E-0B31-A44A-16ED04EB4AF3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FAC16F72-6E80-0519-5C62-93694A77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8B832F33-B240-4E57-D2D3-32C6347D61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51789308-9A0C-777E-6F03-38AFFB6C28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75140319-DF85-A1A6-26EA-95522260F09B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77E32437-F589-3E40-93D2-F47C969A46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Line">
            <a:extLst>
              <a:ext uri="{FF2B5EF4-FFF2-40B4-BE49-F238E27FC236}">
                <a16:creationId xmlns:a16="http://schemas.microsoft.com/office/drawing/2014/main" id="{90ED8BF8-CE9D-F403-AD67-1C8236A6BC3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94492568-32CE-1394-D141-4316FF4D452C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0" name="Snelheid">
            <a:extLst>
              <a:ext uri="{FF2B5EF4-FFF2-40B4-BE49-F238E27FC236}">
                <a16:creationId xmlns:a16="http://schemas.microsoft.com/office/drawing/2014/main" id="{FE924644-B10D-9BA4-1E3C-6BD6D5062F55}"/>
              </a:ext>
            </a:extLst>
          </p:cNvPr>
          <p:cNvSpPr txBox="1"/>
          <p:nvPr/>
        </p:nvSpPr>
        <p:spPr>
          <a:xfrm>
            <a:off x="19523075" y="990600"/>
            <a:ext cx="22098000" cy="774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Snelheid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9B99E841-8DB2-8DB6-833C-3C591CCCC5F2}"/>
              </a:ext>
            </a:extLst>
          </p:cNvPr>
          <p:cNvSpPr txBox="1"/>
          <p:nvPr/>
        </p:nvSpPr>
        <p:spPr>
          <a:xfrm>
            <a:off x="19791363" y="2244725"/>
            <a:ext cx="4160837" cy="838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“Absolute snelheid zonder bal” “Snelheid in de acties met bal” “Startsnelheid”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BAC218C-FA8B-CCA3-56E9-9517DBF966FA}"/>
              </a:ext>
            </a:extLst>
          </p:cNvPr>
          <p:cNvSpPr txBox="1"/>
          <p:nvPr/>
        </p:nvSpPr>
        <p:spPr>
          <a:xfrm>
            <a:off x="19511963" y="3973513"/>
            <a:ext cx="4721225" cy="21336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Topsnelheid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Acceleratie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Paslengte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Grote / kleine afstanden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1e meters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DA51D94E-2905-9E38-9932-647887453271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B2BEEBD4-9966-4E83-BE00-B9DFE8AB6F29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207776069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Uithoudingsvermogen (N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41D00E17-570E-3751-4B1F-8543EAA83B36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FF82D38E-0C9A-A39E-0919-FE861B8F07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35290E09-A6E5-8040-4427-4EF0C1B494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EEC2F8A9-BC08-A552-E979-4A40A574B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9CACA80A-C8B1-8073-2C43-B4169AD75448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A44328B1-29F4-4013-E794-FC4DBD56DD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Line">
            <a:extLst>
              <a:ext uri="{FF2B5EF4-FFF2-40B4-BE49-F238E27FC236}">
                <a16:creationId xmlns:a16="http://schemas.microsoft.com/office/drawing/2014/main" id="{6AA5434C-02A0-7C71-8754-F428C9C57B1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60ABB2A2-106D-E937-A425-8F0C197BC666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0" name="Uithoudings…">
            <a:extLst>
              <a:ext uri="{FF2B5EF4-FFF2-40B4-BE49-F238E27FC236}">
                <a16:creationId xmlns:a16="http://schemas.microsoft.com/office/drawing/2014/main" id="{8CF9B71D-F0CC-C1C5-877B-8E0421676181}"/>
              </a:ext>
            </a:extLst>
          </p:cNvPr>
          <p:cNvSpPr txBox="1"/>
          <p:nvPr/>
        </p:nvSpPr>
        <p:spPr>
          <a:xfrm>
            <a:off x="19523075" y="215900"/>
            <a:ext cx="22098000" cy="1549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Uithoudings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vermogen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81563FB4-35B4-5C32-C372-484E89B13F85}"/>
              </a:ext>
            </a:extLst>
          </p:cNvPr>
          <p:cNvSpPr txBox="1"/>
          <p:nvPr/>
        </p:nvSpPr>
        <p:spPr>
          <a:xfrm>
            <a:off x="19791363" y="2397125"/>
            <a:ext cx="4160837" cy="53181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kern="0"/>
              <a:t>“Volhouden van de positie specifieke voetbalacties”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8BFB698-BD42-3229-250A-727C17672E83}"/>
              </a:ext>
            </a:extLst>
          </p:cNvPr>
          <p:cNvSpPr txBox="1"/>
          <p:nvPr/>
        </p:nvSpPr>
        <p:spPr>
          <a:xfrm>
            <a:off x="19511963" y="3973513"/>
            <a:ext cx="4721225" cy="21336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Intensiteit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Total distance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HI-runs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Sprints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90 min volhouden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Gemiddelde p/w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109FE028-17F3-1AFA-928B-09E0BA20F55C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2A33932-BBA6-4429-9E21-9295BE225A3B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1657379306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oorzettingsvermogen (N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568BB947-027F-CC71-18CB-18E7E0F5010D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2B5CD76B-DD4A-DE3A-1595-6D375B16E6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8D73A196-D64F-9A12-9D27-DFAE18F70F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5D214EC-71B4-2E60-0BAC-0E206BEA53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3766119F-6D3B-5242-6AC2-DCA5B522380E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4D8B2C64-3D9D-E603-713F-BFE68F504D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Line">
            <a:extLst>
              <a:ext uri="{FF2B5EF4-FFF2-40B4-BE49-F238E27FC236}">
                <a16:creationId xmlns:a16="http://schemas.microsoft.com/office/drawing/2014/main" id="{FDE863FF-8918-7F44-4A85-2AD4123B96B7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8890D81E-E8D7-1167-F050-480B39242ED9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0" name="Doorzettings…">
            <a:extLst>
              <a:ext uri="{FF2B5EF4-FFF2-40B4-BE49-F238E27FC236}">
                <a16:creationId xmlns:a16="http://schemas.microsoft.com/office/drawing/2014/main" id="{8D98135B-4919-0EDE-63D8-43D0DBC87E81}"/>
              </a:ext>
            </a:extLst>
          </p:cNvPr>
          <p:cNvSpPr txBox="1"/>
          <p:nvPr/>
        </p:nvSpPr>
        <p:spPr>
          <a:xfrm>
            <a:off x="19523075" y="215900"/>
            <a:ext cx="22098000" cy="1549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Doorzettings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vermogen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9389D127-219C-79DB-98B3-A23481DC742F}"/>
              </a:ext>
            </a:extLst>
          </p:cNvPr>
          <p:cNvSpPr txBox="1"/>
          <p:nvPr/>
        </p:nvSpPr>
        <p:spPr>
          <a:xfrm>
            <a:off x="19791363" y="2105025"/>
            <a:ext cx="4160837" cy="11176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/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“Heeft een echte winnaarsmentaliteit, geeft nooit op en probeert teamgenoten 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te stimuleren”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32261E8B-28A9-11C6-ED69-5C45500CA5EC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Emotie controle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Gedrag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Rouwmomenten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Anderen inspireren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Nooit opgeven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Tot het einde vechten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Altijd 100%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763DC79E-F75B-C054-FAE8-2A3A909B0BBB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C9F973B-CEAA-42E1-8D19-63E121FC50AD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125050266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pe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6F1BEA57-F706-2EBD-F912-7BD3BFA6E0CC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D5466BAA-4BCC-E5F5-8312-8466FDED64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63921A18-8291-7C6B-D34D-922E809996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FDBB7F1C-2246-4897-E8F5-365A0C9455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007C6CAF-D8B8-F4D9-142C-A5F8F474348C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05EB9FEC-BB1F-FFEC-052B-49B69574D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CF3341E7-475E-3CCE-B5E1-9B3779E2A6BB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D9363823-D4CF-7150-878D-E34D38C33EA0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0" name="Speed">
            <a:extLst>
              <a:ext uri="{FF2B5EF4-FFF2-40B4-BE49-F238E27FC236}">
                <a16:creationId xmlns:a16="http://schemas.microsoft.com/office/drawing/2014/main" id="{C3BD0363-4C92-06C1-C759-67F1790C207D}"/>
              </a:ext>
            </a:extLst>
          </p:cNvPr>
          <p:cNvSpPr txBox="1"/>
          <p:nvPr/>
        </p:nvSpPr>
        <p:spPr>
          <a:xfrm>
            <a:off x="19523075" y="1003300"/>
            <a:ext cx="22098000" cy="762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Speed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C17C35D5-D9F1-1921-9C07-A415B2CE5247}"/>
              </a:ext>
            </a:extLst>
          </p:cNvPr>
          <p:cNvSpPr txBox="1"/>
          <p:nvPr/>
        </p:nvSpPr>
        <p:spPr>
          <a:xfrm>
            <a:off x="19791363" y="2384425"/>
            <a:ext cx="4160837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“Top speed and acceleration capabilities”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0C1EDE9B-D77F-2097-54E8-21896B103E09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Top speed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Acceleration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Stride length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Big / small distance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First meters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End result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F0D68E77-73E6-A1B0-40AF-1007BB84F1CE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C05FF63-8018-49A3-B6A9-9D499B9945D3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824533942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tam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9162249B-BA2C-E08F-6D16-07226546F13D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2D0ACC90-3BD2-4B99-0B64-E9A38104D2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4E5B57BF-BB45-47DA-600A-C935D980FA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41264228-5A0E-F2BA-EBD2-E628E327B1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D3BF542B-4CA4-D017-7032-060ABD7A4F4A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C8F6331E-99A3-F612-76FB-FC78E1C958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45963238-9C8D-1A70-34B9-2A61FA75428B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FCBAEABA-CE3F-4CA4-A0B7-71C66E859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0" name="Stamina">
            <a:extLst>
              <a:ext uri="{FF2B5EF4-FFF2-40B4-BE49-F238E27FC236}">
                <a16:creationId xmlns:a16="http://schemas.microsoft.com/office/drawing/2014/main" id="{A49ABC68-FE11-1AA5-1285-E71F6D846A73}"/>
              </a:ext>
            </a:extLst>
          </p:cNvPr>
          <p:cNvSpPr txBox="1"/>
          <p:nvPr/>
        </p:nvSpPr>
        <p:spPr>
          <a:xfrm>
            <a:off x="19523075" y="1003300"/>
            <a:ext cx="22098000" cy="762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Stamina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599E96B3-4D3C-70E9-21C0-40DB2444C4D0}"/>
              </a:ext>
            </a:extLst>
          </p:cNvPr>
          <p:cNvSpPr txBox="1"/>
          <p:nvPr/>
        </p:nvSpPr>
        <p:spPr>
          <a:xfrm>
            <a:off x="19791363" y="2244725"/>
            <a:ext cx="4160837" cy="838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“Sustain prolonged effort and maintain performance throughout a match without excessive fatigue”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AA3AF2CF-283B-B73B-3418-746473E61E5E}"/>
              </a:ext>
            </a:extLst>
          </p:cNvPr>
          <p:cNvSpPr txBox="1"/>
          <p:nvPr/>
        </p:nvSpPr>
        <p:spPr>
          <a:xfrm>
            <a:off x="19511963" y="3973513"/>
            <a:ext cx="4721225" cy="21336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Intensity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Total distance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HI-runs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Sprints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Maintaining 90 mins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Average mins p/g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3A3CD9AD-D400-30DB-E515-C33B7F4CAD51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1C9B8D9D-1CF7-4C48-923D-452C256C9BCE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223719821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etermi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B6FEBCB0-29DF-9EEB-1074-C69FB188D102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5038F4B9-3AA8-AB35-9792-69309E84FD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48562C50-78C9-8376-E0A0-60635F811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7A68C011-9806-7487-62C3-3451520193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7CF078C3-0C18-0A70-9A77-DA676D601643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1585B6B5-7E62-CC94-EB6E-DE1FB3302E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24AF0053-471B-8EDE-FC30-4DAE377695DD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0E671FBD-8227-C6F3-2842-05607B248178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0" name="Determination">
            <a:extLst>
              <a:ext uri="{FF2B5EF4-FFF2-40B4-BE49-F238E27FC236}">
                <a16:creationId xmlns:a16="http://schemas.microsoft.com/office/drawing/2014/main" id="{BEFC7243-DD7B-CB37-099E-5F7D004C17EB}"/>
              </a:ext>
            </a:extLst>
          </p:cNvPr>
          <p:cNvSpPr txBox="1"/>
          <p:nvPr/>
        </p:nvSpPr>
        <p:spPr>
          <a:xfrm>
            <a:off x="19523075" y="1003300"/>
            <a:ext cx="22098000" cy="762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Determination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206EF135-143A-2419-B52C-DB39C3E5B16F}"/>
              </a:ext>
            </a:extLst>
          </p:cNvPr>
          <p:cNvSpPr txBox="1"/>
          <p:nvPr/>
        </p:nvSpPr>
        <p:spPr>
          <a:xfrm>
            <a:off x="19791363" y="2244725"/>
            <a:ext cx="4160837" cy="838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“Showing strong will, persistence, and commitment to succeed, even in difficult situations”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1A9FAA9A-AA84-CFB6-9C57-28D6DC015E8E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Emotion control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Behaviour (by result)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Mourning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Inspiring others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Never give up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Fight until the end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Always 100%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23DDB40C-5738-7A67-D6A6-C1EBA52129EC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8E8C461-6C29-4A0D-BA41-7807685AF3C8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739342970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sisten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C1455122-DF26-B0A7-FD3C-FD7EAE7E2387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3A9F6347-090B-C8A3-2E89-0DFCC433A1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B96B6ABD-267D-FF7D-ACEE-A72C6E2D66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E4D286B5-CB3E-C048-F604-04292469BD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70A94349-0B18-4379-B669-58029CCF251D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02FB8AF0-66AA-9F06-FD8A-AA27BE45E7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AFD9FDDF-CF0B-6941-32D8-0A34B71A5CC9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9C7DA9F8-A07E-3630-CEF1-305A572A498B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0" name="Consistency">
            <a:extLst>
              <a:ext uri="{FF2B5EF4-FFF2-40B4-BE49-F238E27FC236}">
                <a16:creationId xmlns:a16="http://schemas.microsoft.com/office/drawing/2014/main" id="{4F2FC53B-2FB2-9E1B-844C-8BA78984B656}"/>
              </a:ext>
            </a:extLst>
          </p:cNvPr>
          <p:cNvSpPr txBox="1"/>
          <p:nvPr/>
        </p:nvSpPr>
        <p:spPr>
          <a:xfrm>
            <a:off x="19523075" y="1003300"/>
            <a:ext cx="22098000" cy="762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Consistency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EA2F211B-2006-34B5-CB94-6433E0DF01ED}"/>
              </a:ext>
            </a:extLst>
          </p:cNvPr>
          <p:cNvSpPr txBox="1"/>
          <p:nvPr/>
        </p:nvSpPr>
        <p:spPr>
          <a:xfrm>
            <a:off x="19791363" y="2244725"/>
            <a:ext cx="4160837" cy="838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“Perform at a similar level of quality repeatedly over time, across matches or actions”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C0E7E933-6B3F-717A-4077-7EA5D6069D89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Steady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Influential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Solid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In control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Conscious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React after mistakes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Dealing with stress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68EC3F7C-5648-157E-021D-44D42C149E38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08558338-1365-4647-953E-30FC098F9302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75966204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owerpl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C948BAC6-E319-F8AA-100F-4C6D613B000F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7ED1DBEF-5A42-1CA3-2376-DA1CE9EE5D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12AFB4BC-47A5-21AD-B0F6-07406760ED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561692A5-2777-6F20-CBBC-4AAF9B27E9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F4FEC8D2-B556-BFD5-B2A5-E2329A8980F7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310E1843-BCE7-4ABB-C969-AA849747A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013A3DCF-6708-97B0-9425-8D41D75F3B73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3E5B2B51-2D84-ECA1-50E5-88BD9FE553F8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0" name="Power play">
            <a:extLst>
              <a:ext uri="{FF2B5EF4-FFF2-40B4-BE49-F238E27FC236}">
                <a16:creationId xmlns:a16="http://schemas.microsoft.com/office/drawing/2014/main" id="{71C921DE-5262-8950-6373-3D5730649EE4}"/>
              </a:ext>
            </a:extLst>
          </p:cNvPr>
          <p:cNvSpPr txBox="1"/>
          <p:nvPr/>
        </p:nvSpPr>
        <p:spPr>
          <a:xfrm>
            <a:off x="19523075" y="1003300"/>
            <a:ext cx="22098000" cy="762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Power play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A5C89769-2FED-5E2D-860A-06CA75488821}"/>
              </a:ext>
            </a:extLst>
          </p:cNvPr>
          <p:cNvSpPr txBox="1"/>
          <p:nvPr/>
        </p:nvSpPr>
        <p:spPr>
          <a:xfrm>
            <a:off x="19791363" y="2244725"/>
            <a:ext cx="4160837" cy="838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“Attempts by physical strength and forceful challenges to dominate opponents in duels”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6F71181B-A432-97D5-9D34-B8EE1813AEB6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Strong body part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Groundduels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Aerial duels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Timing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Preparation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End result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7D994233-F11F-D158-17CA-1638C0BABE89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4B917E4-5090-4CE3-806C-7D6B2065E14C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427552158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ffensive positio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34E2721F-F7AF-C9ED-8E6E-DDD2A73668FF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BEF15DCF-7B5E-A7B8-D868-2CD953731B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DE5696BA-71F5-DE4B-3A11-73449994E4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8A0D704F-1C6D-0307-D39A-A3B40E09BE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413818FF-F2AC-4C90-A458-D45F3424B28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1F6F9654-8A10-257D-1363-12653C8782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240A39D3-7106-2C90-3B5C-00A7016950D6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85F716EE-2DFB-3E8A-199D-1911670ED53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0" name="Offensive…">
            <a:extLst>
              <a:ext uri="{FF2B5EF4-FFF2-40B4-BE49-F238E27FC236}">
                <a16:creationId xmlns:a16="http://schemas.microsoft.com/office/drawing/2014/main" id="{DD4FBC70-AECB-727E-F3AA-842FB6A51702}"/>
              </a:ext>
            </a:extLst>
          </p:cNvPr>
          <p:cNvSpPr txBox="1"/>
          <p:nvPr/>
        </p:nvSpPr>
        <p:spPr>
          <a:xfrm>
            <a:off x="19523075" y="241300"/>
            <a:ext cx="22098000" cy="1524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49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Offensive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49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positioning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1828C3DC-D415-6468-F4A4-63DFFBB1FF31}"/>
              </a:ext>
            </a:extLst>
          </p:cNvPr>
          <p:cNvSpPr txBox="1"/>
          <p:nvPr/>
        </p:nvSpPr>
        <p:spPr>
          <a:xfrm>
            <a:off x="19791363" y="2384425"/>
            <a:ext cx="4160837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/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“Ball receptions in halfspace 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and/or final third”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B35ACD75-D21D-5BAA-01EB-54A5C60E50E7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Space recognition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Scanning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Awareness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Overload / 3rd man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Reachable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Rotating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Areas of play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3E9E4185-55CC-29D4-D24F-DC24659789BB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3C9D1DA-8B08-4F64-8F8A-96273EC69C67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1961481204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efensive positio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939A42EF-47CA-6104-8F41-25A5110BD961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96ACC9D8-F406-852C-E065-46A842A655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1905F2AC-FE27-62CA-8857-DDC6A3988F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941DD89E-191F-B1CB-54BE-16A2148F38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C28AB8ED-04ED-4ECC-A973-171B941D961F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A88DA458-514A-2BD9-5DA4-11D4042C06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0506DD50-C2C8-395A-AD36-278BE9DAFF0C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EA07B6C5-8A11-3E14-FDCD-439EE2ADA963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0" name="Defensive…">
            <a:extLst>
              <a:ext uri="{FF2B5EF4-FFF2-40B4-BE49-F238E27FC236}">
                <a16:creationId xmlns:a16="http://schemas.microsoft.com/office/drawing/2014/main" id="{1CF3FC03-50D4-B39D-9D5B-93B13C80D213}"/>
              </a:ext>
            </a:extLst>
          </p:cNvPr>
          <p:cNvSpPr txBox="1"/>
          <p:nvPr/>
        </p:nvSpPr>
        <p:spPr>
          <a:xfrm>
            <a:off x="19523075" y="241300"/>
            <a:ext cx="22098000" cy="1524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49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Defensive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49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positioning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42A97315-FB4F-3A11-154A-D7C508AACAF6}"/>
              </a:ext>
            </a:extLst>
          </p:cNvPr>
          <p:cNvSpPr txBox="1"/>
          <p:nvPr/>
        </p:nvSpPr>
        <p:spPr>
          <a:xfrm>
            <a:off x="19791363" y="2244725"/>
            <a:ext cx="4160837" cy="838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“Prevent the direct opponent from finishing, crossing, dribbling or passing by defending well”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88BA204D-AA0A-1487-CF1D-DF36F1C19B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1963" y="3973513"/>
            <a:ext cx="4721225" cy="243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marL="190500" indent="-190500"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Man &amp; ball?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Body position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High or low line?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Danger recognition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Distance lines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Press opponent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Cover passing lines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73883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9548C6DE-5D5D-7030-5013-3B3DBD0DD136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5BF9583-E8F0-4AD1-842E-CDA08A098E5D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956844049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as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D2D07381-90E8-D501-F22E-9EAABB66C5F5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37FE3644-43E6-AAD5-4592-8DCA729D6B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D183B11E-79DB-FCFF-A36E-96BDBFD8A7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2ECF89EF-FA50-2C23-A697-C69159F77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7A93D404-AE59-AF27-B029-CCB7208052AE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B9895D3B-FA85-A820-DD61-9172FD3A7C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E16C3B85-4BF8-33BC-3470-05177AB3D302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056DB385-59CB-8FBA-E165-2A4EEF01D2A7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0" name="Passing">
            <a:extLst>
              <a:ext uri="{FF2B5EF4-FFF2-40B4-BE49-F238E27FC236}">
                <a16:creationId xmlns:a16="http://schemas.microsoft.com/office/drawing/2014/main" id="{90D4A363-D035-B2F7-E714-D2DD1EA18F64}"/>
              </a:ext>
            </a:extLst>
          </p:cNvPr>
          <p:cNvSpPr txBox="1"/>
          <p:nvPr/>
        </p:nvSpPr>
        <p:spPr>
          <a:xfrm>
            <a:off x="19523075" y="1003300"/>
            <a:ext cx="22098000" cy="762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Passing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A588ABE3-3079-7D95-E522-9945C0697EC8}"/>
              </a:ext>
            </a:extLst>
          </p:cNvPr>
          <p:cNvSpPr txBox="1"/>
          <p:nvPr/>
        </p:nvSpPr>
        <p:spPr>
          <a:xfrm>
            <a:off x="19791363" y="2244725"/>
            <a:ext cx="4160837" cy="838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“Open play pass &lt;10m (under pressure or through the lines) or open play pass &gt;30m”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92E9B438-25C3-1DDF-2CF4-FB0E924622AD}"/>
              </a:ext>
            </a:extLst>
          </p:cNvPr>
          <p:cNvSpPr txBox="1"/>
          <p:nvPr/>
        </p:nvSpPr>
        <p:spPr>
          <a:xfrm>
            <a:off x="19511963" y="3973513"/>
            <a:ext cx="4721225" cy="2743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Speed of actions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Type of pass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Both legs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Direction &amp; timing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Pace &amp; height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Preparation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Frequency?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End result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1BCAB376-8E53-0E05-D85A-5A659AF61AF5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83DBCA3-80CE-4A64-939E-7CE9F3C50EAC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4201741047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8 vakjes kopie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7">
            <a:extLst>
              <a:ext uri="{FF2B5EF4-FFF2-40B4-BE49-F238E27FC236}">
                <a16:creationId xmlns:a16="http://schemas.microsoft.com/office/drawing/2014/main" id="{FA3CEF70-1BBA-C94B-82F6-2DAAC744C6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3917950"/>
            <a:ext cx="5838825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293EC1F9-4C12-9FDB-A306-2B115BB829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3917950"/>
            <a:ext cx="5840412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4" name="Freeform 7">
            <a:extLst>
              <a:ext uri="{FF2B5EF4-FFF2-40B4-BE49-F238E27FC236}">
                <a16:creationId xmlns:a16="http://schemas.microsoft.com/office/drawing/2014/main" id="{463860C7-464C-0EAA-BBA9-D0ABCAC7DC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2092325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93AA7B0F-CABD-A9A0-3B23-CD07784A2B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1057275"/>
            <a:ext cx="5838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188520F7-7360-0802-BBB0-4BE98B9EE93A}"/>
              </a:ext>
            </a:extLst>
          </p:cNvPr>
          <p:cNvSpPr txBox="1"/>
          <p:nvPr/>
        </p:nvSpPr>
        <p:spPr>
          <a:xfrm>
            <a:off x="430213" y="3997325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7" name="Defenitions">
            <a:extLst>
              <a:ext uri="{FF2B5EF4-FFF2-40B4-BE49-F238E27FC236}">
                <a16:creationId xmlns:a16="http://schemas.microsoft.com/office/drawing/2014/main" id="{BAFE48A6-8A1A-1EFC-9DA8-9F818CE18339}"/>
              </a:ext>
            </a:extLst>
          </p:cNvPr>
          <p:cNvSpPr txBox="1"/>
          <p:nvPr/>
        </p:nvSpPr>
        <p:spPr>
          <a:xfrm>
            <a:off x="290513" y="384175"/>
            <a:ext cx="563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Defenitions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E43A851-B512-99EA-00B0-F373AAC123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4750" y="3917950"/>
            <a:ext cx="5838825" cy="32416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FCA498BB-3261-4CA5-718E-539C5963B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3163" y="3917950"/>
            <a:ext cx="5840412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0" name="Freeform 7">
            <a:extLst>
              <a:ext uri="{FF2B5EF4-FFF2-40B4-BE49-F238E27FC236}">
                <a16:creationId xmlns:a16="http://schemas.microsoft.com/office/drawing/2014/main" id="{D06CEC43-A30E-90DC-64CB-880946A92E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4750" y="2092325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430FF52A-D855-901B-02DE-0EA3B24456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4750" y="1057275"/>
            <a:ext cx="5838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5C61FDD7-80F6-CA51-5A78-B37791872E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10163175"/>
            <a:ext cx="5840412" cy="3243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3" name="Freeform 7">
            <a:extLst>
              <a:ext uri="{FF2B5EF4-FFF2-40B4-BE49-F238E27FC236}">
                <a16:creationId xmlns:a16="http://schemas.microsoft.com/office/drawing/2014/main" id="{5210C70A-4F18-C03D-C90A-8C3082B91B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10163175"/>
            <a:ext cx="5838825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4670F3BA-C2E1-0863-33CE-894E48F8A4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8337550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F41CA73A-764E-4CB9-1F32-D66571EB30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7302500"/>
            <a:ext cx="5840412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D308100F-9D1A-7575-EFDC-52909912CC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10161588"/>
            <a:ext cx="5838825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7" name="Freeform 7">
            <a:extLst>
              <a:ext uri="{FF2B5EF4-FFF2-40B4-BE49-F238E27FC236}">
                <a16:creationId xmlns:a16="http://schemas.microsoft.com/office/drawing/2014/main" id="{B6CFDEA1-6D96-B516-10B7-00BD114F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10161588"/>
            <a:ext cx="5840412" cy="588962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36545761-03B4-2935-7B39-5B85522443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8337550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9" name="Freeform 7">
            <a:extLst>
              <a:ext uri="{FF2B5EF4-FFF2-40B4-BE49-F238E27FC236}">
                <a16:creationId xmlns:a16="http://schemas.microsoft.com/office/drawing/2014/main" id="{F0F74C6A-EEE3-203E-FECA-A757877C14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7302500"/>
            <a:ext cx="5838825" cy="8794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62D56185-1DEC-7CE4-E30E-32BD80D1B26B}"/>
              </a:ext>
            </a:extLst>
          </p:cNvPr>
          <p:cNvSpPr txBox="1"/>
          <p:nvPr/>
        </p:nvSpPr>
        <p:spPr>
          <a:xfrm>
            <a:off x="430213" y="10242550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F946CA-DC3F-3D65-7721-0AB930D317D6}"/>
              </a:ext>
            </a:extLst>
          </p:cNvPr>
          <p:cNvSpPr txBox="1"/>
          <p:nvPr/>
        </p:nvSpPr>
        <p:spPr>
          <a:xfrm>
            <a:off x="6475413" y="10242550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22" name="TextBox 20">
            <a:extLst>
              <a:ext uri="{FF2B5EF4-FFF2-40B4-BE49-F238E27FC236}">
                <a16:creationId xmlns:a16="http://schemas.microsoft.com/office/drawing/2014/main" id="{0552F44B-B8C8-F2E9-5910-94CFD2C05501}"/>
              </a:ext>
            </a:extLst>
          </p:cNvPr>
          <p:cNvSpPr txBox="1"/>
          <p:nvPr/>
        </p:nvSpPr>
        <p:spPr>
          <a:xfrm>
            <a:off x="6475413" y="3989388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23" name="Freeform 7">
            <a:extLst>
              <a:ext uri="{FF2B5EF4-FFF2-40B4-BE49-F238E27FC236}">
                <a16:creationId xmlns:a16="http://schemas.microsoft.com/office/drawing/2014/main" id="{3ADD7B36-5691-24AC-5BC1-72E28B0978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3917950"/>
            <a:ext cx="5840412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4" name="Freeform 7">
            <a:extLst>
              <a:ext uri="{FF2B5EF4-FFF2-40B4-BE49-F238E27FC236}">
                <a16:creationId xmlns:a16="http://schemas.microsoft.com/office/drawing/2014/main" id="{76D4FDF9-AEFB-565D-9551-9DA2669EB7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3917950"/>
            <a:ext cx="5838825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5" name="Freeform 7">
            <a:extLst>
              <a:ext uri="{FF2B5EF4-FFF2-40B4-BE49-F238E27FC236}">
                <a16:creationId xmlns:a16="http://schemas.microsoft.com/office/drawing/2014/main" id="{14D81953-947D-6BAE-7D57-A8E79C91A6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2092325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299DBCAF-9BD0-7EEF-9127-532EA9153C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1057275"/>
            <a:ext cx="5840412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7" name="TextBox 20">
            <a:extLst>
              <a:ext uri="{FF2B5EF4-FFF2-40B4-BE49-F238E27FC236}">
                <a16:creationId xmlns:a16="http://schemas.microsoft.com/office/drawing/2014/main" id="{B6806087-23BF-4B5A-46EC-5108D0098512}"/>
              </a:ext>
            </a:extLst>
          </p:cNvPr>
          <p:cNvSpPr txBox="1"/>
          <p:nvPr/>
        </p:nvSpPr>
        <p:spPr>
          <a:xfrm>
            <a:off x="12406313" y="3997325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28" name="Freeform 7">
            <a:extLst>
              <a:ext uri="{FF2B5EF4-FFF2-40B4-BE49-F238E27FC236}">
                <a16:creationId xmlns:a16="http://schemas.microsoft.com/office/drawing/2014/main" id="{42CDEADF-C723-D3D9-66C7-0CD9673478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3917950"/>
            <a:ext cx="5840412" cy="32416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9" name="Freeform 7">
            <a:extLst>
              <a:ext uri="{FF2B5EF4-FFF2-40B4-BE49-F238E27FC236}">
                <a16:creationId xmlns:a16="http://schemas.microsoft.com/office/drawing/2014/main" id="{9BCF1811-1F14-CFE6-D377-28DD053F75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3917950"/>
            <a:ext cx="5838825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0" name="Freeform 7">
            <a:extLst>
              <a:ext uri="{FF2B5EF4-FFF2-40B4-BE49-F238E27FC236}">
                <a16:creationId xmlns:a16="http://schemas.microsoft.com/office/drawing/2014/main" id="{7333AB06-0086-89B9-BE9A-7BE5FC25B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2092325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1" name="Freeform 7">
            <a:extLst>
              <a:ext uri="{FF2B5EF4-FFF2-40B4-BE49-F238E27FC236}">
                <a16:creationId xmlns:a16="http://schemas.microsoft.com/office/drawing/2014/main" id="{FDA30BBC-31D2-1326-4C49-4D45A231EA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1057275"/>
            <a:ext cx="5840412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2" name="Freeform 7">
            <a:extLst>
              <a:ext uri="{FF2B5EF4-FFF2-40B4-BE49-F238E27FC236}">
                <a16:creationId xmlns:a16="http://schemas.microsoft.com/office/drawing/2014/main" id="{AF80206D-E83E-D22B-B37B-24A22EE449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35613" y="10163175"/>
            <a:ext cx="5838825" cy="3243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3" name="Freeform 7">
            <a:extLst>
              <a:ext uri="{FF2B5EF4-FFF2-40B4-BE49-F238E27FC236}">
                <a16:creationId xmlns:a16="http://schemas.microsoft.com/office/drawing/2014/main" id="{4BBF0DEF-12C5-5708-51C9-3704757F8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34025" y="10163175"/>
            <a:ext cx="5840413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4" name="Freeform 7">
            <a:extLst>
              <a:ext uri="{FF2B5EF4-FFF2-40B4-BE49-F238E27FC236}">
                <a16:creationId xmlns:a16="http://schemas.microsoft.com/office/drawing/2014/main" id="{B6CAF482-DB93-0D22-CFED-50D5450CE5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35613" y="8337550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5" name="Freeform 7">
            <a:extLst>
              <a:ext uri="{FF2B5EF4-FFF2-40B4-BE49-F238E27FC236}">
                <a16:creationId xmlns:a16="http://schemas.microsoft.com/office/drawing/2014/main" id="{B744539E-B78E-423E-908A-265F0E198F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35613" y="7302500"/>
            <a:ext cx="5838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6" name="Freeform 7">
            <a:extLst>
              <a:ext uri="{FF2B5EF4-FFF2-40B4-BE49-F238E27FC236}">
                <a16:creationId xmlns:a16="http://schemas.microsoft.com/office/drawing/2014/main" id="{6201FF30-A452-6719-EC0F-0ECA40AF72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10161588"/>
            <a:ext cx="5840412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7" name="Freeform 7">
            <a:extLst>
              <a:ext uri="{FF2B5EF4-FFF2-40B4-BE49-F238E27FC236}">
                <a16:creationId xmlns:a16="http://schemas.microsoft.com/office/drawing/2014/main" id="{DC599AC6-D1A5-F677-370B-F9477FC7F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10161588"/>
            <a:ext cx="5838825" cy="588962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8" name="Freeform 7">
            <a:extLst>
              <a:ext uri="{FF2B5EF4-FFF2-40B4-BE49-F238E27FC236}">
                <a16:creationId xmlns:a16="http://schemas.microsoft.com/office/drawing/2014/main" id="{48FFB3A7-51D2-B876-02F5-C312741B26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8337550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9" name="Freeform 7">
            <a:extLst>
              <a:ext uri="{FF2B5EF4-FFF2-40B4-BE49-F238E27FC236}">
                <a16:creationId xmlns:a16="http://schemas.microsoft.com/office/drawing/2014/main" id="{24A28971-1149-5428-8125-9392C3A0C3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7302500"/>
            <a:ext cx="5840412" cy="8794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40" name="TextBox 20">
            <a:extLst>
              <a:ext uri="{FF2B5EF4-FFF2-40B4-BE49-F238E27FC236}">
                <a16:creationId xmlns:a16="http://schemas.microsoft.com/office/drawing/2014/main" id="{C75C3ED0-303D-F968-EA4E-2E90B33D0BD5}"/>
              </a:ext>
            </a:extLst>
          </p:cNvPr>
          <p:cNvSpPr txBox="1"/>
          <p:nvPr/>
        </p:nvSpPr>
        <p:spPr>
          <a:xfrm>
            <a:off x="12406313" y="10242550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41" name="TextBox 20">
            <a:extLst>
              <a:ext uri="{FF2B5EF4-FFF2-40B4-BE49-F238E27FC236}">
                <a16:creationId xmlns:a16="http://schemas.microsoft.com/office/drawing/2014/main" id="{1C76A4F0-2C4D-E23D-8891-267F120223C7}"/>
              </a:ext>
            </a:extLst>
          </p:cNvPr>
          <p:cNvSpPr txBox="1"/>
          <p:nvPr/>
        </p:nvSpPr>
        <p:spPr>
          <a:xfrm>
            <a:off x="18449925" y="10242550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42" name="TextBox 20">
            <a:extLst>
              <a:ext uri="{FF2B5EF4-FFF2-40B4-BE49-F238E27FC236}">
                <a16:creationId xmlns:a16="http://schemas.microsoft.com/office/drawing/2014/main" id="{77DB73FF-A761-C290-1265-CB803D63C458}"/>
              </a:ext>
            </a:extLst>
          </p:cNvPr>
          <p:cNvSpPr txBox="1"/>
          <p:nvPr/>
        </p:nvSpPr>
        <p:spPr>
          <a:xfrm>
            <a:off x="18449925" y="3989388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43" name="Slide Number">
            <a:extLst>
              <a:ext uri="{FF2B5EF4-FFF2-40B4-BE49-F238E27FC236}">
                <a16:creationId xmlns:a16="http://schemas.microsoft.com/office/drawing/2014/main" id="{176D82EF-EA11-46B4-8223-3438A8A034BB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EF96B77-CC1B-472B-ABAC-1D07B40D03BE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150491515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8 vakjes kopie 3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7">
            <a:extLst>
              <a:ext uri="{FF2B5EF4-FFF2-40B4-BE49-F238E27FC236}">
                <a16:creationId xmlns:a16="http://schemas.microsoft.com/office/drawing/2014/main" id="{053A297E-2B51-1F11-6E65-BAC07591D4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3917950"/>
            <a:ext cx="5838825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4AE9A9AF-0B32-3FB7-6AB4-04FAB745A6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3917950"/>
            <a:ext cx="5840412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4" name="Freeform 7">
            <a:extLst>
              <a:ext uri="{FF2B5EF4-FFF2-40B4-BE49-F238E27FC236}">
                <a16:creationId xmlns:a16="http://schemas.microsoft.com/office/drawing/2014/main" id="{0696193C-0D2E-0368-88AE-71F29C892D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2092325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2DC929CE-FD1F-FC01-39BC-E9EBF8D78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1057275"/>
            <a:ext cx="5838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28B0CE6D-A760-9F50-EEF3-02420347E3CE}"/>
              </a:ext>
            </a:extLst>
          </p:cNvPr>
          <p:cNvSpPr txBox="1"/>
          <p:nvPr/>
        </p:nvSpPr>
        <p:spPr>
          <a:xfrm>
            <a:off x="430213" y="3997325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assess this?</a:t>
            </a:r>
          </a:p>
        </p:txBody>
      </p:sp>
      <p:sp>
        <p:nvSpPr>
          <p:cNvPr id="7" name="Defenitions">
            <a:extLst>
              <a:ext uri="{FF2B5EF4-FFF2-40B4-BE49-F238E27FC236}">
                <a16:creationId xmlns:a16="http://schemas.microsoft.com/office/drawing/2014/main" id="{87C5616C-8F5A-EFDE-4188-6EF5E03389DF}"/>
              </a:ext>
            </a:extLst>
          </p:cNvPr>
          <p:cNvSpPr txBox="1"/>
          <p:nvPr/>
        </p:nvSpPr>
        <p:spPr>
          <a:xfrm>
            <a:off x="290513" y="384175"/>
            <a:ext cx="563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Defenitions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77FD1573-1C1D-899B-7F2F-D26DCAA2C64D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261B0B9-D277-4767-BFCE-CB8E4959E835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2187422595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(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30AB3EAB-C788-C7AB-86E4-9A4C81C3E6EB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BC294704-D4B0-9DC4-BE59-4A8B6DFE9B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76200" y="-134938"/>
            <a:ext cx="24536400" cy="1282701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Line">
            <a:extLst>
              <a:ext uri="{FF2B5EF4-FFF2-40B4-BE49-F238E27FC236}">
                <a16:creationId xmlns:a16="http://schemas.microsoft.com/office/drawing/2014/main" id="{53DCABB7-0A40-F9A2-93B1-4A06CFDD5684}"/>
              </a:ext>
            </a:extLst>
          </p:cNvPr>
          <p:cNvSpPr>
            <a:spLocks noChangeShapeType="1"/>
          </p:cNvSpPr>
          <p:nvPr/>
        </p:nvSpPr>
        <p:spPr bwMode="auto">
          <a:xfrm>
            <a:off x="-257175" y="1168400"/>
            <a:ext cx="24898350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5" name="Line">
            <a:extLst>
              <a:ext uri="{FF2B5EF4-FFF2-40B4-BE49-F238E27FC236}">
                <a16:creationId xmlns:a16="http://schemas.microsoft.com/office/drawing/2014/main" id="{46BA6366-8D38-210D-2CBC-1DA662F976AF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9675" y="5089525"/>
            <a:ext cx="15568613" cy="0"/>
          </a:xfrm>
          <a:prstGeom prst="line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pic>
        <p:nvPicPr>
          <p:cNvPr id="6" name="FC DEN BOSCH LOGO.png" descr="FC DEN BOSCH LOGO.png">
            <a:extLst>
              <a:ext uri="{FF2B5EF4-FFF2-40B4-BE49-F238E27FC236}">
                <a16:creationId xmlns:a16="http://schemas.microsoft.com/office/drawing/2014/main" id="{65FD5E6D-C7DF-2057-9E52-347207460E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blurRad="139700" dist="148130" dir="5400000" rotWithShape="0">
              <a:srgbClr val="000000">
                <a:alpha val="50000"/>
              </a:srgbClr>
            </a:outerShdw>
            <a:reflection stA="50000" endPos="40000" dir="5400000" sy="-100000" algn="bl" rotWithShape="0"/>
          </a:effectLst>
        </p:spPr>
      </p:pic>
      <p:sp>
        <p:nvSpPr>
          <p:cNvPr id="7" name="Rectangle">
            <a:extLst>
              <a:ext uri="{FF2B5EF4-FFF2-40B4-BE49-F238E27FC236}">
                <a16:creationId xmlns:a16="http://schemas.microsoft.com/office/drawing/2014/main" id="{57AE1569-C7DE-750D-A280-7A10A4006B00}"/>
              </a:ext>
            </a:extLst>
          </p:cNvPr>
          <p:cNvSpPr/>
          <p:nvPr/>
        </p:nvSpPr>
        <p:spPr>
          <a:xfrm>
            <a:off x="2628900" y="3340100"/>
            <a:ext cx="4425950" cy="1058863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blurRad="50800" dist="54254" dir="2156317" rotWithShape="0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A69E43E-6468-A881-79BA-D7B4CFA42750}"/>
              </a:ext>
            </a:extLst>
          </p:cNvPr>
          <p:cNvSpPr txBox="1"/>
          <p:nvPr/>
        </p:nvSpPr>
        <p:spPr>
          <a:xfrm>
            <a:off x="2582863" y="3613150"/>
            <a:ext cx="4479925" cy="5127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FOOTBALL</a:t>
            </a:r>
          </a:p>
        </p:txBody>
      </p:sp>
      <p:sp>
        <p:nvSpPr>
          <p:cNvPr id="9" name="Rectangle">
            <a:extLst>
              <a:ext uri="{FF2B5EF4-FFF2-40B4-BE49-F238E27FC236}">
                <a16:creationId xmlns:a16="http://schemas.microsoft.com/office/drawing/2014/main" id="{0F5A3861-E7AA-9BEC-D8CD-3EDDE8A0B33B}"/>
              </a:ext>
            </a:extLst>
          </p:cNvPr>
          <p:cNvSpPr/>
          <p:nvPr/>
        </p:nvSpPr>
        <p:spPr>
          <a:xfrm>
            <a:off x="7481888" y="3340100"/>
            <a:ext cx="4425950" cy="1058863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blurRad="50800" dist="54254" dir="2156317" rotWithShape="0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" name="Rectangle">
            <a:extLst>
              <a:ext uri="{FF2B5EF4-FFF2-40B4-BE49-F238E27FC236}">
                <a16:creationId xmlns:a16="http://schemas.microsoft.com/office/drawing/2014/main" id="{B53D32FD-F968-AC8D-9814-CD1CE926D63E}"/>
              </a:ext>
            </a:extLst>
          </p:cNvPr>
          <p:cNvSpPr/>
          <p:nvPr/>
        </p:nvSpPr>
        <p:spPr>
          <a:xfrm>
            <a:off x="12393613" y="3340100"/>
            <a:ext cx="4425950" cy="1058863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blurRad="50800" dist="54254" dir="2156317" rotWithShape="0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11" name="Group">
            <a:extLst>
              <a:ext uri="{FF2B5EF4-FFF2-40B4-BE49-F238E27FC236}">
                <a16:creationId xmlns:a16="http://schemas.microsoft.com/office/drawing/2014/main" id="{EF10C8DA-57EB-275E-45EA-36C05D1BF840}"/>
              </a:ext>
            </a:extLst>
          </p:cNvPr>
          <p:cNvGrpSpPr>
            <a:grpSpLocks/>
          </p:cNvGrpSpPr>
          <p:nvPr/>
        </p:nvGrpSpPr>
        <p:grpSpPr bwMode="auto">
          <a:xfrm>
            <a:off x="18383250" y="3832225"/>
            <a:ext cx="4746625" cy="7153275"/>
            <a:chOff x="0" y="0"/>
            <a:chExt cx="4746646" cy="7153726"/>
          </a:xfrm>
        </p:grpSpPr>
        <p:sp>
          <p:nvSpPr>
            <p:cNvPr id="12" name="Rounded Rectangle">
              <a:extLst>
                <a:ext uri="{FF2B5EF4-FFF2-40B4-BE49-F238E27FC236}">
                  <a16:creationId xmlns:a16="http://schemas.microsoft.com/office/drawing/2014/main" id="{816973C9-9BF3-5B9E-6C44-F077E4753175}"/>
                </a:ext>
              </a:extLst>
            </p:cNvPr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blurRad="139700" dist="148130" dir="5400000" rotWithShape="0">
                <a:srgbClr val="000000">
                  <a:alpha val="50000"/>
                </a:srgbClr>
              </a:outerShdw>
              <a:reflection stA="50000" endPos="40000" dir="5400000" sy="-100000" algn="bl" rotWithShape="0"/>
            </a:effectLst>
          </p:spPr>
          <p:txBody>
            <a:bodyPr lIns="71437" tIns="71437" rIns="71437" bIns="71437" anchor="ctr"/>
            <a:lstStyle/>
            <a:p>
              <a:pPr algn="ctr" defTabSz="821531" eaLnBrk="1" fontAlgn="auto">
                <a:spcBef>
                  <a:spcPts val="0"/>
                </a:spcBef>
                <a:spcAft>
                  <a:spcPts val="0"/>
                </a:spcAft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3600" kern="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endParaRPr>
            </a:p>
          </p:txBody>
        </p:sp>
        <p:pic>
          <p:nvPicPr>
            <p:cNvPr id="13" name="Image" descr="Image">
              <a:extLst>
                <a:ext uri="{FF2B5EF4-FFF2-40B4-BE49-F238E27FC236}">
                  <a16:creationId xmlns:a16="http://schemas.microsoft.com/office/drawing/2014/main" id="{5EF72760-5623-C9BD-1DF1-EB71BD50A7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79311"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4" name="Freeform 7">
            <a:extLst>
              <a:ext uri="{FF2B5EF4-FFF2-40B4-BE49-F238E27FC236}">
                <a16:creationId xmlns:a16="http://schemas.microsoft.com/office/drawing/2014/main" id="{6B1913A1-5ECD-E248-17A9-BF23F47F70D4}"/>
              </a:ext>
            </a:extLst>
          </p:cNvPr>
          <p:cNvSpPr/>
          <p:nvPr/>
        </p:nvSpPr>
        <p:spPr>
          <a:xfrm>
            <a:off x="2663825" y="5924550"/>
            <a:ext cx="4443413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2C41DDDF-EFB6-E5C6-5444-7D1F7DF9B10B}"/>
              </a:ext>
            </a:extLst>
          </p:cNvPr>
          <p:cNvSpPr/>
          <p:nvPr/>
        </p:nvSpPr>
        <p:spPr>
          <a:xfrm>
            <a:off x="2663825" y="6988175"/>
            <a:ext cx="4443413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4E643FCD-3F4A-975F-1B8F-8CDA60816524}"/>
              </a:ext>
            </a:extLst>
          </p:cNvPr>
          <p:cNvSpPr/>
          <p:nvPr/>
        </p:nvSpPr>
        <p:spPr>
          <a:xfrm>
            <a:off x="2663825" y="9725025"/>
            <a:ext cx="4443413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Freeform 7">
            <a:extLst>
              <a:ext uri="{FF2B5EF4-FFF2-40B4-BE49-F238E27FC236}">
                <a16:creationId xmlns:a16="http://schemas.microsoft.com/office/drawing/2014/main" id="{FFA5B1A7-D1B6-AD60-89E3-9AB33F94C88E}"/>
              </a:ext>
            </a:extLst>
          </p:cNvPr>
          <p:cNvSpPr/>
          <p:nvPr/>
        </p:nvSpPr>
        <p:spPr>
          <a:xfrm>
            <a:off x="2663825" y="10788650"/>
            <a:ext cx="4443413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Line">
            <a:extLst>
              <a:ext uri="{FF2B5EF4-FFF2-40B4-BE49-F238E27FC236}">
                <a16:creationId xmlns:a16="http://schemas.microsoft.com/office/drawing/2014/main" id="{9D6F6D58-B7BD-6C62-0123-034D0DF62A11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4125" y="8809038"/>
            <a:ext cx="15570200" cy="0"/>
          </a:xfrm>
          <a:prstGeom prst="line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9" name="Freeform 7">
            <a:extLst>
              <a:ext uri="{FF2B5EF4-FFF2-40B4-BE49-F238E27FC236}">
                <a16:creationId xmlns:a16="http://schemas.microsoft.com/office/drawing/2014/main" id="{1F77E11A-2EDD-CCD2-1B21-77C74D4584DD}"/>
              </a:ext>
            </a:extLst>
          </p:cNvPr>
          <p:cNvSpPr/>
          <p:nvPr/>
        </p:nvSpPr>
        <p:spPr>
          <a:xfrm>
            <a:off x="7553325" y="5924550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Freeform 7">
            <a:extLst>
              <a:ext uri="{FF2B5EF4-FFF2-40B4-BE49-F238E27FC236}">
                <a16:creationId xmlns:a16="http://schemas.microsoft.com/office/drawing/2014/main" id="{9FFE0E4C-E3BD-3BA5-5310-5179A1344B88}"/>
              </a:ext>
            </a:extLst>
          </p:cNvPr>
          <p:cNvSpPr/>
          <p:nvPr/>
        </p:nvSpPr>
        <p:spPr>
          <a:xfrm>
            <a:off x="7553325" y="6988175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Freeform 7">
            <a:extLst>
              <a:ext uri="{FF2B5EF4-FFF2-40B4-BE49-F238E27FC236}">
                <a16:creationId xmlns:a16="http://schemas.microsoft.com/office/drawing/2014/main" id="{0667F0BC-7AB9-4B03-E273-FE73D743E232}"/>
              </a:ext>
            </a:extLst>
          </p:cNvPr>
          <p:cNvSpPr/>
          <p:nvPr/>
        </p:nvSpPr>
        <p:spPr>
          <a:xfrm>
            <a:off x="7553325" y="9725025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E7F56FC8-3D22-E46F-D0AA-145B04D0A767}"/>
              </a:ext>
            </a:extLst>
          </p:cNvPr>
          <p:cNvSpPr/>
          <p:nvPr/>
        </p:nvSpPr>
        <p:spPr>
          <a:xfrm>
            <a:off x="7553325" y="10788650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Freeform 7">
            <a:extLst>
              <a:ext uri="{FF2B5EF4-FFF2-40B4-BE49-F238E27FC236}">
                <a16:creationId xmlns:a16="http://schemas.microsoft.com/office/drawing/2014/main" id="{15FF1036-4C7F-07DE-D471-6310CFE5BFF2}"/>
              </a:ext>
            </a:extLst>
          </p:cNvPr>
          <p:cNvSpPr/>
          <p:nvPr/>
        </p:nvSpPr>
        <p:spPr>
          <a:xfrm>
            <a:off x="12385675" y="5924550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Freeform 7">
            <a:extLst>
              <a:ext uri="{FF2B5EF4-FFF2-40B4-BE49-F238E27FC236}">
                <a16:creationId xmlns:a16="http://schemas.microsoft.com/office/drawing/2014/main" id="{C917071A-5DAC-8F2C-C07F-B425B8152EB6}"/>
              </a:ext>
            </a:extLst>
          </p:cNvPr>
          <p:cNvSpPr/>
          <p:nvPr/>
        </p:nvSpPr>
        <p:spPr>
          <a:xfrm>
            <a:off x="12385675" y="6988175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Freeform 7">
            <a:extLst>
              <a:ext uri="{FF2B5EF4-FFF2-40B4-BE49-F238E27FC236}">
                <a16:creationId xmlns:a16="http://schemas.microsoft.com/office/drawing/2014/main" id="{287022E3-54F7-5BE9-626A-F62B3E9B88A0}"/>
              </a:ext>
            </a:extLst>
          </p:cNvPr>
          <p:cNvSpPr/>
          <p:nvPr/>
        </p:nvSpPr>
        <p:spPr>
          <a:xfrm>
            <a:off x="12385675" y="9725025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BC83A460-7775-5202-8A5C-2076672BE363}"/>
              </a:ext>
            </a:extLst>
          </p:cNvPr>
          <p:cNvSpPr/>
          <p:nvPr/>
        </p:nvSpPr>
        <p:spPr>
          <a:xfrm>
            <a:off x="12385675" y="10788650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TextBox 8">
            <a:extLst>
              <a:ext uri="{FF2B5EF4-FFF2-40B4-BE49-F238E27FC236}">
                <a16:creationId xmlns:a16="http://schemas.microsoft.com/office/drawing/2014/main" id="{85ED9B1D-F521-3850-2269-E91E550DC9A1}"/>
              </a:ext>
            </a:extLst>
          </p:cNvPr>
          <p:cNvSpPr txBox="1"/>
          <p:nvPr/>
        </p:nvSpPr>
        <p:spPr>
          <a:xfrm rot="16200000">
            <a:off x="-234156" y="6557169"/>
            <a:ext cx="3771900" cy="75406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46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NEEDS</a:t>
            </a: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F52AB176-A732-477A-02AC-C684A804F29B}"/>
              </a:ext>
            </a:extLst>
          </p:cNvPr>
          <p:cNvSpPr txBox="1"/>
          <p:nvPr/>
        </p:nvSpPr>
        <p:spPr>
          <a:xfrm rot="16200000">
            <a:off x="-236538" y="10309226"/>
            <a:ext cx="3776663" cy="75406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46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PREFENCES</a:t>
            </a:r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0E165B25-08E1-879D-80C7-C8CC6C755F2B}"/>
              </a:ext>
            </a:extLst>
          </p:cNvPr>
          <p:cNvSpPr txBox="1"/>
          <p:nvPr/>
        </p:nvSpPr>
        <p:spPr>
          <a:xfrm>
            <a:off x="7488238" y="3613150"/>
            <a:ext cx="4481512" cy="5127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Physical</a:t>
            </a:r>
          </a:p>
        </p:txBody>
      </p:sp>
      <p:sp>
        <p:nvSpPr>
          <p:cNvPr id="30" name="TextBox 8">
            <a:extLst>
              <a:ext uri="{FF2B5EF4-FFF2-40B4-BE49-F238E27FC236}">
                <a16:creationId xmlns:a16="http://schemas.microsoft.com/office/drawing/2014/main" id="{AC978F20-B9F2-C997-FC44-D9B437ACA44E}"/>
              </a:ext>
            </a:extLst>
          </p:cNvPr>
          <p:cNvSpPr txBox="1"/>
          <p:nvPr/>
        </p:nvSpPr>
        <p:spPr>
          <a:xfrm>
            <a:off x="12392025" y="3613150"/>
            <a:ext cx="4481513" cy="5127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PERSONALITY</a:t>
            </a:r>
          </a:p>
        </p:txBody>
      </p:sp>
      <p:sp>
        <p:nvSpPr>
          <p:cNvPr id="31" name="Line">
            <a:extLst>
              <a:ext uri="{FF2B5EF4-FFF2-40B4-BE49-F238E27FC236}">
                <a16:creationId xmlns:a16="http://schemas.microsoft.com/office/drawing/2014/main" id="{C545E1FE-CFEE-5FFF-FA0B-1D56DD03EFDD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4125" y="12561888"/>
            <a:ext cx="15570200" cy="0"/>
          </a:xfrm>
          <a:prstGeom prst="line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32" name="Slide Number">
            <a:extLst>
              <a:ext uri="{FF2B5EF4-FFF2-40B4-BE49-F238E27FC236}">
                <a16:creationId xmlns:a16="http://schemas.microsoft.com/office/drawing/2014/main" id="{E84845C5-1C11-69AF-35B9-9600DEA029E2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00A96538-8909-44BB-BDB0-038F4F1EC4BC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198171101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nverstoorbaarheid (N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7C63AE02-8D2B-38DE-9426-BF9B097C8504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11CEEDA4-2E14-8E2E-B818-F074F3D11C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944383EB-5C89-AE38-113C-6DF5E55896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10F22B5A-57B7-5A57-92B6-0F313F2E3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4E2E70C2-0780-4DF6-0F71-C02873D6D6A6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56032FDC-BC2D-AF06-3C0C-D46BF3CADA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Line">
            <a:extLst>
              <a:ext uri="{FF2B5EF4-FFF2-40B4-BE49-F238E27FC236}">
                <a16:creationId xmlns:a16="http://schemas.microsoft.com/office/drawing/2014/main" id="{B3A36988-DAE7-4ADF-4CD8-D4EFD5DB0AC7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0B1DD1C5-E8B8-3BBF-46B3-D14E003401E8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0" name="Onverstoor…">
            <a:extLst>
              <a:ext uri="{FF2B5EF4-FFF2-40B4-BE49-F238E27FC236}">
                <a16:creationId xmlns:a16="http://schemas.microsoft.com/office/drawing/2014/main" id="{05D92AA9-221E-9272-859B-87F5CB7AB45A}"/>
              </a:ext>
            </a:extLst>
          </p:cNvPr>
          <p:cNvSpPr txBox="1"/>
          <p:nvPr/>
        </p:nvSpPr>
        <p:spPr>
          <a:xfrm>
            <a:off x="19523075" y="215900"/>
            <a:ext cx="22098000" cy="1549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Onverstoor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baarheid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4A95B074-78F5-009E-1EFA-568D05EAD82C}"/>
              </a:ext>
            </a:extLst>
          </p:cNvPr>
          <p:cNvSpPr txBox="1"/>
          <p:nvPr/>
        </p:nvSpPr>
        <p:spPr>
          <a:xfrm>
            <a:off x="19791363" y="2384425"/>
            <a:ext cx="4160837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“Voert zijn taken uit ongeacht de omstandigheden”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5FEAF32-0BCA-1553-A548-675D049EDE19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Stabiel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Beïnvloeden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Solide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In control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Bewust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Reactie na een fout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Omgaan met stress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2626904D-21A8-EFD9-BED5-BFD441417CF6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19CECD3-B971-4CAB-AA4F-FA413F6C3181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2454514537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uelkracht (N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D9F3DD74-1CD1-9110-89ED-F8A48ED3EB38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A44D36D9-EC71-4ABB-9823-A1B1B7D384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0AE8414A-D4FC-CA91-6242-DC6C334635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9B7C5CA8-E5F9-D754-FD03-3E3962F9E8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DCD0D4DF-1418-B34B-2FE7-9CF599531DB9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37C896CD-87F9-5F64-6ED6-884EC4B7EA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Line">
            <a:extLst>
              <a:ext uri="{FF2B5EF4-FFF2-40B4-BE49-F238E27FC236}">
                <a16:creationId xmlns:a16="http://schemas.microsoft.com/office/drawing/2014/main" id="{500CDEAC-5460-AD31-9C90-3ECB1E53900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F42BE392-EBB8-8107-2C45-34B05DBBE0EF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0" name="Duelkracht">
            <a:extLst>
              <a:ext uri="{FF2B5EF4-FFF2-40B4-BE49-F238E27FC236}">
                <a16:creationId xmlns:a16="http://schemas.microsoft.com/office/drawing/2014/main" id="{62375CF6-BCD0-D47F-3F5F-F3E63EA4FDE0}"/>
              </a:ext>
            </a:extLst>
          </p:cNvPr>
          <p:cNvSpPr txBox="1"/>
          <p:nvPr/>
        </p:nvSpPr>
        <p:spPr>
          <a:xfrm>
            <a:off x="19523075" y="990600"/>
            <a:ext cx="22098000" cy="774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Duelkracht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0A76C83A-F6A4-85CE-0F78-EF7795CCAB49}"/>
              </a:ext>
            </a:extLst>
          </p:cNvPr>
          <p:cNvSpPr txBox="1"/>
          <p:nvPr/>
        </p:nvSpPr>
        <p:spPr>
          <a:xfrm>
            <a:off x="19791363" y="2271713"/>
            <a:ext cx="4160837" cy="782637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/>
          <a:p>
            <a:pPr algn="ctr" defTabSz="1285875" eaLnBrk="1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“Geslaagde pogingen om de bal </a:t>
            </a:r>
          </a:p>
          <a:p>
            <a:pPr algn="ctr" defTabSz="1285875" eaLnBrk="1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te winnen / behouden </a:t>
            </a:r>
          </a:p>
          <a:p>
            <a:pPr algn="ctr" defTabSz="1285875" eaLnBrk="1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in fysieke duels”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7A29A706-33C5-C394-65F3-C334E94462E6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Lichaamsdeel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Grondduels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Luchtduels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Timing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Voorbereiding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Hoe vaak?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85092068-FDE6-8A77-8D5B-AF691918EEA3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AAAFD7A-F7D4-4E90-A9FD-08ADD3E08D7E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2282931171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ositie kiezen (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3A0C0342-58E6-1C8E-9ECF-751CA0F84FC3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65365947-F664-D9EC-4138-0683B9490E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0E820080-42C9-8AFF-FB05-F8C42E1A26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E15A6C84-5810-643D-BECC-35DA404AF6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520AAC42-B896-1D64-C8AC-4397385F627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C520E84E-0763-41EB-D97C-F1A1B4ABA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Line">
            <a:extLst>
              <a:ext uri="{FF2B5EF4-FFF2-40B4-BE49-F238E27FC236}">
                <a16:creationId xmlns:a16="http://schemas.microsoft.com/office/drawing/2014/main" id="{06D904A1-B1E6-4FC6-0804-578A95F0E487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70CC14AA-BAEF-DDA7-EFFD-62F300EF48A6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0" name="Positie…">
            <a:extLst>
              <a:ext uri="{FF2B5EF4-FFF2-40B4-BE49-F238E27FC236}">
                <a16:creationId xmlns:a16="http://schemas.microsoft.com/office/drawing/2014/main" id="{217069A5-5936-DA7D-C098-6C91BB88AE1E}"/>
              </a:ext>
            </a:extLst>
          </p:cNvPr>
          <p:cNvSpPr txBox="1"/>
          <p:nvPr/>
        </p:nvSpPr>
        <p:spPr>
          <a:xfrm>
            <a:off x="19523075" y="215900"/>
            <a:ext cx="22098000" cy="1549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Positie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kiezen (A)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D16E88D5-2E83-9EC9-7811-2EFFA924581C}"/>
              </a:ext>
            </a:extLst>
          </p:cNvPr>
          <p:cNvSpPr txBox="1"/>
          <p:nvPr/>
        </p:nvSpPr>
        <p:spPr>
          <a:xfrm>
            <a:off x="19854863" y="2184400"/>
            <a:ext cx="4160837" cy="838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“Passes ontvangen of geslaagde vrijloop-acties voor teamgenoten in de half-spaces en/of final third”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AEEDBE55-71E1-99F2-3127-6E2EDCD2C60C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Ruimte herkenning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Scannen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Inzicht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Overload / 3e man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Aanspeelbaar zijn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Roteren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Actieve zones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CA94C430-3242-5345-EB76-8F139FF7B0F6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790223D-BF51-4025-AE24-5BBCD510B615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1979677652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ositie kiezen (V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CBD5E024-5F25-32F4-A6A6-B849FDAA9C8F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5C78BEB6-A357-B91C-EBDD-8BF751B0E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59BF5093-9663-2252-C3E3-FC893DA5B9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27F0D088-6A55-37AE-35B7-8E65339D86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56C09795-106E-F798-399F-6EA341811F3A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A8A2BD23-9411-ACF1-37AF-87FCA5CC45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Line">
            <a:extLst>
              <a:ext uri="{FF2B5EF4-FFF2-40B4-BE49-F238E27FC236}">
                <a16:creationId xmlns:a16="http://schemas.microsoft.com/office/drawing/2014/main" id="{8DABCFDD-BF40-F35C-A7E8-425DAFA5FB4F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Positie…">
            <a:extLst>
              <a:ext uri="{FF2B5EF4-FFF2-40B4-BE49-F238E27FC236}">
                <a16:creationId xmlns:a16="http://schemas.microsoft.com/office/drawing/2014/main" id="{ACED30F0-EBC9-7C60-1A0B-BB0E3A62B30C}"/>
              </a:ext>
            </a:extLst>
          </p:cNvPr>
          <p:cNvSpPr txBox="1"/>
          <p:nvPr/>
        </p:nvSpPr>
        <p:spPr>
          <a:xfrm>
            <a:off x="19523075" y="215900"/>
            <a:ext cx="22098000" cy="1549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Positie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kiezen (V)</a:t>
            </a:r>
          </a:p>
        </p:txBody>
      </p:sp>
      <p:sp>
        <p:nvSpPr>
          <p:cNvPr id="10" name="TextBox 30">
            <a:extLst>
              <a:ext uri="{FF2B5EF4-FFF2-40B4-BE49-F238E27FC236}">
                <a16:creationId xmlns:a16="http://schemas.microsoft.com/office/drawing/2014/main" id="{BD6FD08C-4F2B-9ABA-7A61-2E6A4E9F3A08}"/>
              </a:ext>
            </a:extLst>
          </p:cNvPr>
          <p:cNvSpPr txBox="1"/>
          <p:nvPr/>
        </p:nvSpPr>
        <p:spPr>
          <a:xfrm>
            <a:off x="19854863" y="2087563"/>
            <a:ext cx="4160837" cy="103346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kern="0"/>
              <a:t>“Voorkomen van doelpogingen of potentieel gevaar (voorzet, dribbel, pass of schot) van de tegenstander d.m.v. de positiekeuze”</a:t>
            </a:r>
          </a:p>
        </p:txBody>
      </p:sp>
      <p:sp>
        <p:nvSpPr>
          <p:cNvPr id="11" name="TextBox 31">
            <a:extLst>
              <a:ext uri="{FF2B5EF4-FFF2-40B4-BE49-F238E27FC236}">
                <a16:creationId xmlns:a16="http://schemas.microsoft.com/office/drawing/2014/main" id="{2C64090C-E17D-BC2B-433D-06D3B4D25D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1963" y="3973513"/>
            <a:ext cx="4721225" cy="243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marL="190500" indent="-190500"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457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457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Man &amp; bal?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Lichaamspositie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Hoge of lage lijn?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Gevaarherkenning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Afstanden linies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Drukzetten / doordekken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Lijnen dichtzetten</a:t>
            </a:r>
          </a:p>
          <a:p>
            <a:pPr eaLnBrk="1">
              <a:lnSpc>
                <a:spcPct val="100000"/>
              </a:lnSpc>
              <a:spcBef>
                <a:spcPct val="0"/>
              </a:spcBef>
              <a:buClr>
                <a:srgbClr val="183882"/>
              </a:buClr>
              <a:buSzPct val="100000"/>
              <a:buFont typeface="Times Roman"/>
              <a:buChar char="•"/>
            </a:pPr>
            <a:r>
              <a:rPr lang="LID4096" altLang="LID4096" sz="2000">
                <a:solidFill>
                  <a:srgbClr val="173883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entury Gothic" panose="020B0502020202020204" pitchFamily="34" charset="0"/>
                <a:sym typeface="Century Gothic" panose="020B0502020202020204" pitchFamily="34" charset="0"/>
              </a:rPr>
              <a:t>?</a:t>
            </a:r>
          </a:p>
        </p:txBody>
      </p:sp>
      <p:sp>
        <p:nvSpPr>
          <p:cNvPr id="12" name="TextBox 20">
            <a:extLst>
              <a:ext uri="{FF2B5EF4-FFF2-40B4-BE49-F238E27FC236}">
                <a16:creationId xmlns:a16="http://schemas.microsoft.com/office/drawing/2014/main" id="{ED7C49DE-D3D9-8119-ECBF-76713DC9E93F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67ED08D0-3525-1F9F-3BC6-99A824A711DF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70254AF-A568-413A-98F7-122703503FB8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970759508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assing (N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D6AC9FC7-1CED-24E5-C6A6-52AD693077AD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F3056C73-9712-A72C-36AA-4518CEC229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D75B9DCE-4E49-E844-CF6B-854A511FE8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553E53BF-E3C6-CA41-5D90-EE873A4225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E6C362DF-D006-56D3-30F1-090317432DF6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B882202-59A1-ACB3-922A-0AD2A89A81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Line">
            <a:extLst>
              <a:ext uri="{FF2B5EF4-FFF2-40B4-BE49-F238E27FC236}">
                <a16:creationId xmlns:a16="http://schemas.microsoft.com/office/drawing/2014/main" id="{EF12B0D5-0813-3F61-077E-D037B191CBDB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5DFBFCDA-FF11-CC79-3236-88C7CA3CE574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0" name="Passing">
            <a:extLst>
              <a:ext uri="{FF2B5EF4-FFF2-40B4-BE49-F238E27FC236}">
                <a16:creationId xmlns:a16="http://schemas.microsoft.com/office/drawing/2014/main" id="{A51AE36B-76CD-29DE-2DFB-0DF001DE10BA}"/>
              </a:ext>
            </a:extLst>
          </p:cNvPr>
          <p:cNvSpPr txBox="1"/>
          <p:nvPr/>
        </p:nvSpPr>
        <p:spPr>
          <a:xfrm>
            <a:off x="19523075" y="990600"/>
            <a:ext cx="22098000" cy="774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Passing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D67BFED4-E722-2174-F757-165081A23F51}"/>
              </a:ext>
            </a:extLst>
          </p:cNvPr>
          <p:cNvSpPr txBox="1"/>
          <p:nvPr/>
        </p:nvSpPr>
        <p:spPr>
          <a:xfrm>
            <a:off x="19791363" y="2244725"/>
            <a:ext cx="4160837" cy="838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/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“Passing korter dan 10-15m 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(onder druk of door de linies) 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of passing langer dan 30m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9D35C7C7-2D39-325D-49D4-03F6379CB240}"/>
              </a:ext>
            </a:extLst>
          </p:cNvPr>
          <p:cNvSpPr txBox="1"/>
          <p:nvPr/>
        </p:nvSpPr>
        <p:spPr>
          <a:xfrm>
            <a:off x="19511963" y="3973513"/>
            <a:ext cx="4721225" cy="2743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Snelheid van acties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Type passes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Beide benen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Richting &amp; timing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Snelheid &amp; hoogte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Voorbereiding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Hoe vaak?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8428AD4E-46C7-CE8E-DA01-C221D09C3696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8578FEA-9351-4796-A059-428D745F854E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1870403601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8 vakjes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7">
            <a:extLst>
              <a:ext uri="{FF2B5EF4-FFF2-40B4-BE49-F238E27FC236}">
                <a16:creationId xmlns:a16="http://schemas.microsoft.com/office/drawing/2014/main" id="{FAEFA6B2-0D42-B73F-1A44-6A1BBA9D8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3917950"/>
            <a:ext cx="5838825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994923EE-4C75-8067-E8D3-1135C8E969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3917950"/>
            <a:ext cx="5840412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4" name="Freeform 7">
            <a:extLst>
              <a:ext uri="{FF2B5EF4-FFF2-40B4-BE49-F238E27FC236}">
                <a16:creationId xmlns:a16="http://schemas.microsoft.com/office/drawing/2014/main" id="{7CD26AA0-9A55-6FCC-D45C-B8495B2D01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2092325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846E663A-922A-8E7C-3072-2F87984F05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1057275"/>
            <a:ext cx="5838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B224EA48-BC36-EF46-E917-A6A6117E45E0}"/>
              </a:ext>
            </a:extLst>
          </p:cNvPr>
          <p:cNvSpPr txBox="1"/>
          <p:nvPr/>
        </p:nvSpPr>
        <p:spPr>
          <a:xfrm>
            <a:off x="430213" y="3997325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7" name="Definities">
            <a:extLst>
              <a:ext uri="{FF2B5EF4-FFF2-40B4-BE49-F238E27FC236}">
                <a16:creationId xmlns:a16="http://schemas.microsoft.com/office/drawing/2014/main" id="{52B34C2C-E857-7A02-AD76-8DF72665AD4C}"/>
              </a:ext>
            </a:extLst>
          </p:cNvPr>
          <p:cNvSpPr txBox="1"/>
          <p:nvPr/>
        </p:nvSpPr>
        <p:spPr>
          <a:xfrm>
            <a:off x="290513" y="384175"/>
            <a:ext cx="563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Definities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75CC7A-9448-F26E-7FCC-EB4013ECF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4750" y="3917950"/>
            <a:ext cx="5838825" cy="32416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A5882F7D-E244-2D87-4E5F-869643EDDC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3163" y="3917950"/>
            <a:ext cx="5840412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0" name="Freeform 7">
            <a:extLst>
              <a:ext uri="{FF2B5EF4-FFF2-40B4-BE49-F238E27FC236}">
                <a16:creationId xmlns:a16="http://schemas.microsoft.com/office/drawing/2014/main" id="{5C60489D-1579-22F9-990A-9B6596DBCA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4750" y="2092325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29EF3DCF-9C76-47E3-A5B5-C657CF7F17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4750" y="1057275"/>
            <a:ext cx="5838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FEA97B92-B00A-EC8E-AC07-38B2719EF2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10163175"/>
            <a:ext cx="5840412" cy="3243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3" name="Freeform 7">
            <a:extLst>
              <a:ext uri="{FF2B5EF4-FFF2-40B4-BE49-F238E27FC236}">
                <a16:creationId xmlns:a16="http://schemas.microsoft.com/office/drawing/2014/main" id="{B4E08D48-8B57-E177-D7E4-2A926CBC63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10163175"/>
            <a:ext cx="5838825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93539708-6BA4-2ABF-605D-B3A3680E88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8337550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5D921B71-7A54-ACA6-F37F-4A12867B46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7302500"/>
            <a:ext cx="5840412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F2EDF35D-84B5-07A2-0239-E91CFC193A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10161588"/>
            <a:ext cx="5838825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7" name="Freeform 7">
            <a:extLst>
              <a:ext uri="{FF2B5EF4-FFF2-40B4-BE49-F238E27FC236}">
                <a16:creationId xmlns:a16="http://schemas.microsoft.com/office/drawing/2014/main" id="{E17B9799-CF8D-F6E5-41D4-8AA6B86BF6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10161588"/>
            <a:ext cx="5840412" cy="588962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8C9B3980-34BA-666E-B3C0-E316AF7EA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8337550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19" name="Freeform 7">
            <a:extLst>
              <a:ext uri="{FF2B5EF4-FFF2-40B4-BE49-F238E27FC236}">
                <a16:creationId xmlns:a16="http://schemas.microsoft.com/office/drawing/2014/main" id="{6B459BDA-D933-4B69-2D27-7B8DC0DE31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7302500"/>
            <a:ext cx="5838825" cy="8794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4D71E9CE-C73F-35FC-BBEF-E2830D54A807}"/>
              </a:ext>
            </a:extLst>
          </p:cNvPr>
          <p:cNvSpPr txBox="1"/>
          <p:nvPr/>
        </p:nvSpPr>
        <p:spPr>
          <a:xfrm>
            <a:off x="430213" y="10242550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50BC0C-1945-7481-4DAC-61B284A6F7D7}"/>
              </a:ext>
            </a:extLst>
          </p:cNvPr>
          <p:cNvSpPr txBox="1"/>
          <p:nvPr/>
        </p:nvSpPr>
        <p:spPr>
          <a:xfrm>
            <a:off x="6475413" y="10242550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22" name="TextBox 20">
            <a:extLst>
              <a:ext uri="{FF2B5EF4-FFF2-40B4-BE49-F238E27FC236}">
                <a16:creationId xmlns:a16="http://schemas.microsoft.com/office/drawing/2014/main" id="{B3F1B733-9E48-0FA9-E494-2710ADCADF18}"/>
              </a:ext>
            </a:extLst>
          </p:cNvPr>
          <p:cNvSpPr txBox="1"/>
          <p:nvPr/>
        </p:nvSpPr>
        <p:spPr>
          <a:xfrm>
            <a:off x="6475413" y="3989388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23" name="Freeform 7">
            <a:extLst>
              <a:ext uri="{FF2B5EF4-FFF2-40B4-BE49-F238E27FC236}">
                <a16:creationId xmlns:a16="http://schemas.microsoft.com/office/drawing/2014/main" id="{7394572D-47A0-0D35-9FF6-4799ED4C06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3917950"/>
            <a:ext cx="5840412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4" name="Freeform 7">
            <a:extLst>
              <a:ext uri="{FF2B5EF4-FFF2-40B4-BE49-F238E27FC236}">
                <a16:creationId xmlns:a16="http://schemas.microsoft.com/office/drawing/2014/main" id="{71EB03F8-2C76-194A-86F5-265A2C28D6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3917950"/>
            <a:ext cx="5838825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5" name="Freeform 7">
            <a:extLst>
              <a:ext uri="{FF2B5EF4-FFF2-40B4-BE49-F238E27FC236}">
                <a16:creationId xmlns:a16="http://schemas.microsoft.com/office/drawing/2014/main" id="{75411B55-677F-17D7-E726-70A10A75B2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2092325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50D2E517-33DD-4E77-33AA-8EC9E08F1E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1057275"/>
            <a:ext cx="5840412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7" name="TextBox 20">
            <a:extLst>
              <a:ext uri="{FF2B5EF4-FFF2-40B4-BE49-F238E27FC236}">
                <a16:creationId xmlns:a16="http://schemas.microsoft.com/office/drawing/2014/main" id="{741056A4-87CB-FAEB-65AC-C7A0DDD90885}"/>
              </a:ext>
            </a:extLst>
          </p:cNvPr>
          <p:cNvSpPr txBox="1"/>
          <p:nvPr/>
        </p:nvSpPr>
        <p:spPr>
          <a:xfrm>
            <a:off x="12406313" y="3997325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28" name="Freeform 7">
            <a:extLst>
              <a:ext uri="{FF2B5EF4-FFF2-40B4-BE49-F238E27FC236}">
                <a16:creationId xmlns:a16="http://schemas.microsoft.com/office/drawing/2014/main" id="{02024974-9A73-91B6-6E92-801E55537A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3917950"/>
            <a:ext cx="5840412" cy="32416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9" name="Freeform 7">
            <a:extLst>
              <a:ext uri="{FF2B5EF4-FFF2-40B4-BE49-F238E27FC236}">
                <a16:creationId xmlns:a16="http://schemas.microsoft.com/office/drawing/2014/main" id="{76A1A74F-4C6F-408A-EB89-E34B7E43C1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3917950"/>
            <a:ext cx="5838825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0" name="Freeform 7">
            <a:extLst>
              <a:ext uri="{FF2B5EF4-FFF2-40B4-BE49-F238E27FC236}">
                <a16:creationId xmlns:a16="http://schemas.microsoft.com/office/drawing/2014/main" id="{4F1C9D8C-6F45-B61E-B8B5-91232BC8DF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2092325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1" name="Freeform 7">
            <a:extLst>
              <a:ext uri="{FF2B5EF4-FFF2-40B4-BE49-F238E27FC236}">
                <a16:creationId xmlns:a16="http://schemas.microsoft.com/office/drawing/2014/main" id="{E0DB9A5B-45DA-8B73-8303-C4BDA04A1F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1057275"/>
            <a:ext cx="5840412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2" name="Freeform 7">
            <a:extLst>
              <a:ext uri="{FF2B5EF4-FFF2-40B4-BE49-F238E27FC236}">
                <a16:creationId xmlns:a16="http://schemas.microsoft.com/office/drawing/2014/main" id="{7CA24A86-3747-7BA7-BF31-C8843AD62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35613" y="10163175"/>
            <a:ext cx="5838825" cy="3243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3" name="Freeform 7">
            <a:extLst>
              <a:ext uri="{FF2B5EF4-FFF2-40B4-BE49-F238E27FC236}">
                <a16:creationId xmlns:a16="http://schemas.microsoft.com/office/drawing/2014/main" id="{1BD31C14-EE6E-0D5E-5610-217C853075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34025" y="10163175"/>
            <a:ext cx="5840413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4" name="Freeform 7">
            <a:extLst>
              <a:ext uri="{FF2B5EF4-FFF2-40B4-BE49-F238E27FC236}">
                <a16:creationId xmlns:a16="http://schemas.microsoft.com/office/drawing/2014/main" id="{877D1758-950A-2683-B56C-EDC6E6E7C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35613" y="8337550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5" name="Freeform 7">
            <a:extLst>
              <a:ext uri="{FF2B5EF4-FFF2-40B4-BE49-F238E27FC236}">
                <a16:creationId xmlns:a16="http://schemas.microsoft.com/office/drawing/2014/main" id="{E3374A26-6AD1-2D98-4A4A-DC35E7D513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35613" y="7302500"/>
            <a:ext cx="5838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6" name="Freeform 7">
            <a:extLst>
              <a:ext uri="{FF2B5EF4-FFF2-40B4-BE49-F238E27FC236}">
                <a16:creationId xmlns:a16="http://schemas.microsoft.com/office/drawing/2014/main" id="{8BFC2175-AD1A-64DA-E142-8DE63ABA2A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10161588"/>
            <a:ext cx="5840412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7" name="Freeform 7">
            <a:extLst>
              <a:ext uri="{FF2B5EF4-FFF2-40B4-BE49-F238E27FC236}">
                <a16:creationId xmlns:a16="http://schemas.microsoft.com/office/drawing/2014/main" id="{A68CFA8A-C214-6937-CDEF-44A7C6D695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10161588"/>
            <a:ext cx="5838825" cy="588962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8" name="Freeform 7">
            <a:extLst>
              <a:ext uri="{FF2B5EF4-FFF2-40B4-BE49-F238E27FC236}">
                <a16:creationId xmlns:a16="http://schemas.microsoft.com/office/drawing/2014/main" id="{4D0F3FD3-A85B-FA88-F9EC-B865D43AF5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8337550"/>
            <a:ext cx="5840412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9" name="Freeform 7">
            <a:extLst>
              <a:ext uri="{FF2B5EF4-FFF2-40B4-BE49-F238E27FC236}">
                <a16:creationId xmlns:a16="http://schemas.microsoft.com/office/drawing/2014/main" id="{28D2DF5B-9317-D4FD-4222-EE85E20F03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7302500"/>
            <a:ext cx="5840412" cy="879475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40" name="TextBox 20">
            <a:extLst>
              <a:ext uri="{FF2B5EF4-FFF2-40B4-BE49-F238E27FC236}">
                <a16:creationId xmlns:a16="http://schemas.microsoft.com/office/drawing/2014/main" id="{41BCF526-B578-FF5A-3CEC-70131ED95EB2}"/>
              </a:ext>
            </a:extLst>
          </p:cNvPr>
          <p:cNvSpPr txBox="1"/>
          <p:nvPr/>
        </p:nvSpPr>
        <p:spPr>
          <a:xfrm>
            <a:off x="12406313" y="10242550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41" name="TextBox 20">
            <a:extLst>
              <a:ext uri="{FF2B5EF4-FFF2-40B4-BE49-F238E27FC236}">
                <a16:creationId xmlns:a16="http://schemas.microsoft.com/office/drawing/2014/main" id="{C3CFCF8D-686E-C964-13E8-D5D48AE1A6A2}"/>
              </a:ext>
            </a:extLst>
          </p:cNvPr>
          <p:cNvSpPr txBox="1"/>
          <p:nvPr/>
        </p:nvSpPr>
        <p:spPr>
          <a:xfrm>
            <a:off x="18449925" y="10242550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42" name="TextBox 20">
            <a:extLst>
              <a:ext uri="{FF2B5EF4-FFF2-40B4-BE49-F238E27FC236}">
                <a16:creationId xmlns:a16="http://schemas.microsoft.com/office/drawing/2014/main" id="{B5F96050-DB03-6525-77BB-3FA1A5D54A43}"/>
              </a:ext>
            </a:extLst>
          </p:cNvPr>
          <p:cNvSpPr txBox="1"/>
          <p:nvPr/>
        </p:nvSpPr>
        <p:spPr>
          <a:xfrm>
            <a:off x="18449925" y="3989388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43" name="Slide Number">
            <a:extLst>
              <a:ext uri="{FF2B5EF4-FFF2-40B4-BE49-F238E27FC236}">
                <a16:creationId xmlns:a16="http://schemas.microsoft.com/office/drawing/2014/main" id="{625A6396-3794-9100-FF76-00099AD585EB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8E0F663-EA9A-4D22-9793-A7546A2C1866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2544763074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8 vakjes kopie 2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7">
            <a:extLst>
              <a:ext uri="{FF2B5EF4-FFF2-40B4-BE49-F238E27FC236}">
                <a16:creationId xmlns:a16="http://schemas.microsoft.com/office/drawing/2014/main" id="{E15289C5-2F96-4383-884C-11AA57249B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3917950"/>
            <a:ext cx="5838825" cy="3238500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608E7ED2-F7FD-FBF4-71A3-DB4F0ED402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3917950"/>
            <a:ext cx="5840412" cy="587375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4" name="Freeform 7">
            <a:extLst>
              <a:ext uri="{FF2B5EF4-FFF2-40B4-BE49-F238E27FC236}">
                <a16:creationId xmlns:a16="http://schemas.microsoft.com/office/drawing/2014/main" id="{2F93A8EE-3837-8E89-1FC0-C403DA840E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2092325"/>
            <a:ext cx="5838825" cy="163195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F2E79474-5ADC-0E5D-8D2D-318DBFFAE7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050" y="1057275"/>
            <a:ext cx="5838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D498C44F-02E1-5E91-9AFE-EFFC7C7DBCD3}"/>
              </a:ext>
            </a:extLst>
          </p:cNvPr>
          <p:cNvSpPr txBox="1"/>
          <p:nvPr/>
        </p:nvSpPr>
        <p:spPr>
          <a:xfrm>
            <a:off x="430213" y="3997325"/>
            <a:ext cx="436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600" b="1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7" name="Definities">
            <a:extLst>
              <a:ext uri="{FF2B5EF4-FFF2-40B4-BE49-F238E27FC236}">
                <a16:creationId xmlns:a16="http://schemas.microsoft.com/office/drawing/2014/main" id="{F1D40F99-2FD1-0288-590C-99CDA491BBD2}"/>
              </a:ext>
            </a:extLst>
          </p:cNvPr>
          <p:cNvSpPr txBox="1"/>
          <p:nvPr/>
        </p:nvSpPr>
        <p:spPr>
          <a:xfrm>
            <a:off x="290513" y="384175"/>
            <a:ext cx="5638800" cy="40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Definities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38D1D5B6-FDBA-9F3E-2E3D-C4F91EB55F77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BCFACF8-4C26-412D-8D72-6D912CCC3A51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4175642987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Achtergrond kopie 2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" descr="Afbeelding">
            <a:extLst>
              <a:ext uri="{FF2B5EF4-FFF2-40B4-BE49-F238E27FC236}">
                <a16:creationId xmlns:a16="http://schemas.microsoft.com/office/drawing/2014/main" id="{C2FAD147-6013-D019-58AC-648BF5B51B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925" y="215900"/>
            <a:ext cx="13520738" cy="1362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grpSp>
        <p:nvGrpSpPr>
          <p:cNvPr id="3" name="Group">
            <a:extLst>
              <a:ext uri="{FF2B5EF4-FFF2-40B4-BE49-F238E27FC236}">
                <a16:creationId xmlns:a16="http://schemas.microsoft.com/office/drawing/2014/main" id="{6457ADE4-1906-A6DE-A59C-386B2EC25FEA}"/>
              </a:ext>
            </a:extLst>
          </p:cNvPr>
          <p:cNvGrpSpPr>
            <a:grpSpLocks/>
          </p:cNvGrpSpPr>
          <p:nvPr/>
        </p:nvGrpSpPr>
        <p:grpSpPr bwMode="auto">
          <a:xfrm>
            <a:off x="15994063" y="2938463"/>
            <a:ext cx="3860800" cy="5818187"/>
            <a:chOff x="0" y="0"/>
            <a:chExt cx="3860154" cy="5817684"/>
          </a:xfrm>
        </p:grpSpPr>
        <p:sp>
          <p:nvSpPr>
            <p:cNvPr id="4" name="Rounded Rectangle">
              <a:extLst>
                <a:ext uri="{FF2B5EF4-FFF2-40B4-BE49-F238E27FC236}">
                  <a16:creationId xmlns:a16="http://schemas.microsoft.com/office/drawing/2014/main" id="{A4D05FAE-8A5E-2C30-5C7A-F9C78B93A264}"/>
                </a:ext>
              </a:extLst>
            </p:cNvPr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blurRad="139700" dist="148130" dir="5400000" rotWithShape="0">
                <a:srgbClr val="000000">
                  <a:alpha val="50000"/>
                </a:srgbClr>
              </a:outerShdw>
              <a:reflection stA="50000" endPos="40000" dir="5400000" sy="-100000" algn="bl" rotWithShape="0"/>
            </a:effectLst>
          </p:spPr>
          <p:txBody>
            <a:bodyPr lIns="71437" tIns="71437" rIns="71437" bIns="71437" anchor="ctr"/>
            <a:lstStyle/>
            <a:p>
              <a:pPr algn="ctr" defTabSz="821531" eaLnBrk="1" fontAlgn="auto">
                <a:spcBef>
                  <a:spcPts val="0"/>
                </a:spcBef>
                <a:spcAft>
                  <a:spcPts val="0"/>
                </a:spcAft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3600" kern="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endParaRPr>
            </a:p>
          </p:txBody>
        </p:sp>
        <p:pic>
          <p:nvPicPr>
            <p:cNvPr id="5" name="Image" descr="Image">
              <a:extLst>
                <a:ext uri="{FF2B5EF4-FFF2-40B4-BE49-F238E27FC236}">
                  <a16:creationId xmlns:a16="http://schemas.microsoft.com/office/drawing/2014/main" id="{DE88E48B-67D3-1C75-DF5A-2F7A214941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79311"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" name="Rectangle">
            <a:extLst>
              <a:ext uri="{FF2B5EF4-FFF2-40B4-BE49-F238E27FC236}">
                <a16:creationId xmlns:a16="http://schemas.microsoft.com/office/drawing/2014/main" id="{E38FF8E0-F862-2E86-3938-FB4F5CA41A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5013" y="7485063"/>
            <a:ext cx="10891837" cy="1270000"/>
          </a:xfrm>
          <a:prstGeom prst="rect">
            <a:avLst/>
          </a:prstGeom>
          <a:solidFill>
            <a:srgbClr val="FFFFFF">
              <a:alpha val="7294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7" name="TextBox 28">
            <a:extLst>
              <a:ext uri="{FF2B5EF4-FFF2-40B4-BE49-F238E27FC236}">
                <a16:creationId xmlns:a16="http://schemas.microsoft.com/office/drawing/2014/main" id="{2434AEEB-FAF6-88BA-495C-50111146A401}"/>
              </a:ext>
            </a:extLst>
          </p:cNvPr>
          <p:cNvSpPr txBox="1"/>
          <p:nvPr/>
        </p:nvSpPr>
        <p:spPr>
          <a:xfrm>
            <a:off x="9228138" y="5951538"/>
            <a:ext cx="6161087" cy="1828800"/>
          </a:xfrm>
          <a:prstGeom prst="rect">
            <a:avLst/>
          </a:prstGeom>
          <a:ln w="12700">
            <a:miter lim="400000"/>
          </a:ln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sz="10400" b="1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WELKOM</a:t>
            </a:r>
          </a:p>
        </p:txBody>
      </p:sp>
      <p:pic>
        <p:nvPicPr>
          <p:cNvPr id="8" name="FC DEN BOSCH LOGO.png" descr="FC DEN BOSCH LOGO.png">
            <a:extLst>
              <a:ext uri="{FF2B5EF4-FFF2-40B4-BE49-F238E27FC236}">
                <a16:creationId xmlns:a16="http://schemas.microsoft.com/office/drawing/2014/main" id="{938A774D-3CAD-8944-7A4C-D1CBC6C7F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50" y="11596688"/>
            <a:ext cx="1825625" cy="182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9" name="Afbeelding" descr="Afbeelding">
            <a:extLst>
              <a:ext uri="{FF2B5EF4-FFF2-40B4-BE49-F238E27FC236}">
                <a16:creationId xmlns:a16="http://schemas.microsoft.com/office/drawing/2014/main" id="{E211BC46-C85B-BBE4-C578-738497FF1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43375" y="12358688"/>
            <a:ext cx="7183438" cy="944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10" name="01.+ witFOURTEEN LOGO BLACK WHITE kopie.pdf" descr="01.+ witFOURTEEN LOGO BLACK WHITE kopie.pdf">
            <a:extLst>
              <a:ext uri="{FF2B5EF4-FFF2-40B4-BE49-F238E27FC236}">
                <a16:creationId xmlns:a16="http://schemas.microsoft.com/office/drawing/2014/main" id="{5BC52C0D-E756-0EDA-9E1B-0C418E5036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0988" y="11809413"/>
            <a:ext cx="1825625" cy="1400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11" name="Slide Number">
            <a:extLst>
              <a:ext uri="{FF2B5EF4-FFF2-40B4-BE49-F238E27FC236}">
                <a16:creationId xmlns:a16="http://schemas.microsoft.com/office/drawing/2014/main" id="{6F2048C2-F5A5-D66D-8D8E-6C5C4A71F664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694C4D1-B077-4F85-AD1C-5F6682EA2D8B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539632803"/>
      </p:ext>
    </p:extLst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Leeg kopie 6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FG">
            <a:extLst>
              <a:ext uri="{FF2B5EF4-FFF2-40B4-BE49-F238E27FC236}">
                <a16:creationId xmlns:a16="http://schemas.microsoft.com/office/drawing/2014/main" id="{B66DFFE4-4662-9546-02E2-3D042969289C}"/>
              </a:ext>
            </a:extLst>
          </p:cNvPr>
          <p:cNvSpPr txBox="1"/>
          <p:nvPr/>
        </p:nvSpPr>
        <p:spPr>
          <a:xfrm>
            <a:off x="311150" y="568325"/>
            <a:ext cx="2855913" cy="1409700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9000" b="1" spc="9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BFG</a:t>
            </a:r>
          </a:p>
        </p:txBody>
      </p:sp>
      <p:sp>
        <p:nvSpPr>
          <p:cNvPr id="3" name="CLub">
            <a:extLst>
              <a:ext uri="{FF2B5EF4-FFF2-40B4-BE49-F238E27FC236}">
                <a16:creationId xmlns:a16="http://schemas.microsoft.com/office/drawing/2014/main" id="{0C6C8B9B-1875-6532-69A5-EC845DA04228}"/>
              </a:ext>
            </a:extLst>
          </p:cNvPr>
          <p:cNvSpPr txBox="1"/>
          <p:nvPr/>
        </p:nvSpPr>
        <p:spPr>
          <a:xfrm>
            <a:off x="392113" y="358775"/>
            <a:ext cx="2855912" cy="3683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4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CLub</a:t>
            </a:r>
          </a:p>
        </p:txBody>
      </p:sp>
      <p:sp>
        <p:nvSpPr>
          <p:cNvPr id="4" name="Line">
            <a:extLst>
              <a:ext uri="{FF2B5EF4-FFF2-40B4-BE49-F238E27FC236}">
                <a16:creationId xmlns:a16="http://schemas.microsoft.com/office/drawing/2014/main" id="{3C8CC752-A4DB-CA35-3A4E-DEAEC2D53FFC}"/>
              </a:ext>
            </a:extLst>
          </p:cNvPr>
          <p:cNvSpPr>
            <a:spLocks noChangeShapeType="1"/>
          </p:cNvSpPr>
          <p:nvPr/>
        </p:nvSpPr>
        <p:spPr bwMode="auto">
          <a:xfrm>
            <a:off x="361950" y="1982788"/>
            <a:ext cx="2363788" cy="0"/>
          </a:xfrm>
          <a:prstGeom prst="line">
            <a:avLst/>
          </a:prstGeom>
          <a:noFill/>
          <a:ln w="50800">
            <a:solidFill>
              <a:srgbClr val="AF8B31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71437" tIns="71437" rIns="71437" bIns="71437" anchor="ctr"/>
          <a:lstStyle/>
          <a:p>
            <a:endParaRPr lang="LID4096"/>
          </a:p>
        </p:txBody>
      </p:sp>
      <p:sp>
        <p:nvSpPr>
          <p:cNvPr id="5" name="TextBox 21">
            <a:extLst>
              <a:ext uri="{FF2B5EF4-FFF2-40B4-BE49-F238E27FC236}">
                <a16:creationId xmlns:a16="http://schemas.microsoft.com/office/drawing/2014/main" id="{8510A605-31B7-6579-E843-7179195A06EF}"/>
              </a:ext>
            </a:extLst>
          </p:cNvPr>
          <p:cNvSpPr txBox="1"/>
          <p:nvPr/>
        </p:nvSpPr>
        <p:spPr>
          <a:xfrm>
            <a:off x="5172075" y="1741488"/>
            <a:ext cx="15078075" cy="5207000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  <p:txBody>
          <a:bodyPr lIns="0" tIns="0" rIns="0" bIns="0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b="1" kern="0" cap="all">
              <a:solidFill>
                <a:srgbClr val="FFFFFF"/>
              </a:solidFill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203200" lvl="1" indent="-2032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We zijn een Bossche club, een Bosschenaar is trots op onze stad en club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 kern="0">
              <a:solidFill>
                <a:srgbClr val="FFFFFF"/>
              </a:solidFill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203200" lvl="1" indent="-2032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We zijn strijdbaar, we buigen wel, maar barsten niet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 kern="0">
              <a:solidFill>
                <a:srgbClr val="FFFFFF"/>
              </a:solidFill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203200" lvl="1" indent="-2032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Met heel ons hart staan we achter FC Den Bosch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 kern="0">
              <a:solidFill>
                <a:srgbClr val="FFFFFF"/>
              </a:solidFill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203200" lvl="1" indent="-2032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Hier leren we van tegenslagen om vervolgens samen te groeien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 kern="0">
              <a:solidFill>
                <a:srgbClr val="FFFFFF"/>
              </a:solidFill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203200" lvl="1" indent="-2032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We zijn een hartverwarmende Bossche club, voor iedereen</a:t>
            </a:r>
          </a:p>
        </p:txBody>
      </p:sp>
      <p:pic>
        <p:nvPicPr>
          <p:cNvPr id="6" name="FC DEN BOSCH LOGO.png" descr="FC DEN BOSCH LOGO.png">
            <a:extLst>
              <a:ext uri="{FF2B5EF4-FFF2-40B4-BE49-F238E27FC236}">
                <a16:creationId xmlns:a16="http://schemas.microsoft.com/office/drawing/2014/main" id="{D521CDEB-FF71-3CE1-48B6-509C5E0780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" y="2363788"/>
            <a:ext cx="1673225" cy="1673225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</p:pic>
      <p:pic>
        <p:nvPicPr>
          <p:cNvPr id="7" name="geplakte-afbeelding.pdf" descr="geplakte-afbeelding.pdf">
            <a:extLst>
              <a:ext uri="{FF2B5EF4-FFF2-40B4-BE49-F238E27FC236}">
                <a16:creationId xmlns:a16="http://schemas.microsoft.com/office/drawing/2014/main" id="{EBC142B7-3EDF-1190-43EA-E7FF9DE3A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4025" y="12850813"/>
            <a:ext cx="5807075" cy="765175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</p:pic>
      <p:sp>
        <p:nvSpPr>
          <p:cNvPr id="8" name="Heart">
            <a:extLst>
              <a:ext uri="{FF2B5EF4-FFF2-40B4-BE49-F238E27FC236}">
                <a16:creationId xmlns:a16="http://schemas.microsoft.com/office/drawing/2014/main" id="{BE47BD31-455B-93B6-1289-28364CC611BB}"/>
              </a:ext>
            </a:extLst>
          </p:cNvPr>
          <p:cNvSpPr/>
          <p:nvPr/>
        </p:nvSpPr>
        <p:spPr>
          <a:xfrm>
            <a:off x="12038013" y="9582150"/>
            <a:ext cx="1790700" cy="15827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6" h="21433" extrusionOk="0">
                <a:moveTo>
                  <a:pt x="5838" y="8"/>
                </a:moveTo>
                <a:cubicBezTo>
                  <a:pt x="3712" y="114"/>
                  <a:pt x="158" y="1891"/>
                  <a:pt x="2" y="7232"/>
                </a:cubicBezTo>
                <a:cubicBezTo>
                  <a:pt x="-54" y="9134"/>
                  <a:pt x="1253" y="14877"/>
                  <a:pt x="10702" y="21433"/>
                </a:cubicBezTo>
                <a:cubicBezTo>
                  <a:pt x="20130" y="14892"/>
                  <a:pt x="21546" y="9139"/>
                  <a:pt x="21505" y="7232"/>
                </a:cubicBezTo>
                <a:cubicBezTo>
                  <a:pt x="21391" y="1889"/>
                  <a:pt x="17806" y="115"/>
                  <a:pt x="15669" y="8"/>
                </a:cubicBezTo>
                <a:cubicBezTo>
                  <a:pt x="12170" y="-167"/>
                  <a:pt x="10753" y="2729"/>
                  <a:pt x="10753" y="2729"/>
                </a:cubicBezTo>
                <a:cubicBezTo>
                  <a:pt x="10753" y="2729"/>
                  <a:pt x="9337" y="-167"/>
                  <a:pt x="5838" y="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Hartstocht">
            <a:extLst>
              <a:ext uri="{FF2B5EF4-FFF2-40B4-BE49-F238E27FC236}">
                <a16:creationId xmlns:a16="http://schemas.microsoft.com/office/drawing/2014/main" id="{1599A729-CEC9-9550-BE79-786CEFA06D22}"/>
              </a:ext>
            </a:extLst>
          </p:cNvPr>
          <p:cNvSpPr txBox="1"/>
          <p:nvPr/>
        </p:nvSpPr>
        <p:spPr>
          <a:xfrm>
            <a:off x="11012488" y="8175625"/>
            <a:ext cx="3840162" cy="1619250"/>
          </a:xfrm>
          <a:prstGeom prst="rect">
            <a:avLst/>
          </a:prstGeom>
          <a:ln w="12700">
            <a:miter lim="400000"/>
          </a:ln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Hartstocht</a:t>
            </a:r>
          </a:p>
        </p:txBody>
      </p:sp>
      <p:sp>
        <p:nvSpPr>
          <p:cNvPr id="10" name="Growth">
            <a:extLst>
              <a:ext uri="{FF2B5EF4-FFF2-40B4-BE49-F238E27FC236}">
                <a16:creationId xmlns:a16="http://schemas.microsoft.com/office/drawing/2014/main" id="{086FB06C-0C9B-EAEB-CA51-DFA87A5F6149}"/>
              </a:ext>
            </a:extLst>
          </p:cNvPr>
          <p:cNvSpPr/>
          <p:nvPr/>
        </p:nvSpPr>
        <p:spPr>
          <a:xfrm>
            <a:off x="16602075" y="9575800"/>
            <a:ext cx="1878013" cy="14525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6" h="21598" extrusionOk="0">
                <a:moveTo>
                  <a:pt x="21464" y="6"/>
                </a:moveTo>
                <a:cubicBezTo>
                  <a:pt x="21442" y="-2"/>
                  <a:pt x="21417" y="-2"/>
                  <a:pt x="21392" y="8"/>
                </a:cubicBezTo>
                <a:lnTo>
                  <a:pt x="18267" y="1242"/>
                </a:lnTo>
                <a:cubicBezTo>
                  <a:pt x="18161" y="1283"/>
                  <a:pt x="18132" y="1450"/>
                  <a:pt x="18212" y="1547"/>
                </a:cubicBezTo>
                <a:lnTo>
                  <a:pt x="18753" y="2202"/>
                </a:lnTo>
                <a:cubicBezTo>
                  <a:pt x="18809" y="2274"/>
                  <a:pt x="18815" y="2386"/>
                  <a:pt x="18759" y="2459"/>
                </a:cubicBezTo>
                <a:lnTo>
                  <a:pt x="13208" y="10155"/>
                </a:lnTo>
                <a:cubicBezTo>
                  <a:pt x="13152" y="10227"/>
                  <a:pt x="13058" y="10235"/>
                  <a:pt x="13002" y="10155"/>
                </a:cubicBezTo>
                <a:lnTo>
                  <a:pt x="9056" y="4932"/>
                </a:lnTo>
                <a:cubicBezTo>
                  <a:pt x="9000" y="4859"/>
                  <a:pt x="8907" y="4859"/>
                  <a:pt x="8851" y="4932"/>
                </a:cubicBezTo>
                <a:lnTo>
                  <a:pt x="39" y="17166"/>
                </a:lnTo>
                <a:cubicBezTo>
                  <a:pt x="-17" y="17238"/>
                  <a:pt x="-11" y="17350"/>
                  <a:pt x="45" y="17423"/>
                </a:cubicBezTo>
                <a:lnTo>
                  <a:pt x="941" y="18503"/>
                </a:lnTo>
                <a:cubicBezTo>
                  <a:pt x="997" y="18576"/>
                  <a:pt x="1084" y="18568"/>
                  <a:pt x="1140" y="18495"/>
                </a:cubicBezTo>
                <a:lnTo>
                  <a:pt x="8877" y="7770"/>
                </a:lnTo>
                <a:cubicBezTo>
                  <a:pt x="8933" y="7697"/>
                  <a:pt x="9025" y="7689"/>
                  <a:pt x="9081" y="7770"/>
                </a:cubicBezTo>
                <a:lnTo>
                  <a:pt x="13047" y="13016"/>
                </a:lnTo>
                <a:cubicBezTo>
                  <a:pt x="13103" y="13096"/>
                  <a:pt x="13201" y="13089"/>
                  <a:pt x="13251" y="13008"/>
                </a:cubicBezTo>
                <a:lnTo>
                  <a:pt x="13706" y="12315"/>
                </a:lnTo>
                <a:lnTo>
                  <a:pt x="19848" y="3796"/>
                </a:lnTo>
                <a:cubicBezTo>
                  <a:pt x="19904" y="3723"/>
                  <a:pt x="19992" y="3716"/>
                  <a:pt x="20048" y="3788"/>
                </a:cubicBezTo>
                <a:lnTo>
                  <a:pt x="20589" y="4441"/>
                </a:lnTo>
                <a:cubicBezTo>
                  <a:pt x="20670" y="4537"/>
                  <a:pt x="20802" y="4490"/>
                  <a:pt x="20826" y="4353"/>
                </a:cubicBezTo>
                <a:lnTo>
                  <a:pt x="21560" y="235"/>
                </a:lnTo>
                <a:cubicBezTo>
                  <a:pt x="21583" y="126"/>
                  <a:pt x="21533" y="30"/>
                  <a:pt x="21464" y="6"/>
                </a:cubicBezTo>
                <a:close/>
                <a:moveTo>
                  <a:pt x="20260" y="5385"/>
                </a:moveTo>
                <a:cubicBezTo>
                  <a:pt x="20232" y="5392"/>
                  <a:pt x="20204" y="5410"/>
                  <a:pt x="20179" y="5440"/>
                </a:cubicBezTo>
                <a:lnTo>
                  <a:pt x="17857" y="8656"/>
                </a:lnTo>
                <a:lnTo>
                  <a:pt x="17347" y="9429"/>
                </a:lnTo>
                <a:cubicBezTo>
                  <a:pt x="17328" y="9462"/>
                  <a:pt x="17316" y="9510"/>
                  <a:pt x="17316" y="9550"/>
                </a:cubicBezTo>
                <a:lnTo>
                  <a:pt x="17316" y="21412"/>
                </a:lnTo>
                <a:cubicBezTo>
                  <a:pt x="17316" y="21516"/>
                  <a:pt x="17377" y="21598"/>
                  <a:pt x="17458" y="21598"/>
                </a:cubicBezTo>
                <a:lnTo>
                  <a:pt x="20290" y="21598"/>
                </a:lnTo>
                <a:cubicBezTo>
                  <a:pt x="20371" y="21598"/>
                  <a:pt x="20434" y="21516"/>
                  <a:pt x="20434" y="21412"/>
                </a:cubicBezTo>
                <a:lnTo>
                  <a:pt x="20434" y="5561"/>
                </a:lnTo>
                <a:cubicBezTo>
                  <a:pt x="20434" y="5440"/>
                  <a:pt x="20346" y="5364"/>
                  <a:pt x="20260" y="5385"/>
                </a:cubicBezTo>
                <a:close/>
                <a:moveTo>
                  <a:pt x="9174" y="9548"/>
                </a:moveTo>
                <a:cubicBezTo>
                  <a:pt x="9094" y="9530"/>
                  <a:pt x="9007" y="9606"/>
                  <a:pt x="9007" y="9727"/>
                </a:cubicBezTo>
                <a:lnTo>
                  <a:pt x="9007" y="21412"/>
                </a:lnTo>
                <a:cubicBezTo>
                  <a:pt x="9007" y="21516"/>
                  <a:pt x="9068" y="21598"/>
                  <a:pt x="9149" y="21598"/>
                </a:cubicBezTo>
                <a:lnTo>
                  <a:pt x="11981" y="21598"/>
                </a:lnTo>
                <a:cubicBezTo>
                  <a:pt x="12062" y="21598"/>
                  <a:pt x="12125" y="21516"/>
                  <a:pt x="12125" y="21412"/>
                </a:cubicBezTo>
                <a:lnTo>
                  <a:pt x="12125" y="13474"/>
                </a:lnTo>
                <a:cubicBezTo>
                  <a:pt x="12125" y="13426"/>
                  <a:pt x="12113" y="13386"/>
                  <a:pt x="12082" y="13345"/>
                </a:cubicBezTo>
                <a:lnTo>
                  <a:pt x="9250" y="9598"/>
                </a:lnTo>
                <a:cubicBezTo>
                  <a:pt x="9228" y="9570"/>
                  <a:pt x="9201" y="9554"/>
                  <a:pt x="9174" y="9548"/>
                </a:cubicBezTo>
                <a:close/>
                <a:moveTo>
                  <a:pt x="16102" y="10653"/>
                </a:moveTo>
                <a:cubicBezTo>
                  <a:pt x="16074" y="10659"/>
                  <a:pt x="16045" y="10676"/>
                  <a:pt x="16021" y="10704"/>
                </a:cubicBezTo>
                <a:lnTo>
                  <a:pt x="13700" y="13917"/>
                </a:lnTo>
                <a:lnTo>
                  <a:pt x="13189" y="14693"/>
                </a:lnTo>
                <a:cubicBezTo>
                  <a:pt x="13170" y="14725"/>
                  <a:pt x="13158" y="14773"/>
                  <a:pt x="13158" y="14814"/>
                </a:cubicBezTo>
                <a:lnTo>
                  <a:pt x="13158" y="21412"/>
                </a:lnTo>
                <a:cubicBezTo>
                  <a:pt x="13158" y="21516"/>
                  <a:pt x="13221" y="21598"/>
                  <a:pt x="13301" y="21598"/>
                </a:cubicBezTo>
                <a:lnTo>
                  <a:pt x="16133" y="21598"/>
                </a:lnTo>
                <a:cubicBezTo>
                  <a:pt x="16214" y="21598"/>
                  <a:pt x="16275" y="21516"/>
                  <a:pt x="16275" y="21412"/>
                </a:cubicBezTo>
                <a:lnTo>
                  <a:pt x="16275" y="10832"/>
                </a:lnTo>
                <a:cubicBezTo>
                  <a:pt x="16275" y="10711"/>
                  <a:pt x="16188" y="10636"/>
                  <a:pt x="16102" y="10653"/>
                </a:cubicBezTo>
                <a:close/>
                <a:moveTo>
                  <a:pt x="7801" y="10923"/>
                </a:moveTo>
                <a:cubicBezTo>
                  <a:pt x="7774" y="10930"/>
                  <a:pt x="7747" y="10946"/>
                  <a:pt x="7725" y="10976"/>
                </a:cubicBezTo>
                <a:lnTo>
                  <a:pt x="4894" y="14902"/>
                </a:lnTo>
                <a:cubicBezTo>
                  <a:pt x="4869" y="14934"/>
                  <a:pt x="4855" y="14974"/>
                  <a:pt x="4855" y="15023"/>
                </a:cubicBezTo>
                <a:lnTo>
                  <a:pt x="4855" y="21412"/>
                </a:lnTo>
                <a:cubicBezTo>
                  <a:pt x="4855" y="21516"/>
                  <a:pt x="4918" y="21598"/>
                  <a:pt x="4999" y="21598"/>
                </a:cubicBezTo>
                <a:lnTo>
                  <a:pt x="7830" y="21598"/>
                </a:lnTo>
                <a:cubicBezTo>
                  <a:pt x="7911" y="21598"/>
                  <a:pt x="7974" y="21516"/>
                  <a:pt x="7974" y="21412"/>
                </a:cubicBezTo>
                <a:lnTo>
                  <a:pt x="7974" y="11097"/>
                </a:lnTo>
                <a:cubicBezTo>
                  <a:pt x="7974" y="10976"/>
                  <a:pt x="7884" y="10902"/>
                  <a:pt x="7801" y="10923"/>
                </a:cubicBezTo>
                <a:close/>
                <a:moveTo>
                  <a:pt x="3680" y="16498"/>
                </a:moveTo>
                <a:cubicBezTo>
                  <a:pt x="3652" y="16505"/>
                  <a:pt x="3626" y="16524"/>
                  <a:pt x="3604" y="16554"/>
                </a:cubicBezTo>
                <a:lnTo>
                  <a:pt x="772" y="20477"/>
                </a:lnTo>
                <a:cubicBezTo>
                  <a:pt x="747" y="20510"/>
                  <a:pt x="735" y="20550"/>
                  <a:pt x="735" y="20598"/>
                </a:cubicBezTo>
                <a:lnTo>
                  <a:pt x="735" y="21412"/>
                </a:lnTo>
                <a:cubicBezTo>
                  <a:pt x="735" y="21516"/>
                  <a:pt x="798" y="21598"/>
                  <a:pt x="879" y="21598"/>
                </a:cubicBezTo>
                <a:lnTo>
                  <a:pt x="3711" y="21598"/>
                </a:lnTo>
                <a:cubicBezTo>
                  <a:pt x="3792" y="21598"/>
                  <a:pt x="3853" y="21516"/>
                  <a:pt x="3853" y="21412"/>
                </a:cubicBezTo>
                <a:lnTo>
                  <a:pt x="3853" y="16682"/>
                </a:lnTo>
                <a:cubicBezTo>
                  <a:pt x="3853" y="16555"/>
                  <a:pt x="3762" y="16478"/>
                  <a:pt x="3680" y="1649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roei">
            <a:extLst>
              <a:ext uri="{FF2B5EF4-FFF2-40B4-BE49-F238E27FC236}">
                <a16:creationId xmlns:a16="http://schemas.microsoft.com/office/drawing/2014/main" id="{29807355-9245-304A-A0A0-736FD56F00F8}"/>
              </a:ext>
            </a:extLst>
          </p:cNvPr>
          <p:cNvSpPr txBox="1"/>
          <p:nvPr/>
        </p:nvSpPr>
        <p:spPr>
          <a:xfrm>
            <a:off x="16444913" y="8175625"/>
            <a:ext cx="2000250" cy="1619250"/>
          </a:xfrm>
          <a:prstGeom prst="rect">
            <a:avLst/>
          </a:prstGeom>
          <a:ln w="12700">
            <a:miter lim="400000"/>
          </a:ln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Groei</a:t>
            </a:r>
          </a:p>
        </p:txBody>
      </p:sp>
      <p:sp>
        <p:nvSpPr>
          <p:cNvPr id="12" name="Bosch">
            <a:extLst>
              <a:ext uri="{FF2B5EF4-FFF2-40B4-BE49-F238E27FC236}">
                <a16:creationId xmlns:a16="http://schemas.microsoft.com/office/drawing/2014/main" id="{B7B95823-D72E-6492-78E8-3AA21B3FEE23}"/>
              </a:ext>
            </a:extLst>
          </p:cNvPr>
          <p:cNvSpPr txBox="1"/>
          <p:nvPr/>
        </p:nvSpPr>
        <p:spPr>
          <a:xfrm>
            <a:off x="1511300" y="8175625"/>
            <a:ext cx="2206625" cy="1619250"/>
          </a:xfrm>
          <a:prstGeom prst="rect">
            <a:avLst/>
          </a:prstGeom>
          <a:ln w="12700">
            <a:miter lim="400000"/>
          </a:ln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Bosch</a:t>
            </a:r>
          </a:p>
        </p:txBody>
      </p:sp>
      <p:sp>
        <p:nvSpPr>
          <p:cNvPr id="13" name="Strijdbaar">
            <a:extLst>
              <a:ext uri="{FF2B5EF4-FFF2-40B4-BE49-F238E27FC236}">
                <a16:creationId xmlns:a16="http://schemas.microsoft.com/office/drawing/2014/main" id="{67721451-2FC8-5D35-808D-43E576BB0194}"/>
              </a:ext>
            </a:extLst>
          </p:cNvPr>
          <p:cNvSpPr txBox="1"/>
          <p:nvPr/>
        </p:nvSpPr>
        <p:spPr>
          <a:xfrm>
            <a:off x="5861050" y="8175625"/>
            <a:ext cx="3559175" cy="1619250"/>
          </a:xfrm>
          <a:prstGeom prst="rect">
            <a:avLst/>
          </a:prstGeom>
          <a:ln w="12700">
            <a:miter lim="400000"/>
          </a:ln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Strijdbaar</a:t>
            </a:r>
          </a:p>
        </p:txBody>
      </p:sp>
      <p:sp>
        <p:nvSpPr>
          <p:cNvPr id="14" name="Gastvrij">
            <a:extLst>
              <a:ext uri="{FF2B5EF4-FFF2-40B4-BE49-F238E27FC236}">
                <a16:creationId xmlns:a16="http://schemas.microsoft.com/office/drawing/2014/main" id="{FC938C4A-94B8-CD8B-23E3-12577F62025E}"/>
              </a:ext>
            </a:extLst>
          </p:cNvPr>
          <p:cNvSpPr txBox="1"/>
          <p:nvPr/>
        </p:nvSpPr>
        <p:spPr>
          <a:xfrm>
            <a:off x="20229513" y="8175625"/>
            <a:ext cx="2914650" cy="1619250"/>
          </a:xfrm>
          <a:prstGeom prst="rect">
            <a:avLst/>
          </a:prstGeom>
          <a:ln w="12700">
            <a:miter lim="400000"/>
          </a:ln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Gastvrij</a:t>
            </a:r>
          </a:p>
        </p:txBody>
      </p:sp>
      <p:pic>
        <p:nvPicPr>
          <p:cNvPr id="15" name="png-clipart-handshake-others-blue-hand.png" descr="png-clipart-handshake-others-blue-hand.png">
            <a:extLst>
              <a:ext uri="{FF2B5EF4-FFF2-40B4-BE49-F238E27FC236}">
                <a16:creationId xmlns:a16="http://schemas.microsoft.com/office/drawing/2014/main" id="{E2AD1550-B042-DA11-CC9D-8F5E2E6846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26363" y="9537700"/>
            <a:ext cx="2519362" cy="152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16" name="Rectangle">
            <a:extLst>
              <a:ext uri="{FF2B5EF4-FFF2-40B4-BE49-F238E27FC236}">
                <a16:creationId xmlns:a16="http://schemas.microsoft.com/office/drawing/2014/main" id="{D4834BF9-3D21-A792-FF65-2040E78C5302}"/>
              </a:ext>
            </a:extLst>
          </p:cNvPr>
          <p:cNvSpPr/>
          <p:nvPr/>
        </p:nvSpPr>
        <p:spPr>
          <a:xfrm>
            <a:off x="6192838" y="10190163"/>
            <a:ext cx="993775" cy="931862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Rectangle">
            <a:extLst>
              <a:ext uri="{FF2B5EF4-FFF2-40B4-BE49-F238E27FC236}">
                <a16:creationId xmlns:a16="http://schemas.microsoft.com/office/drawing/2014/main" id="{35ED158A-BF61-3F7F-845E-BDB2D05CDB0C}"/>
              </a:ext>
            </a:extLst>
          </p:cNvPr>
          <p:cNvSpPr/>
          <p:nvPr/>
        </p:nvSpPr>
        <p:spPr>
          <a:xfrm>
            <a:off x="8110538" y="10190163"/>
            <a:ext cx="995362" cy="931862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Rectangle">
            <a:extLst>
              <a:ext uri="{FF2B5EF4-FFF2-40B4-BE49-F238E27FC236}">
                <a16:creationId xmlns:a16="http://schemas.microsoft.com/office/drawing/2014/main" id="{C46A7A86-1A20-C970-3D59-F4027B383E51}"/>
              </a:ext>
            </a:extLst>
          </p:cNvPr>
          <p:cNvSpPr/>
          <p:nvPr/>
        </p:nvSpPr>
        <p:spPr>
          <a:xfrm>
            <a:off x="7177088" y="9626600"/>
            <a:ext cx="995362" cy="1495425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1">
            <a:extLst>
              <a:ext uri="{FF2B5EF4-FFF2-40B4-BE49-F238E27FC236}">
                <a16:creationId xmlns:a16="http://schemas.microsoft.com/office/drawing/2014/main" id="{41E3F88A-2C12-211D-16A2-CE53B3EF77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12038" y="9859963"/>
            <a:ext cx="520700" cy="879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6000">
                <a:solidFill>
                  <a:srgbClr val="115AA3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1</a:t>
            </a:r>
          </a:p>
        </p:txBody>
      </p:sp>
      <p:sp>
        <p:nvSpPr>
          <p:cNvPr id="20" name="3">
            <a:extLst>
              <a:ext uri="{FF2B5EF4-FFF2-40B4-BE49-F238E27FC236}">
                <a16:creationId xmlns:a16="http://schemas.microsoft.com/office/drawing/2014/main" id="{322B3469-BD0B-242A-2B11-8E4BE901CD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55025" y="10212388"/>
            <a:ext cx="520700" cy="881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6000">
                <a:solidFill>
                  <a:srgbClr val="115AA3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3</a:t>
            </a:r>
          </a:p>
        </p:txBody>
      </p:sp>
      <p:sp>
        <p:nvSpPr>
          <p:cNvPr id="21" name="2">
            <a:extLst>
              <a:ext uri="{FF2B5EF4-FFF2-40B4-BE49-F238E27FC236}">
                <a16:creationId xmlns:a16="http://schemas.microsoft.com/office/drawing/2014/main" id="{1EAE9708-C639-B892-6C29-CE9491F001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7788" y="10212388"/>
            <a:ext cx="520700" cy="881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6000">
                <a:solidFill>
                  <a:srgbClr val="115AA3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2</a:t>
            </a:r>
          </a:p>
        </p:txBody>
      </p:sp>
      <p:pic>
        <p:nvPicPr>
          <p:cNvPr id="22" name="2b0643c0c0b5949fdfe730edb3ff8947.psd" descr="2b0643c0c0b5949fdfe730edb3ff8947.psd">
            <a:extLst>
              <a:ext uri="{FF2B5EF4-FFF2-40B4-BE49-F238E27FC236}">
                <a16:creationId xmlns:a16="http://schemas.microsoft.com/office/drawing/2014/main" id="{C36B158F-1B14-FC73-04C2-4BE7E4942C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6050" y="8947150"/>
            <a:ext cx="2854325" cy="285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23" name="Line">
            <a:extLst>
              <a:ext uri="{FF2B5EF4-FFF2-40B4-BE49-F238E27FC236}">
                <a16:creationId xmlns:a16="http://schemas.microsoft.com/office/drawing/2014/main" id="{D6A942D1-91C5-0CC0-93BC-86D637B9AB7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64125" y="8345488"/>
            <a:ext cx="0" cy="3175000"/>
          </a:xfrm>
          <a:prstGeom prst="line">
            <a:avLst/>
          </a:prstGeom>
          <a:noFill/>
          <a:ln w="254000">
            <a:solidFill>
              <a:srgbClr val="FFFFFF">
                <a:alpha val="48627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0959" tIns="60959" rIns="60959" bIns="60959"/>
          <a:lstStyle/>
          <a:p>
            <a:endParaRPr lang="LID4096"/>
          </a:p>
        </p:txBody>
      </p:sp>
      <p:sp>
        <p:nvSpPr>
          <p:cNvPr id="24" name="Line">
            <a:extLst>
              <a:ext uri="{FF2B5EF4-FFF2-40B4-BE49-F238E27FC236}">
                <a16:creationId xmlns:a16="http://schemas.microsoft.com/office/drawing/2014/main" id="{409056D2-301E-3EB1-130E-4514A0E4535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217150" y="8345488"/>
            <a:ext cx="0" cy="3175000"/>
          </a:xfrm>
          <a:prstGeom prst="line">
            <a:avLst/>
          </a:prstGeom>
          <a:noFill/>
          <a:ln w="254000">
            <a:solidFill>
              <a:srgbClr val="FFFFFF">
                <a:alpha val="48627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0959" tIns="60959" rIns="60959" bIns="60959"/>
          <a:lstStyle/>
          <a:p>
            <a:endParaRPr lang="LID4096"/>
          </a:p>
        </p:txBody>
      </p:sp>
      <p:sp>
        <p:nvSpPr>
          <p:cNvPr id="25" name="Line">
            <a:extLst>
              <a:ext uri="{FF2B5EF4-FFF2-40B4-BE49-F238E27FC236}">
                <a16:creationId xmlns:a16="http://schemas.microsoft.com/office/drawing/2014/main" id="{B40F04DE-0CD9-79F8-5D89-54712379B06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5427325" y="8345488"/>
            <a:ext cx="0" cy="3175000"/>
          </a:xfrm>
          <a:prstGeom prst="line">
            <a:avLst/>
          </a:prstGeom>
          <a:noFill/>
          <a:ln w="254000">
            <a:solidFill>
              <a:srgbClr val="FFFFFF">
                <a:alpha val="48627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0959" tIns="60959" rIns="60959" bIns="60959"/>
          <a:lstStyle/>
          <a:p>
            <a:endParaRPr lang="LID4096"/>
          </a:p>
        </p:txBody>
      </p:sp>
      <p:sp>
        <p:nvSpPr>
          <p:cNvPr id="26" name="Line">
            <a:extLst>
              <a:ext uri="{FF2B5EF4-FFF2-40B4-BE49-F238E27FC236}">
                <a16:creationId xmlns:a16="http://schemas.microsoft.com/office/drawing/2014/main" id="{C628C472-8D6E-385D-FBAF-8151303340F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462750" y="8345488"/>
            <a:ext cx="0" cy="3175000"/>
          </a:xfrm>
          <a:prstGeom prst="line">
            <a:avLst/>
          </a:prstGeom>
          <a:noFill/>
          <a:ln w="254000">
            <a:solidFill>
              <a:srgbClr val="FFFFFF">
                <a:alpha val="48627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0959" tIns="60959" rIns="60959" bIns="60959"/>
          <a:lstStyle/>
          <a:p>
            <a:endParaRPr lang="LID4096"/>
          </a:p>
        </p:txBody>
      </p:sp>
      <p:sp>
        <p:nvSpPr>
          <p:cNvPr id="27" name="Kernwaarden">
            <a:extLst>
              <a:ext uri="{FF2B5EF4-FFF2-40B4-BE49-F238E27FC236}">
                <a16:creationId xmlns:a16="http://schemas.microsoft.com/office/drawing/2014/main" id="{39FC9A77-8864-3D4C-77FC-9C3CAEB811AF}"/>
              </a:ext>
            </a:extLst>
          </p:cNvPr>
          <p:cNvSpPr txBox="1"/>
          <p:nvPr/>
        </p:nvSpPr>
        <p:spPr>
          <a:xfrm>
            <a:off x="5735638" y="15875"/>
            <a:ext cx="14379575" cy="2484438"/>
          </a:xfrm>
          <a:prstGeom prst="rect">
            <a:avLst/>
          </a:prstGeom>
          <a:ln w="12700">
            <a:miter lim="400000"/>
          </a:ln>
        </p:spPr>
        <p:txBody>
          <a:bodyPr wrap="none" lIns="60959" tIns="60959" rIns="60959" bIns="60959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152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Kernwaarden</a:t>
            </a:r>
          </a:p>
        </p:txBody>
      </p:sp>
      <p:sp>
        <p:nvSpPr>
          <p:cNvPr id="28" name="Slide Number">
            <a:extLst>
              <a:ext uri="{FF2B5EF4-FFF2-40B4-BE49-F238E27FC236}">
                <a16:creationId xmlns:a16="http://schemas.microsoft.com/office/drawing/2014/main" id="{B6FD4DEE-4CAB-4B6F-80EE-31AEC61A9EE9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BABFF62C-83F6-4F98-ABF6-81086DF7180B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3404548687"/>
      </p:ext>
    </p:extLst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Leeg kopie 5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FG">
            <a:extLst>
              <a:ext uri="{FF2B5EF4-FFF2-40B4-BE49-F238E27FC236}">
                <a16:creationId xmlns:a16="http://schemas.microsoft.com/office/drawing/2014/main" id="{C47D4C48-6D59-6EEE-2B64-490935100E21}"/>
              </a:ext>
            </a:extLst>
          </p:cNvPr>
          <p:cNvSpPr txBox="1"/>
          <p:nvPr/>
        </p:nvSpPr>
        <p:spPr>
          <a:xfrm>
            <a:off x="311150" y="568325"/>
            <a:ext cx="2855913" cy="1409700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9000" b="1" spc="9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BFG</a:t>
            </a:r>
          </a:p>
        </p:txBody>
      </p:sp>
      <p:sp>
        <p:nvSpPr>
          <p:cNvPr id="3" name="Playing style">
            <a:extLst>
              <a:ext uri="{FF2B5EF4-FFF2-40B4-BE49-F238E27FC236}">
                <a16:creationId xmlns:a16="http://schemas.microsoft.com/office/drawing/2014/main" id="{74680F56-928B-A0CC-7D9C-4932772493EB}"/>
              </a:ext>
            </a:extLst>
          </p:cNvPr>
          <p:cNvSpPr txBox="1"/>
          <p:nvPr/>
        </p:nvSpPr>
        <p:spPr>
          <a:xfrm>
            <a:off x="392113" y="358775"/>
            <a:ext cx="2855912" cy="3683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4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Playing style</a:t>
            </a:r>
          </a:p>
        </p:txBody>
      </p:sp>
      <p:sp>
        <p:nvSpPr>
          <p:cNvPr id="4" name="Line">
            <a:extLst>
              <a:ext uri="{FF2B5EF4-FFF2-40B4-BE49-F238E27FC236}">
                <a16:creationId xmlns:a16="http://schemas.microsoft.com/office/drawing/2014/main" id="{FA41A290-C37D-ACA8-ADAE-378077F9142A}"/>
              </a:ext>
            </a:extLst>
          </p:cNvPr>
          <p:cNvSpPr>
            <a:spLocks noChangeShapeType="1"/>
          </p:cNvSpPr>
          <p:nvPr/>
        </p:nvSpPr>
        <p:spPr bwMode="auto">
          <a:xfrm>
            <a:off x="361950" y="1982788"/>
            <a:ext cx="2363788" cy="0"/>
          </a:xfrm>
          <a:prstGeom prst="line">
            <a:avLst/>
          </a:prstGeom>
          <a:noFill/>
          <a:ln w="50800">
            <a:solidFill>
              <a:srgbClr val="AF8B31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71437" tIns="71437" rIns="71437" bIns="71437" anchor="ctr"/>
          <a:lstStyle/>
          <a:p>
            <a:endParaRPr lang="LID4096"/>
          </a:p>
        </p:txBody>
      </p:sp>
      <p:pic>
        <p:nvPicPr>
          <p:cNvPr id="5" name="FC DEN BOSCH LOGO.png" descr="FC DEN BOSCH LOGO.png">
            <a:extLst>
              <a:ext uri="{FF2B5EF4-FFF2-40B4-BE49-F238E27FC236}">
                <a16:creationId xmlns:a16="http://schemas.microsoft.com/office/drawing/2014/main" id="{CF6C5C2D-B663-CA9E-6D93-564FE1C11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" y="2363788"/>
            <a:ext cx="1673225" cy="1673225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</p:pic>
      <p:pic>
        <p:nvPicPr>
          <p:cNvPr id="6" name="geplakte-afbeelding.pdf" descr="geplakte-afbeelding.pdf">
            <a:extLst>
              <a:ext uri="{FF2B5EF4-FFF2-40B4-BE49-F238E27FC236}">
                <a16:creationId xmlns:a16="http://schemas.microsoft.com/office/drawing/2014/main" id="{BBAA3FB5-9924-8BD2-8DF1-55213CEB5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4025" y="12850813"/>
            <a:ext cx="5807075" cy="765175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</p:pic>
      <p:sp>
        <p:nvSpPr>
          <p:cNvPr id="7" name="Slide Number">
            <a:extLst>
              <a:ext uri="{FF2B5EF4-FFF2-40B4-BE49-F238E27FC236}">
                <a16:creationId xmlns:a16="http://schemas.microsoft.com/office/drawing/2014/main" id="{B4CF8A4B-454B-FB4D-CA02-6307F735CC91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1021E4D3-E7DA-4257-8D8F-2ACF6B69EAB7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1233291749"/>
      </p:ext>
    </p:extLst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Achtergrond kopie">
    <p:bg>
      <p:bgPr>
        <a:gradFill rotWithShape="1">
          <a:gsLst>
            <a:gs pos="0">
              <a:srgbClr val="173883"/>
            </a:gs>
            <a:gs pos="100000">
              <a:srgbClr val="0076BA"/>
            </a:gs>
          </a:gsLst>
          <a:lin ang="984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" descr="Afbeelding">
            <a:extLst>
              <a:ext uri="{FF2B5EF4-FFF2-40B4-BE49-F238E27FC236}">
                <a16:creationId xmlns:a16="http://schemas.microsoft.com/office/drawing/2014/main" id="{431E0E46-AE7C-819F-EBB6-CF03AFD9D5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925" y="215900"/>
            <a:ext cx="13520738" cy="1362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3" name="FC DEN BOSCH LOGO.png" descr="FC DEN BOSCH LOGO.png">
            <a:extLst>
              <a:ext uri="{FF2B5EF4-FFF2-40B4-BE49-F238E27FC236}">
                <a16:creationId xmlns:a16="http://schemas.microsoft.com/office/drawing/2014/main" id="{7E55B475-2603-881D-EDA3-47C73AAD63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50" y="11596688"/>
            <a:ext cx="1825625" cy="182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4" name="Afbeelding" descr="Afbeelding">
            <a:extLst>
              <a:ext uri="{FF2B5EF4-FFF2-40B4-BE49-F238E27FC236}">
                <a16:creationId xmlns:a16="http://schemas.microsoft.com/office/drawing/2014/main" id="{C759990E-4294-DBFF-ED90-AB58337C90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43375" y="12358688"/>
            <a:ext cx="7183438" cy="944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5" name="01.+ witFOURTEEN LOGO BLACK WHITE kopie.pdf" descr="01.+ witFOURTEEN LOGO BLACK WHITE kopie.pdf">
            <a:extLst>
              <a:ext uri="{FF2B5EF4-FFF2-40B4-BE49-F238E27FC236}">
                <a16:creationId xmlns:a16="http://schemas.microsoft.com/office/drawing/2014/main" id="{F6A44B84-6161-A607-0EBD-865340D5BF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0988" y="11809413"/>
            <a:ext cx="1825625" cy="1400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6" name="Rectangle">
            <a:extLst>
              <a:ext uri="{FF2B5EF4-FFF2-40B4-BE49-F238E27FC236}">
                <a16:creationId xmlns:a16="http://schemas.microsoft.com/office/drawing/2014/main" id="{E2A8D9E4-6ED8-8B37-BCC3-8F5EA8741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6875" y="8618538"/>
            <a:ext cx="10890250" cy="1270000"/>
          </a:xfrm>
          <a:prstGeom prst="rect">
            <a:avLst/>
          </a:prstGeom>
          <a:solidFill>
            <a:srgbClr val="FFFFFF">
              <a:alpha val="7294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5C3E6B17-3E38-CDC2-6299-0B55352DA919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857DA6F-1C61-4433-BB22-925BB5FCF455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2721811846"/>
      </p:ext>
    </p:extLst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ribbelen met bal (N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D11C4BB8-1E8F-E2F6-8478-CCB2FA41E05A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2203BE2C-AE2D-9E9E-E631-5B25FA3954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48F0581A-EB75-1E6F-9702-0DCAD37190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C8BC40A8-CFA8-27A3-D4D5-1CF7C566E3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AAC0DD2F-182D-B6D0-FDA0-C843C916182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CBD40955-2D81-866D-9B97-85CDC45C0B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Line">
            <a:extLst>
              <a:ext uri="{FF2B5EF4-FFF2-40B4-BE49-F238E27FC236}">
                <a16:creationId xmlns:a16="http://schemas.microsoft.com/office/drawing/2014/main" id="{3932FCBB-D603-B67C-B6A8-1B418DE27D8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F25C3097-744E-5A66-B7B3-1C6A205F6A7C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Hoe beoordelen we dit?</a:t>
            </a:r>
          </a:p>
        </p:txBody>
      </p:sp>
      <p:sp>
        <p:nvSpPr>
          <p:cNvPr id="10" name="Dribbelen…">
            <a:extLst>
              <a:ext uri="{FF2B5EF4-FFF2-40B4-BE49-F238E27FC236}">
                <a16:creationId xmlns:a16="http://schemas.microsoft.com/office/drawing/2014/main" id="{B8D84B92-2DC6-6F39-8668-9E8CBB7C3367}"/>
              </a:ext>
            </a:extLst>
          </p:cNvPr>
          <p:cNvSpPr txBox="1"/>
          <p:nvPr/>
        </p:nvSpPr>
        <p:spPr>
          <a:xfrm>
            <a:off x="19523075" y="215900"/>
            <a:ext cx="22098000" cy="1549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Dribbelen 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 Light"/>
              <a:buNone/>
              <a:defRPr sz="5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50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met bal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198977B3-39FE-B849-4CAF-00F7E671C9DC}"/>
              </a:ext>
            </a:extLst>
          </p:cNvPr>
          <p:cNvSpPr txBox="1"/>
          <p:nvPr/>
        </p:nvSpPr>
        <p:spPr>
          <a:xfrm>
            <a:off x="19854863" y="2338388"/>
            <a:ext cx="4160837" cy="53181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kern="0"/>
              <a:t>"Voorwaarts dribbelen met bal richting de open ruimtes”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7801F7D6-FE75-59BC-23F5-544E5C2A93B6}"/>
              </a:ext>
            </a:extLst>
          </p:cNvPr>
          <p:cNvSpPr txBox="1"/>
          <p:nvPr/>
        </p:nvSpPr>
        <p:spPr>
          <a:xfrm>
            <a:off x="19511963" y="3973513"/>
            <a:ext cx="4721225" cy="2743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Mobiliteit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Controle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Snelheid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Beide benen?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Voorbereiding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Afstand overbruggen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Hoe vaak?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20EDA4CC-7E02-B558-F310-CD875B2B0E4E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04D05DE-0777-4821-A7B5-B23DC3943001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2797110856"/>
      </p:ext>
    </p:extLst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ar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7FEDB520-E91F-9D67-8C01-1F2924CD4347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3" name="Rectangle">
            <a:extLst>
              <a:ext uri="{FF2B5EF4-FFF2-40B4-BE49-F238E27FC236}">
                <a16:creationId xmlns:a16="http://schemas.microsoft.com/office/drawing/2014/main" id="{36488C67-691F-802D-8197-9C2C0ED975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prstGeom prst="rect">
            <a:avLst/>
          </a:prstGeom>
          <a:solidFill>
            <a:srgbClr val="929292">
              <a:alpha val="89803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4" name="Rectangle">
            <a:extLst>
              <a:ext uri="{FF2B5EF4-FFF2-40B4-BE49-F238E27FC236}">
                <a16:creationId xmlns:a16="http://schemas.microsoft.com/office/drawing/2014/main" id="{49CEB7F3-E667-E820-2BE4-E40E45B8F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prstGeom prst="rect">
            <a:avLst/>
          </a:prstGeom>
          <a:solidFill>
            <a:srgbClr val="D5D5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EF6CC338-A2C8-258B-9259-3E3CA91C41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6" name="Line">
            <a:extLst>
              <a:ext uri="{FF2B5EF4-FFF2-40B4-BE49-F238E27FC236}">
                <a16:creationId xmlns:a16="http://schemas.microsoft.com/office/drawing/2014/main" id="{FD06BF22-5022-B3D6-D54B-1D5C587E728E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A17839C4-5FAE-8256-A31A-AAE5818DEB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3100" cy="1370013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  <a:headEnd/>
            <a:tailEnd/>
          </a:ln>
        </p:spPr>
        <p:txBody>
          <a:bodyPr lIns="45719" r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8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879B4FAC-F180-86F6-752D-CE3121D60939}"/>
              </a:ext>
            </a:extLst>
          </p:cNvPr>
          <p:cNvSpPr txBox="1"/>
          <p:nvPr/>
        </p:nvSpPr>
        <p:spPr>
          <a:xfrm>
            <a:off x="19538950" y="3562350"/>
            <a:ext cx="6237288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 b="1" cap="all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How do we asses this?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12ED9BF4-2CD7-DC59-F7B8-0F4798F484DD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0"/>
          </a:xfrm>
          <a:prstGeom prst="line">
            <a:avLst/>
          </a:prstGeom>
          <a:noFill/>
          <a:ln w="25400">
            <a:solidFill>
              <a:srgbClr val="18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pic>
        <p:nvPicPr>
          <p:cNvPr id="10" name="FC DEN BOSCH LOGO.png" descr="FC DEN BOSCH LOGO.png">
            <a:extLst>
              <a:ext uri="{FF2B5EF4-FFF2-40B4-BE49-F238E27FC236}">
                <a16:creationId xmlns:a16="http://schemas.microsoft.com/office/drawing/2014/main" id="{7F3547C4-1BB8-0244-3C35-D2B0D271B0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11" name="Carries">
            <a:extLst>
              <a:ext uri="{FF2B5EF4-FFF2-40B4-BE49-F238E27FC236}">
                <a16:creationId xmlns:a16="http://schemas.microsoft.com/office/drawing/2014/main" id="{F9B8EBA6-C095-A2C3-3A78-9F23CE17EA08}"/>
              </a:ext>
            </a:extLst>
          </p:cNvPr>
          <p:cNvSpPr txBox="1"/>
          <p:nvPr/>
        </p:nvSpPr>
        <p:spPr>
          <a:xfrm>
            <a:off x="19523075" y="1003300"/>
            <a:ext cx="22098000" cy="7620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sz="49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Carries</a:t>
            </a:r>
          </a:p>
        </p:txBody>
      </p:sp>
      <p:sp>
        <p:nvSpPr>
          <p:cNvPr id="12" name="TextBox 30">
            <a:extLst>
              <a:ext uri="{FF2B5EF4-FFF2-40B4-BE49-F238E27FC236}">
                <a16:creationId xmlns:a16="http://schemas.microsoft.com/office/drawing/2014/main" id="{35BA4C3B-984F-A338-BF37-A40110CEAB94}"/>
              </a:ext>
            </a:extLst>
          </p:cNvPr>
          <p:cNvSpPr txBox="1"/>
          <p:nvPr/>
        </p:nvSpPr>
        <p:spPr>
          <a:xfrm>
            <a:off x="19791363" y="2384425"/>
            <a:ext cx="4160837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'"Dribble with the ball resulting in &gt;5m forward displacement”</a:t>
            </a:r>
          </a:p>
        </p:txBody>
      </p:sp>
      <p:sp>
        <p:nvSpPr>
          <p:cNvPr id="13" name="TextBox 31">
            <a:extLst>
              <a:ext uri="{FF2B5EF4-FFF2-40B4-BE49-F238E27FC236}">
                <a16:creationId xmlns:a16="http://schemas.microsoft.com/office/drawing/2014/main" id="{0BCA96D8-91E4-E7C2-1127-4D0DA7B3C5BA}"/>
              </a:ext>
            </a:extLst>
          </p:cNvPr>
          <p:cNvSpPr txBox="1"/>
          <p:nvPr/>
        </p:nvSpPr>
        <p:spPr>
          <a:xfrm>
            <a:off x="19511963" y="3973513"/>
            <a:ext cx="4721225" cy="2438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Mobility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Pace &amp; control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Which leg(s)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Covering distance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Space recognition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Frequency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End result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0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14" name="Slide Number">
            <a:extLst>
              <a:ext uri="{FF2B5EF4-FFF2-40B4-BE49-F238E27FC236}">
                <a16:creationId xmlns:a16="http://schemas.microsoft.com/office/drawing/2014/main" id="{E2F87500-D3A9-E2A1-6F74-D5C9D1250031}"/>
              </a:ext>
            </a:extLst>
          </p:cNvPr>
          <p:cNvSpPr txBox="1"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49C03E3A-60C3-44BF-BF05-C5825D02D54D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  <p:extLst>
      <p:ext uri="{BB962C8B-B14F-4D97-AF65-F5344CB8AC3E}">
        <p14:creationId xmlns:p14="http://schemas.microsoft.com/office/powerpoint/2010/main" val="2127454884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3.ti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1.jpe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1a829d35-5178-35a6-9931-7ccc1d4b5528.jpg" descr="1a829d35-5178-35a6-9931-7ccc1d4b5528.jpg">
            <a:extLst>
              <a:ext uri="{FF2B5EF4-FFF2-40B4-BE49-F238E27FC236}">
                <a16:creationId xmlns:a16="http://schemas.microsoft.com/office/drawing/2014/main" id="{7FEDB675-8670-B38E-09DE-2E7ED290AC39}"/>
              </a:ext>
            </a:extLst>
          </p:cNvPr>
          <p:cNvPicPr>
            <a:picLocks noChangeArrowheads="1"/>
          </p:cNvPicPr>
          <p:nvPr/>
        </p:nvPicPr>
        <p:blipFill>
          <a:blip r:embed="rId3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" b="20"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1027" name="Rectangle">
            <a:extLst>
              <a:ext uri="{FF2B5EF4-FFF2-40B4-BE49-F238E27FC236}">
                <a16:creationId xmlns:a16="http://schemas.microsoft.com/office/drawing/2014/main" id="{B1B52B30-5365-4557-2625-288D17FB97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-76200" y="-134938"/>
            <a:ext cx="24536400" cy="1282701"/>
          </a:xfrm>
          <a:prstGeom prst="rect">
            <a:avLst/>
          </a:prstGeom>
          <a:solidFill>
            <a:srgbClr val="173883">
              <a:alpha val="4745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1028" name="Line">
            <a:extLst>
              <a:ext uri="{FF2B5EF4-FFF2-40B4-BE49-F238E27FC236}">
                <a16:creationId xmlns:a16="http://schemas.microsoft.com/office/drawing/2014/main" id="{0D22E70E-310D-0710-47C4-EB5447C57BD3}"/>
              </a:ext>
            </a:extLst>
          </p:cNvPr>
          <p:cNvSpPr>
            <a:spLocks noChangeShapeType="1"/>
          </p:cNvSpPr>
          <p:nvPr/>
        </p:nvSpPr>
        <p:spPr bwMode="auto">
          <a:xfrm>
            <a:off x="-257175" y="1168400"/>
            <a:ext cx="24898350" cy="0"/>
          </a:xfrm>
          <a:prstGeom prst="line">
            <a:avLst/>
          </a:prstGeom>
          <a:noFill/>
          <a:ln w="1016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029" name="Line">
            <a:extLst>
              <a:ext uri="{FF2B5EF4-FFF2-40B4-BE49-F238E27FC236}">
                <a16:creationId xmlns:a16="http://schemas.microsoft.com/office/drawing/2014/main" id="{71EDD7CD-6876-D688-193F-E9C80F933DE1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9675" y="5089525"/>
            <a:ext cx="15568613" cy="0"/>
          </a:xfrm>
          <a:prstGeom prst="line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pic>
        <p:nvPicPr>
          <p:cNvPr id="6" name="FC DEN BOSCH LOGO.png" descr="FC DEN BOSCH LOGO.png">
            <a:extLst>
              <a:ext uri="{FF2B5EF4-FFF2-40B4-BE49-F238E27FC236}">
                <a16:creationId xmlns:a16="http://schemas.microsoft.com/office/drawing/2014/main" id="{84E1292F-EC61-3E3B-4236-8C06FC9E7639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blurRad="139700" dist="148130" dir="5400000" rotWithShape="0">
              <a:srgbClr val="000000">
                <a:alpha val="50000"/>
              </a:srgbClr>
            </a:outerShdw>
            <a:reflection stA="50000" endPos="40000" dir="5400000" sy="-100000" algn="bl" rotWithShape="0"/>
          </a:effectLst>
        </p:spPr>
      </p:pic>
      <p:sp>
        <p:nvSpPr>
          <p:cNvPr id="7" name="Rectangle">
            <a:extLst>
              <a:ext uri="{FF2B5EF4-FFF2-40B4-BE49-F238E27FC236}">
                <a16:creationId xmlns:a16="http://schemas.microsoft.com/office/drawing/2014/main" id="{A4BC1500-927F-04DB-C062-212FF525BED8}"/>
              </a:ext>
            </a:extLst>
          </p:cNvPr>
          <p:cNvSpPr/>
          <p:nvPr/>
        </p:nvSpPr>
        <p:spPr>
          <a:xfrm>
            <a:off x="2628900" y="3340100"/>
            <a:ext cx="4425950" cy="1058863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blurRad="50800" dist="54254" dir="2156317" rotWithShape="0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B427647-97EF-8D94-9BC1-76247AEBE95B}"/>
              </a:ext>
            </a:extLst>
          </p:cNvPr>
          <p:cNvSpPr txBox="1"/>
          <p:nvPr/>
        </p:nvSpPr>
        <p:spPr>
          <a:xfrm>
            <a:off x="2582863" y="3613150"/>
            <a:ext cx="4479925" cy="5127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FOOTBALL</a:t>
            </a:r>
          </a:p>
        </p:txBody>
      </p:sp>
      <p:sp>
        <p:nvSpPr>
          <p:cNvPr id="9" name="Rectangle">
            <a:extLst>
              <a:ext uri="{FF2B5EF4-FFF2-40B4-BE49-F238E27FC236}">
                <a16:creationId xmlns:a16="http://schemas.microsoft.com/office/drawing/2014/main" id="{8006D73C-3B2E-71C0-2ABD-C4F07151D586}"/>
              </a:ext>
            </a:extLst>
          </p:cNvPr>
          <p:cNvSpPr/>
          <p:nvPr/>
        </p:nvSpPr>
        <p:spPr>
          <a:xfrm>
            <a:off x="7481888" y="3340100"/>
            <a:ext cx="4425950" cy="1058863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blurRad="50800" dist="54254" dir="2156317" rotWithShape="0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" name="Rectangle">
            <a:extLst>
              <a:ext uri="{FF2B5EF4-FFF2-40B4-BE49-F238E27FC236}">
                <a16:creationId xmlns:a16="http://schemas.microsoft.com/office/drawing/2014/main" id="{DE5E4872-9D21-A272-D009-539960A476CE}"/>
              </a:ext>
            </a:extLst>
          </p:cNvPr>
          <p:cNvSpPr/>
          <p:nvPr/>
        </p:nvSpPr>
        <p:spPr>
          <a:xfrm>
            <a:off x="12393613" y="3340100"/>
            <a:ext cx="4425950" cy="1058863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blurRad="50800" dist="54254" dir="2156317" rotWithShape="0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1035" name="Group">
            <a:extLst>
              <a:ext uri="{FF2B5EF4-FFF2-40B4-BE49-F238E27FC236}">
                <a16:creationId xmlns:a16="http://schemas.microsoft.com/office/drawing/2014/main" id="{0791EF78-42F7-87B7-E056-078561670ECC}"/>
              </a:ext>
            </a:extLst>
          </p:cNvPr>
          <p:cNvGrpSpPr>
            <a:grpSpLocks/>
          </p:cNvGrpSpPr>
          <p:nvPr/>
        </p:nvGrpSpPr>
        <p:grpSpPr bwMode="auto">
          <a:xfrm>
            <a:off x="18383250" y="3832225"/>
            <a:ext cx="4746625" cy="7153275"/>
            <a:chOff x="0" y="0"/>
            <a:chExt cx="4746646" cy="7153726"/>
          </a:xfrm>
        </p:grpSpPr>
        <p:sp>
          <p:nvSpPr>
            <p:cNvPr id="11" name="Rounded Rectangle">
              <a:extLst>
                <a:ext uri="{FF2B5EF4-FFF2-40B4-BE49-F238E27FC236}">
                  <a16:creationId xmlns:a16="http://schemas.microsoft.com/office/drawing/2014/main" id="{A49B98C4-D93A-D6D3-83E8-FA47B2B96515}"/>
                </a:ext>
              </a:extLst>
            </p:cNvPr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blurRad="139700" dist="148130" dir="5400000" rotWithShape="0">
                <a:srgbClr val="000000">
                  <a:alpha val="50000"/>
                </a:srgbClr>
              </a:outerShdw>
              <a:reflection stA="50000" endPos="40000" dir="5400000" sy="-100000" algn="bl" rotWithShape="0"/>
            </a:effectLst>
          </p:spPr>
          <p:txBody>
            <a:bodyPr lIns="71437" tIns="71437" rIns="71437" bIns="71437" anchor="ctr"/>
            <a:lstStyle/>
            <a:p>
              <a:pPr algn="ctr" defTabSz="821531" eaLnBrk="1" fontAlgn="auto">
                <a:spcBef>
                  <a:spcPts val="0"/>
                </a:spcBef>
                <a:spcAft>
                  <a:spcPts val="0"/>
                </a:spcAft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3600" kern="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endParaRPr>
            </a:p>
          </p:txBody>
        </p:sp>
        <p:pic>
          <p:nvPicPr>
            <p:cNvPr id="12" name="Image" descr="Image">
              <a:extLst>
                <a:ext uri="{FF2B5EF4-FFF2-40B4-BE49-F238E27FC236}">
                  <a16:creationId xmlns:a16="http://schemas.microsoft.com/office/drawing/2014/main" id="{6E50F3ED-491A-0B93-8A35-18C1AE43E0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alphaModFix amt="79311"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4" name="Freeform 7">
            <a:extLst>
              <a:ext uri="{FF2B5EF4-FFF2-40B4-BE49-F238E27FC236}">
                <a16:creationId xmlns:a16="http://schemas.microsoft.com/office/drawing/2014/main" id="{B59B6AD9-EF39-28F7-F3B1-C47854C83C58}"/>
              </a:ext>
            </a:extLst>
          </p:cNvPr>
          <p:cNvSpPr/>
          <p:nvPr/>
        </p:nvSpPr>
        <p:spPr>
          <a:xfrm>
            <a:off x="2663825" y="5924550"/>
            <a:ext cx="4443413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A4DA1A8F-E684-6FD4-7118-4558D9CAC91B}"/>
              </a:ext>
            </a:extLst>
          </p:cNvPr>
          <p:cNvSpPr/>
          <p:nvPr/>
        </p:nvSpPr>
        <p:spPr>
          <a:xfrm>
            <a:off x="2663825" y="6988175"/>
            <a:ext cx="4443413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BE7F4478-E159-7C39-58E8-55E63E5A29FA}"/>
              </a:ext>
            </a:extLst>
          </p:cNvPr>
          <p:cNvSpPr/>
          <p:nvPr/>
        </p:nvSpPr>
        <p:spPr>
          <a:xfrm>
            <a:off x="2663825" y="9725025"/>
            <a:ext cx="4443413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Freeform 7">
            <a:extLst>
              <a:ext uri="{FF2B5EF4-FFF2-40B4-BE49-F238E27FC236}">
                <a16:creationId xmlns:a16="http://schemas.microsoft.com/office/drawing/2014/main" id="{A55ED534-2DA6-B2D9-6B95-4E2994F23B6F}"/>
              </a:ext>
            </a:extLst>
          </p:cNvPr>
          <p:cNvSpPr/>
          <p:nvPr/>
        </p:nvSpPr>
        <p:spPr>
          <a:xfrm>
            <a:off x="2663825" y="10788650"/>
            <a:ext cx="4443413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" name="Line">
            <a:extLst>
              <a:ext uri="{FF2B5EF4-FFF2-40B4-BE49-F238E27FC236}">
                <a16:creationId xmlns:a16="http://schemas.microsoft.com/office/drawing/2014/main" id="{E0799770-106A-607F-F69C-0411E802CA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4125" y="8809038"/>
            <a:ext cx="15570200" cy="0"/>
          </a:xfrm>
          <a:prstGeom prst="line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19" name="Freeform 7">
            <a:extLst>
              <a:ext uri="{FF2B5EF4-FFF2-40B4-BE49-F238E27FC236}">
                <a16:creationId xmlns:a16="http://schemas.microsoft.com/office/drawing/2014/main" id="{7163AE4B-507B-802C-0F50-1BAB77AB6E22}"/>
              </a:ext>
            </a:extLst>
          </p:cNvPr>
          <p:cNvSpPr/>
          <p:nvPr/>
        </p:nvSpPr>
        <p:spPr>
          <a:xfrm>
            <a:off x="7553325" y="5924550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Freeform 7">
            <a:extLst>
              <a:ext uri="{FF2B5EF4-FFF2-40B4-BE49-F238E27FC236}">
                <a16:creationId xmlns:a16="http://schemas.microsoft.com/office/drawing/2014/main" id="{C464868A-678C-468D-FE46-DCD8F777421C}"/>
              </a:ext>
            </a:extLst>
          </p:cNvPr>
          <p:cNvSpPr/>
          <p:nvPr/>
        </p:nvSpPr>
        <p:spPr>
          <a:xfrm>
            <a:off x="7553325" y="6988175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Freeform 7">
            <a:extLst>
              <a:ext uri="{FF2B5EF4-FFF2-40B4-BE49-F238E27FC236}">
                <a16:creationId xmlns:a16="http://schemas.microsoft.com/office/drawing/2014/main" id="{BB4ACECB-FE61-D035-9CFC-DED5D05A5B60}"/>
              </a:ext>
            </a:extLst>
          </p:cNvPr>
          <p:cNvSpPr/>
          <p:nvPr/>
        </p:nvSpPr>
        <p:spPr>
          <a:xfrm>
            <a:off x="7553325" y="9725025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DE0D17AD-C2DB-65D6-F48E-F6BCB236939E}"/>
              </a:ext>
            </a:extLst>
          </p:cNvPr>
          <p:cNvSpPr/>
          <p:nvPr/>
        </p:nvSpPr>
        <p:spPr>
          <a:xfrm>
            <a:off x="7553325" y="10788650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Freeform 7">
            <a:extLst>
              <a:ext uri="{FF2B5EF4-FFF2-40B4-BE49-F238E27FC236}">
                <a16:creationId xmlns:a16="http://schemas.microsoft.com/office/drawing/2014/main" id="{48DAA8B5-8E45-08F6-8F48-3D472CF34010}"/>
              </a:ext>
            </a:extLst>
          </p:cNvPr>
          <p:cNvSpPr/>
          <p:nvPr/>
        </p:nvSpPr>
        <p:spPr>
          <a:xfrm>
            <a:off x="12385675" y="5924550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Freeform 7">
            <a:extLst>
              <a:ext uri="{FF2B5EF4-FFF2-40B4-BE49-F238E27FC236}">
                <a16:creationId xmlns:a16="http://schemas.microsoft.com/office/drawing/2014/main" id="{8D8CDC26-98A8-B47D-CF7F-60146DF19125}"/>
              </a:ext>
            </a:extLst>
          </p:cNvPr>
          <p:cNvSpPr/>
          <p:nvPr/>
        </p:nvSpPr>
        <p:spPr>
          <a:xfrm>
            <a:off x="12385675" y="6988175"/>
            <a:ext cx="4441825" cy="8810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Freeform 7">
            <a:extLst>
              <a:ext uri="{FF2B5EF4-FFF2-40B4-BE49-F238E27FC236}">
                <a16:creationId xmlns:a16="http://schemas.microsoft.com/office/drawing/2014/main" id="{067345DE-73D3-3D07-36C2-A65EB54B8357}"/>
              </a:ext>
            </a:extLst>
          </p:cNvPr>
          <p:cNvSpPr/>
          <p:nvPr/>
        </p:nvSpPr>
        <p:spPr>
          <a:xfrm>
            <a:off x="12385675" y="9725025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85C5B2EF-D53C-E778-E0BF-44F0DCE1E70D}"/>
              </a:ext>
            </a:extLst>
          </p:cNvPr>
          <p:cNvSpPr/>
          <p:nvPr/>
        </p:nvSpPr>
        <p:spPr>
          <a:xfrm>
            <a:off x="12385675" y="10788650"/>
            <a:ext cx="4441825" cy="879475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 sz="18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TextBox 8">
            <a:extLst>
              <a:ext uri="{FF2B5EF4-FFF2-40B4-BE49-F238E27FC236}">
                <a16:creationId xmlns:a16="http://schemas.microsoft.com/office/drawing/2014/main" id="{59E25A4E-3C1E-FF2A-8CF7-E29F4191224B}"/>
              </a:ext>
            </a:extLst>
          </p:cNvPr>
          <p:cNvSpPr txBox="1"/>
          <p:nvPr/>
        </p:nvSpPr>
        <p:spPr>
          <a:xfrm rot="16200000">
            <a:off x="-234156" y="6557169"/>
            <a:ext cx="3771900" cy="75406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46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NEEDS</a:t>
            </a: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A5C78CB6-0E13-5618-54AD-D3CE8DBC27D7}"/>
              </a:ext>
            </a:extLst>
          </p:cNvPr>
          <p:cNvSpPr txBox="1"/>
          <p:nvPr/>
        </p:nvSpPr>
        <p:spPr>
          <a:xfrm rot="16200000">
            <a:off x="-236538" y="10309226"/>
            <a:ext cx="3776663" cy="75406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46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PREFENCES</a:t>
            </a:r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5B847A2F-C99A-843A-622F-CBC615D5EC42}"/>
              </a:ext>
            </a:extLst>
          </p:cNvPr>
          <p:cNvSpPr txBox="1"/>
          <p:nvPr/>
        </p:nvSpPr>
        <p:spPr>
          <a:xfrm>
            <a:off x="7488238" y="3613150"/>
            <a:ext cx="4481512" cy="5127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physical</a:t>
            </a:r>
          </a:p>
        </p:txBody>
      </p:sp>
      <p:sp>
        <p:nvSpPr>
          <p:cNvPr id="30" name="TextBox 8">
            <a:extLst>
              <a:ext uri="{FF2B5EF4-FFF2-40B4-BE49-F238E27FC236}">
                <a16:creationId xmlns:a16="http://schemas.microsoft.com/office/drawing/2014/main" id="{A5560CFC-D9CC-E871-333F-E27AABF2F077}"/>
              </a:ext>
            </a:extLst>
          </p:cNvPr>
          <p:cNvSpPr txBox="1"/>
          <p:nvPr/>
        </p:nvSpPr>
        <p:spPr>
          <a:xfrm>
            <a:off x="12392025" y="3613150"/>
            <a:ext cx="4481513" cy="5127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PERSONALITY</a:t>
            </a:r>
          </a:p>
        </p:txBody>
      </p:sp>
      <p:sp>
        <p:nvSpPr>
          <p:cNvPr id="1053" name="Line">
            <a:extLst>
              <a:ext uri="{FF2B5EF4-FFF2-40B4-BE49-F238E27FC236}">
                <a16:creationId xmlns:a16="http://schemas.microsoft.com/office/drawing/2014/main" id="{63016BD1-0167-44D0-8FD5-C6226D4D4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4125" y="12561888"/>
            <a:ext cx="15570200" cy="0"/>
          </a:xfrm>
          <a:prstGeom prst="line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50800" tIns="50800" rIns="50800" bIns="50800" anchor="ctr"/>
          <a:lstStyle/>
          <a:p>
            <a:endParaRPr lang="LID4096"/>
          </a:p>
        </p:txBody>
      </p:sp>
      <p:sp>
        <p:nvSpPr>
          <p:cNvPr id="32" name="Naam dia">
            <a:extLst>
              <a:ext uri="{FF2B5EF4-FFF2-40B4-BE49-F238E27FC236}">
                <a16:creationId xmlns:a16="http://schemas.microsoft.com/office/drawing/2014/main" id="{7CB39E28-790F-F647-9C0B-3565A2F83433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10477500" cy="1435100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>
            <a:normAutofit/>
          </a:bodyPr>
          <a:lstStyle/>
          <a:p>
            <a:r>
              <a:t>Naam dia</a:t>
            </a:r>
          </a:p>
        </p:txBody>
      </p:sp>
      <p:sp>
        <p:nvSpPr>
          <p:cNvPr id="1055" name="Body Level One…">
            <a:extLst>
              <a:ext uri="{FF2B5EF4-FFF2-40B4-BE49-F238E27FC236}">
                <a16:creationId xmlns:a16="http://schemas.microsoft.com/office/drawing/2014/main" id="{9A5A7504-3363-E5E3-6E49-5E0997AE8317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06500" y="4248150"/>
            <a:ext cx="10477500" cy="8256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LID4096" altLang="LID4096">
                <a:sym typeface="Helvetica Neue" charset="0"/>
              </a:rPr>
              <a:t>Dia-opsommingstekst</a:t>
            </a:r>
          </a:p>
          <a:p>
            <a:pPr lvl="1"/>
            <a:endParaRPr lang="LID4096" altLang="LID4096">
              <a:sym typeface="Helvetica Neue" charset="0"/>
            </a:endParaRPr>
          </a:p>
          <a:p>
            <a:pPr lvl="2"/>
            <a:endParaRPr lang="LID4096" altLang="LID4096">
              <a:sym typeface="Helvetica Neue" charset="0"/>
            </a:endParaRPr>
          </a:p>
          <a:p>
            <a:pPr lvl="3"/>
            <a:endParaRPr lang="LID4096" altLang="LID4096">
              <a:sym typeface="Helvetica Neue" charset="0"/>
            </a:endParaRPr>
          </a:p>
          <a:p>
            <a:pPr lvl="4"/>
            <a:endParaRPr lang="LID4096" altLang="LID4096">
              <a:sym typeface="Helvetica Neue" charset="0"/>
            </a:endParaRPr>
          </a:p>
        </p:txBody>
      </p:sp>
      <p:sp>
        <p:nvSpPr>
          <p:cNvPr id="1056" name="Slide Number">
            <a:extLst>
              <a:ext uri="{FF2B5EF4-FFF2-40B4-BE49-F238E27FC236}">
                <a16:creationId xmlns:a16="http://schemas.microsoft.com/office/drawing/2014/main" id="{0A5C40EF-C4C6-8051-B6CE-0A19A6F11364}"/>
              </a:ext>
            </a:extLst>
          </p:cNvPr>
          <p:cNvSpPr txBox="1">
            <a:spLocks noGrp="1" noChangeArrowheads="1"/>
          </p:cNvSpPr>
          <p:nvPr>
            <p:ph type="sldNum" sz="quarter" idx="2"/>
          </p:nvPr>
        </p:nvSpPr>
        <p:spPr bwMode="auto">
          <a:xfrm>
            <a:off x="12001500" y="13081000"/>
            <a:ext cx="368300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vert="horz" wrap="none" lIns="50800" tIns="50800" rIns="50800" bIns="50800" numCol="1" anchor="b" anchorCtr="0" compatLnSpc="1">
            <a:prstTxWarp prst="textNoShape">
              <a:avLst/>
            </a:prstTxWarp>
            <a:spAutoFit/>
          </a:bodyPr>
          <a:lstStyle>
            <a:lvl1pPr algn="ctr" defTabSz="584200" eaLnBrk="1">
              <a:defRPr sz="1800"/>
            </a:lvl1pPr>
          </a:lstStyle>
          <a:p>
            <a:fld id="{0DFD88BF-3CFA-44ED-87FF-9A5A265589FF}" type="slidenum">
              <a:rPr lang="LID4096" altLang="LID4096"/>
              <a:pPr/>
              <a:t>‹#›</a:t>
            </a:fld>
            <a:endParaRPr lang="LID4096" altLang="LID4096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  <p:sldLayoutId id="2147483730" r:id="rId17"/>
    <p:sldLayoutId id="2147483731" r:id="rId18"/>
    <p:sldLayoutId id="2147483732" r:id="rId19"/>
    <p:sldLayoutId id="2147483733" r:id="rId20"/>
    <p:sldLayoutId id="2147483734" r:id="rId21"/>
    <p:sldLayoutId id="2147483735" r:id="rId22"/>
    <p:sldLayoutId id="2147483736" r:id="rId23"/>
    <p:sldLayoutId id="2147483737" r:id="rId24"/>
    <p:sldLayoutId id="2147483738" r:id="rId25"/>
    <p:sldLayoutId id="2147483739" r:id="rId26"/>
    <p:sldLayoutId id="2147483740" r:id="rId27"/>
    <p:sldLayoutId id="2147483741" r:id="rId28"/>
    <p:sldLayoutId id="2147483742" r:id="rId29"/>
    <p:sldLayoutId id="2147483743" r:id="rId30"/>
    <p:sldLayoutId id="2147483744" r:id="rId31"/>
    <p:sldLayoutId id="2147483745" r:id="rId32"/>
    <p:sldLayoutId id="2147483746" r:id="rId33"/>
  </p:sldLayoutIdLst>
  <p:transition spd="med"/>
  <p:txStyles>
    <p:titleStyle>
      <a:lvl1pPr algn="l" defTabSz="2436813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8500" b="1" spc="-17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1pPr>
      <a:lvl2pPr algn="l" defTabSz="2436813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8500" b="1" spc="-17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2pPr>
      <a:lvl3pPr algn="l" defTabSz="2436813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8500" b="1" spc="-17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3pPr>
      <a:lvl4pPr algn="l" defTabSz="2436813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8500" b="1" spc="-17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4pPr>
      <a:lvl5pPr algn="l" defTabSz="2436813" rtl="0" eaLnBrk="0" fontAlgn="base" hangingPunct="0">
        <a:lnSpc>
          <a:spcPct val="80000"/>
        </a:lnSpc>
        <a:spcBef>
          <a:spcPct val="0"/>
        </a:spcBef>
        <a:spcAft>
          <a:spcPct val="0"/>
        </a:spcAft>
        <a:defRPr sz="8500" b="1" spc="-17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indent="-609600" algn="l" defTabSz="2436813" rtl="0" eaLnBrk="0" fontAlgn="base" hangingPunct="0">
        <a:lnSpc>
          <a:spcPct val="90000"/>
        </a:lnSpc>
        <a:spcBef>
          <a:spcPts val="4500"/>
        </a:spcBef>
        <a:spcAft>
          <a:spcPct val="0"/>
        </a:spcAft>
        <a:buSzPct val="123000"/>
        <a:buChar char="•"/>
        <a:defRPr sz="480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1pPr>
      <a:lvl2pPr marL="1219200" indent="-609600" algn="l" defTabSz="2436813" rtl="0" eaLnBrk="0" fontAlgn="base" hangingPunct="0">
        <a:lnSpc>
          <a:spcPct val="90000"/>
        </a:lnSpc>
        <a:spcBef>
          <a:spcPts val="4500"/>
        </a:spcBef>
        <a:spcAft>
          <a:spcPct val="0"/>
        </a:spcAft>
        <a:buSzPct val="123000"/>
        <a:buChar char="•"/>
        <a:defRPr sz="480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2pPr>
      <a:lvl3pPr marL="1828800" indent="-609600" algn="l" defTabSz="2436813" rtl="0" eaLnBrk="0" fontAlgn="base" hangingPunct="0">
        <a:lnSpc>
          <a:spcPct val="90000"/>
        </a:lnSpc>
        <a:spcBef>
          <a:spcPts val="4500"/>
        </a:spcBef>
        <a:spcAft>
          <a:spcPct val="0"/>
        </a:spcAft>
        <a:buSzPct val="123000"/>
        <a:buChar char="•"/>
        <a:defRPr sz="480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3pPr>
      <a:lvl4pPr marL="2438400" indent="-609600" algn="l" defTabSz="2436813" rtl="0" eaLnBrk="0" fontAlgn="base" hangingPunct="0">
        <a:lnSpc>
          <a:spcPct val="90000"/>
        </a:lnSpc>
        <a:spcBef>
          <a:spcPts val="4500"/>
        </a:spcBef>
        <a:spcAft>
          <a:spcPct val="0"/>
        </a:spcAft>
        <a:buSzPct val="123000"/>
        <a:buChar char="•"/>
        <a:defRPr sz="480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4pPr>
      <a:lvl5pPr marL="3048000" indent="-609600" algn="l" defTabSz="2436813" rtl="0" eaLnBrk="0" fontAlgn="base" hangingPunct="0">
        <a:lnSpc>
          <a:spcPct val="90000"/>
        </a:lnSpc>
        <a:spcBef>
          <a:spcPts val="4500"/>
        </a:spcBef>
        <a:spcAft>
          <a:spcPct val="0"/>
        </a:spcAft>
        <a:buSzPct val="123000"/>
        <a:buChar char="•"/>
        <a:defRPr sz="4800">
          <a:solidFill>
            <a:srgbClr val="000000"/>
          </a:solidFill>
          <a:latin typeface="+mn-lt"/>
          <a:ea typeface="+mn-ea"/>
          <a:cs typeface="+mn-cs"/>
          <a:sym typeface="Helvetica Neue" charset="0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recruitment.scisports.app/" TargetMode="Externa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" Target="slide6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11">
            <a:extLst>
              <a:ext uri="{FF2B5EF4-FFF2-40B4-BE49-F238E27FC236}">
                <a16:creationId xmlns:a16="http://schemas.microsoft.com/office/drawing/2014/main" id="{ECD45C0D-0161-723C-E4FE-D98332CF9C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36988" y="4033838"/>
            <a:ext cx="528637" cy="54768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11</a:t>
            </a:r>
          </a:p>
        </p:txBody>
      </p:sp>
      <p:sp>
        <p:nvSpPr>
          <p:cNvPr id="35843" name="7">
            <a:extLst>
              <a:ext uri="{FF2B5EF4-FFF2-40B4-BE49-F238E27FC236}">
                <a16:creationId xmlns:a16="http://schemas.microsoft.com/office/drawing/2014/main" id="{83A65618-EE16-187F-1B44-279493D960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35688" y="4033838"/>
            <a:ext cx="527050" cy="54768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7</a:t>
            </a:r>
          </a:p>
        </p:txBody>
      </p:sp>
      <p:sp>
        <p:nvSpPr>
          <p:cNvPr id="35844" name="5">
            <a:extLst>
              <a:ext uri="{FF2B5EF4-FFF2-40B4-BE49-F238E27FC236}">
                <a16:creationId xmlns:a16="http://schemas.microsoft.com/office/drawing/2014/main" id="{CEEAE2C2-A860-206E-6CB4-BC5769B1D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0788" y="6494463"/>
            <a:ext cx="528637" cy="54768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5</a:t>
            </a:r>
          </a:p>
        </p:txBody>
      </p:sp>
      <p:sp>
        <p:nvSpPr>
          <p:cNvPr id="35845" name="2">
            <a:extLst>
              <a:ext uri="{FF2B5EF4-FFF2-40B4-BE49-F238E27FC236}">
                <a16:creationId xmlns:a16="http://schemas.microsoft.com/office/drawing/2014/main" id="{B03112A4-0E8B-357B-FA42-B61A322005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37288" y="6494463"/>
            <a:ext cx="527050" cy="54768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2</a:t>
            </a:r>
          </a:p>
        </p:txBody>
      </p:sp>
      <p:sp>
        <p:nvSpPr>
          <p:cNvPr id="35846" name="4">
            <a:extLst>
              <a:ext uri="{FF2B5EF4-FFF2-40B4-BE49-F238E27FC236}">
                <a16:creationId xmlns:a16="http://schemas.microsoft.com/office/drawing/2014/main" id="{C3D583D9-9E7C-D465-2FDD-1E9C640EB2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27538" y="6943725"/>
            <a:ext cx="527050" cy="54768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4</a:t>
            </a:r>
          </a:p>
        </p:txBody>
      </p:sp>
      <p:sp>
        <p:nvSpPr>
          <p:cNvPr id="35847" name="3">
            <a:extLst>
              <a:ext uri="{FF2B5EF4-FFF2-40B4-BE49-F238E27FC236}">
                <a16:creationId xmlns:a16="http://schemas.microsoft.com/office/drawing/2014/main" id="{80E30106-005E-50A1-DF20-E916FA5FFE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48313" y="6943725"/>
            <a:ext cx="527050" cy="54768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3</a:t>
            </a:r>
          </a:p>
        </p:txBody>
      </p:sp>
      <p:sp>
        <p:nvSpPr>
          <p:cNvPr id="35848" name="1">
            <a:extLst>
              <a:ext uri="{FF2B5EF4-FFF2-40B4-BE49-F238E27FC236}">
                <a16:creationId xmlns:a16="http://schemas.microsoft.com/office/drawing/2014/main" id="{84025C42-53CE-C6AA-6D77-F605BCDAF1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86338" y="7634288"/>
            <a:ext cx="527050" cy="54768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1</a:t>
            </a:r>
          </a:p>
        </p:txBody>
      </p:sp>
      <p:sp>
        <p:nvSpPr>
          <p:cNvPr id="35849" name="9">
            <a:extLst>
              <a:ext uri="{FF2B5EF4-FFF2-40B4-BE49-F238E27FC236}">
                <a16:creationId xmlns:a16="http://schemas.microsoft.com/office/drawing/2014/main" id="{A7D47FF1-4041-DB81-A428-97369792BF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86338" y="3565525"/>
            <a:ext cx="527050" cy="54768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9</a:t>
            </a:r>
          </a:p>
        </p:txBody>
      </p:sp>
      <p:sp>
        <p:nvSpPr>
          <p:cNvPr id="35850" name="10">
            <a:extLst>
              <a:ext uri="{FF2B5EF4-FFF2-40B4-BE49-F238E27FC236}">
                <a16:creationId xmlns:a16="http://schemas.microsoft.com/office/drawing/2014/main" id="{4F723B89-6EB6-C754-F2B0-28403D982F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1938" y="4945063"/>
            <a:ext cx="527050" cy="54768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10</a:t>
            </a:r>
          </a:p>
        </p:txBody>
      </p:sp>
      <p:sp>
        <p:nvSpPr>
          <p:cNvPr id="35851" name="8">
            <a:extLst>
              <a:ext uri="{FF2B5EF4-FFF2-40B4-BE49-F238E27FC236}">
                <a16:creationId xmlns:a16="http://schemas.microsoft.com/office/drawing/2014/main" id="{7A4F3AC9-F040-783D-0F4E-6FAD9FFD51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29138" y="5338763"/>
            <a:ext cx="527050" cy="54768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19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8</a:t>
            </a:r>
          </a:p>
        </p:txBody>
      </p:sp>
      <p:sp>
        <p:nvSpPr>
          <p:cNvPr id="742" name="6">
            <a:extLst>
              <a:ext uri="{FF2B5EF4-FFF2-40B4-BE49-F238E27FC236}">
                <a16:creationId xmlns:a16="http://schemas.microsoft.com/office/drawing/2014/main" id="{8903B84F-2992-E22E-97AD-E5C1ADF24681}"/>
              </a:ext>
            </a:extLst>
          </p:cNvPr>
          <p:cNvSpPr/>
          <p:nvPr/>
        </p:nvSpPr>
        <p:spPr>
          <a:xfrm>
            <a:off x="17867313" y="5899150"/>
            <a:ext cx="527050" cy="547688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000000"/>
            </a:solidFill>
            <a:miter lim="400000"/>
          </a:ln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6</a:t>
            </a:r>
          </a:p>
        </p:txBody>
      </p:sp>
      <p:sp>
        <p:nvSpPr>
          <p:cNvPr id="743" name="TextBox 28">
            <a:extLst>
              <a:ext uri="{FF2B5EF4-FFF2-40B4-BE49-F238E27FC236}">
                <a16:creationId xmlns:a16="http://schemas.microsoft.com/office/drawing/2014/main" id="{C508AA87-515F-F7F5-0492-2D193C80A36B}"/>
              </a:ext>
            </a:extLst>
          </p:cNvPr>
          <p:cNvSpPr txBox="1"/>
          <p:nvPr/>
        </p:nvSpPr>
        <p:spPr>
          <a:xfrm>
            <a:off x="13106400" y="7643813"/>
            <a:ext cx="1947863" cy="110490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 eaLnBrk="1" fontAlgn="auto">
              <a:spcBef>
                <a:spcPts val="0"/>
              </a:spcBef>
              <a:spcAft>
                <a:spcPts val="0"/>
              </a:spcAft>
              <a:defRPr sz="6400" cap="all">
                <a:solidFill>
                  <a:srgbClr val="2769C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sz="6400" kern="0" cap="all">
              <a:solidFill>
                <a:srgbClr val="2769C3"/>
              </a:solidFill>
              <a:latin typeface="Avenir Next Regular"/>
              <a:ea typeface="Avenir Next Regular"/>
              <a:cs typeface="Avenir Next Regular"/>
              <a:sym typeface="Avenir Next Regular"/>
            </a:endParaRPr>
          </a:p>
        </p:txBody>
      </p:sp>
      <p:pic>
        <p:nvPicPr>
          <p:cNvPr id="744" name="achterkant FC Den Bosch nummer 6.png" descr="achterkant FC Den Bosch nummer 6.png">
            <a:extLst>
              <a:ext uri="{FF2B5EF4-FFF2-40B4-BE49-F238E27FC236}">
                <a16:creationId xmlns:a16="http://schemas.microsoft.com/office/drawing/2014/main" id="{FFB5A0B2-CA6F-09C6-22CE-41458A4CD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8126" y="7472384"/>
            <a:ext cx="2642322" cy="2642322"/>
          </a:xfrm>
          <a:prstGeom prst="rect">
            <a:avLst/>
          </a:prstGeom>
          <a:ln w="12700">
            <a:miter lim="400000"/>
          </a:ln>
          <a:effectLst>
            <a:reflection stA="50000" endPos="40000" dir="5400000" sy="-100000" algn="bl" rotWithShape="0"/>
          </a:effectLst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TextBox 21">
            <a:extLst>
              <a:ext uri="{FF2B5EF4-FFF2-40B4-BE49-F238E27FC236}">
                <a16:creationId xmlns:a16="http://schemas.microsoft.com/office/drawing/2014/main" id="{EDD48FA0-FAD7-3C75-9159-EDD2C2C9998F}"/>
              </a:ext>
            </a:extLst>
          </p:cNvPr>
          <p:cNvSpPr txBox="1"/>
          <p:nvPr/>
        </p:nvSpPr>
        <p:spPr>
          <a:xfrm>
            <a:off x="4332288" y="1012825"/>
            <a:ext cx="15719425" cy="1244600"/>
          </a:xfrm>
          <a:prstGeom prst="rect">
            <a:avLst/>
          </a:prstGeom>
          <a:ln w="12700">
            <a:miter lim="400000"/>
          </a:ln>
          <a:effectLst>
            <a:outerShdw blurRad="50800" dist="88900" dir="3243361" rotWithShape="0">
              <a:srgbClr val="000000">
                <a:alpha val="38000"/>
              </a:srgbClr>
            </a:outerShdw>
          </a:effectLst>
        </p:spPr>
        <p:txBody>
          <a:bodyPr lIns="0" tIns="0" rIns="0" bIns="0">
            <a:spAutoFit/>
          </a:bodyPr>
          <a:lstStyle/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Kernwaarden —&gt; Voetbal: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32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</a:t>
            </a:r>
            <a:r>
              <a:rPr sz="3200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Strijders Die spelen om te winnen en die elke dag beter willen worden”</a:t>
            </a:r>
          </a:p>
        </p:txBody>
      </p:sp>
      <p:sp>
        <p:nvSpPr>
          <p:cNvPr id="36867" name="Line">
            <a:extLst>
              <a:ext uri="{FF2B5EF4-FFF2-40B4-BE49-F238E27FC236}">
                <a16:creationId xmlns:a16="http://schemas.microsoft.com/office/drawing/2014/main" id="{F111D771-D72C-68B0-B628-2B3D21069B1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52313" y="4117975"/>
            <a:ext cx="0" cy="3382963"/>
          </a:xfrm>
          <a:prstGeom prst="line">
            <a:avLst/>
          </a:prstGeom>
          <a:noFill/>
          <a:ln w="50800">
            <a:solidFill>
              <a:srgbClr val="FFFFFF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71437" tIns="71437" rIns="71437" bIns="71437" anchor="ctr"/>
          <a:lstStyle/>
          <a:p>
            <a:endParaRPr lang="LID4096"/>
          </a:p>
        </p:txBody>
      </p:sp>
      <p:sp>
        <p:nvSpPr>
          <p:cNvPr id="749" name="Freeform 7">
            <a:extLst>
              <a:ext uri="{FF2B5EF4-FFF2-40B4-BE49-F238E27FC236}">
                <a16:creationId xmlns:a16="http://schemas.microsoft.com/office/drawing/2014/main" id="{6CCD55BC-F62A-9599-B1CF-739BF5B9AD14}"/>
              </a:ext>
            </a:extLst>
          </p:cNvPr>
          <p:cNvSpPr/>
          <p:nvPr/>
        </p:nvSpPr>
        <p:spPr>
          <a:xfrm>
            <a:off x="4473575" y="4440238"/>
            <a:ext cx="6262688" cy="2946400"/>
          </a:xfrm>
          <a:prstGeom prst="rect">
            <a:avLst/>
          </a:prstGeom>
          <a:solidFill>
            <a:srgbClr val="173883"/>
          </a:solidFill>
          <a:ln w="12700">
            <a:solidFill>
              <a:srgbClr val="FFFFFF"/>
            </a:solidFill>
            <a:miter lim="400000"/>
          </a:ln>
          <a:effectLst>
            <a:outerShdw blurRad="50800" dist="76200" dir="3243361" rotWithShape="0">
              <a:srgbClr val="000000">
                <a:alpha val="38000"/>
              </a:srgbClr>
            </a:outerShdw>
          </a:effectLst>
        </p:spPr>
        <p:txBody>
          <a:bodyPr lIns="45719" tIns="45719" rIns="45719" b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600">
                <a:latin typeface="Calibri"/>
                <a:ea typeface="Calibri"/>
                <a:cs typeface="Calibri"/>
                <a:sym typeface="Calibri"/>
              </a:defRPr>
            </a:pPr>
            <a:endParaRPr sz="16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69" name="Rectangle">
            <a:extLst>
              <a:ext uri="{FF2B5EF4-FFF2-40B4-BE49-F238E27FC236}">
                <a16:creationId xmlns:a16="http://schemas.microsoft.com/office/drawing/2014/main" id="{29697A5C-D750-3481-1435-9D5061D425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6913" y="5470525"/>
            <a:ext cx="6196012" cy="287338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751" name="TextBox 13">
            <a:extLst>
              <a:ext uri="{FF2B5EF4-FFF2-40B4-BE49-F238E27FC236}">
                <a16:creationId xmlns:a16="http://schemas.microsoft.com/office/drawing/2014/main" id="{5FFFDD88-163E-9D59-4FE8-FDCCB7C1FA0D}"/>
              </a:ext>
            </a:extLst>
          </p:cNvPr>
          <p:cNvSpPr txBox="1"/>
          <p:nvPr/>
        </p:nvSpPr>
        <p:spPr>
          <a:xfrm>
            <a:off x="4646613" y="5975350"/>
            <a:ext cx="5916612" cy="1157288"/>
          </a:xfrm>
          <a:prstGeom prst="rect">
            <a:avLst/>
          </a:prstGeom>
          <a:ln w="12700">
            <a:miter lim="400000"/>
          </a:ln>
        </p:spPr>
        <p:txBody>
          <a:bodyPr lIns="0" tIns="0" rIns="0" bIns="0"/>
          <a:lstStyle/>
          <a:p>
            <a:pPr marL="351692" indent="-351692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KPI 1: Top-3 goals </a:t>
            </a:r>
            <a:r>
              <a:rPr sz="2400" kern="0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(6th)</a:t>
            </a:r>
          </a:p>
          <a:p>
            <a:pPr marL="351692" indent="-351692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KPI 2: Top-3 challenge intensity </a:t>
            </a:r>
            <a:r>
              <a:rPr sz="2400" kern="0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(10th)</a:t>
            </a:r>
          </a:p>
          <a:p>
            <a:pPr marL="351692" indent="-351692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KPI 3: Top-3 doelpogingen</a:t>
            </a:r>
            <a:r>
              <a:rPr sz="2400" kern="0">
                <a:solidFill>
                  <a:srgbClr val="FF2600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(12th)</a:t>
            </a:r>
          </a:p>
        </p:txBody>
      </p:sp>
      <p:sp>
        <p:nvSpPr>
          <p:cNvPr id="752" name="TextBox 16">
            <a:extLst>
              <a:ext uri="{FF2B5EF4-FFF2-40B4-BE49-F238E27FC236}">
                <a16:creationId xmlns:a16="http://schemas.microsoft.com/office/drawing/2014/main" id="{E7D763A2-9353-9BBC-E736-64CBF51E3034}"/>
              </a:ext>
            </a:extLst>
          </p:cNvPr>
          <p:cNvSpPr txBox="1"/>
          <p:nvPr/>
        </p:nvSpPr>
        <p:spPr>
          <a:xfrm>
            <a:off x="5284788" y="4421188"/>
            <a:ext cx="4638675" cy="1074737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Speelstijl</a:t>
            </a:r>
          </a:p>
        </p:txBody>
      </p:sp>
      <p:sp>
        <p:nvSpPr>
          <p:cNvPr id="753" name="Freeform 7">
            <a:extLst>
              <a:ext uri="{FF2B5EF4-FFF2-40B4-BE49-F238E27FC236}">
                <a16:creationId xmlns:a16="http://schemas.microsoft.com/office/drawing/2014/main" id="{B13F8262-0DB7-ECCF-C5AB-848B8D6FC5FC}"/>
              </a:ext>
            </a:extLst>
          </p:cNvPr>
          <p:cNvSpPr/>
          <p:nvPr/>
        </p:nvSpPr>
        <p:spPr>
          <a:xfrm>
            <a:off x="13682663" y="4440238"/>
            <a:ext cx="6261100" cy="2946400"/>
          </a:xfrm>
          <a:prstGeom prst="rect">
            <a:avLst/>
          </a:prstGeom>
          <a:solidFill>
            <a:srgbClr val="173883"/>
          </a:solidFill>
          <a:ln w="12700">
            <a:solidFill>
              <a:srgbClr val="FFFFFF"/>
            </a:solidFill>
            <a:miter lim="400000"/>
          </a:ln>
          <a:effectLst>
            <a:outerShdw blurRad="50800" dist="76200" dir="3243361" rotWithShape="0">
              <a:srgbClr val="000000">
                <a:alpha val="38000"/>
              </a:srgbClr>
            </a:outerShdw>
          </a:effectLst>
        </p:spPr>
        <p:txBody>
          <a:bodyPr lIns="45719" tIns="45719" rIns="45719" bIns="45719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 sz="1600">
                <a:latin typeface="Calibri"/>
                <a:ea typeface="Calibri"/>
                <a:cs typeface="Calibri"/>
                <a:sym typeface="Calibri"/>
              </a:defRPr>
            </a:pPr>
            <a:endParaRPr sz="16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73" name="Rectangle">
            <a:extLst>
              <a:ext uri="{FF2B5EF4-FFF2-40B4-BE49-F238E27FC236}">
                <a16:creationId xmlns:a16="http://schemas.microsoft.com/office/drawing/2014/main" id="{645FDE9B-1284-67B5-A4E4-09278A7DB8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81075" y="5470525"/>
            <a:ext cx="6265863" cy="287338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755" name="TextBox 13">
            <a:extLst>
              <a:ext uri="{FF2B5EF4-FFF2-40B4-BE49-F238E27FC236}">
                <a16:creationId xmlns:a16="http://schemas.microsoft.com/office/drawing/2014/main" id="{E336F7F0-41B1-5E06-58D0-420C48377C5F}"/>
              </a:ext>
            </a:extLst>
          </p:cNvPr>
          <p:cNvSpPr txBox="1"/>
          <p:nvPr/>
        </p:nvSpPr>
        <p:spPr>
          <a:xfrm>
            <a:off x="14077950" y="5943600"/>
            <a:ext cx="5472113" cy="8810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/>
          <a:lstStyle/>
          <a:p>
            <a:pPr marL="351692" indent="-351692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Scouting</a:t>
            </a:r>
          </a:p>
          <a:p>
            <a:pPr marL="351692" indent="-351692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IDP</a:t>
            </a:r>
          </a:p>
        </p:txBody>
      </p:sp>
      <p:sp>
        <p:nvSpPr>
          <p:cNvPr id="756" name="TextBox 16">
            <a:extLst>
              <a:ext uri="{FF2B5EF4-FFF2-40B4-BE49-F238E27FC236}">
                <a16:creationId xmlns:a16="http://schemas.microsoft.com/office/drawing/2014/main" id="{B16A2228-4EFA-0A7D-0DCB-8BE3FCB9BCE7}"/>
              </a:ext>
            </a:extLst>
          </p:cNvPr>
          <p:cNvSpPr txBox="1"/>
          <p:nvPr/>
        </p:nvSpPr>
        <p:spPr>
          <a:xfrm>
            <a:off x="14493875" y="4421188"/>
            <a:ext cx="4638675" cy="1074737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Profielen &amp; Begrippen</a:t>
            </a:r>
          </a:p>
        </p:txBody>
      </p:sp>
      <p:sp>
        <p:nvSpPr>
          <p:cNvPr id="757" name="Rounded Rectangle">
            <a:extLst>
              <a:ext uri="{FF2B5EF4-FFF2-40B4-BE49-F238E27FC236}">
                <a16:creationId xmlns:a16="http://schemas.microsoft.com/office/drawing/2014/main" id="{F5D68541-5FC3-72B1-5AF8-79682AF75D44}"/>
              </a:ext>
            </a:extLst>
          </p:cNvPr>
          <p:cNvSpPr/>
          <p:nvPr/>
        </p:nvSpPr>
        <p:spPr>
          <a:xfrm>
            <a:off x="5718175" y="9151938"/>
            <a:ext cx="439738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Rounded Rectangle">
            <a:extLst>
              <a:ext uri="{FF2B5EF4-FFF2-40B4-BE49-F238E27FC236}">
                <a16:creationId xmlns:a16="http://schemas.microsoft.com/office/drawing/2014/main" id="{9408FEAD-8DA0-3062-291D-6A0775625A6A}"/>
              </a:ext>
            </a:extLst>
          </p:cNvPr>
          <p:cNvSpPr/>
          <p:nvPr/>
        </p:nvSpPr>
        <p:spPr>
          <a:xfrm>
            <a:off x="6440488" y="9151938"/>
            <a:ext cx="439737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Rounded Rectangle">
            <a:extLst>
              <a:ext uri="{FF2B5EF4-FFF2-40B4-BE49-F238E27FC236}">
                <a16:creationId xmlns:a16="http://schemas.microsoft.com/office/drawing/2014/main" id="{1F267FA7-CBC6-0E06-A4EF-F7B884CBEDBB}"/>
              </a:ext>
            </a:extLst>
          </p:cNvPr>
          <p:cNvSpPr/>
          <p:nvPr/>
        </p:nvSpPr>
        <p:spPr>
          <a:xfrm>
            <a:off x="7162800" y="9151938"/>
            <a:ext cx="441325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Rounded Rectangle">
            <a:extLst>
              <a:ext uri="{FF2B5EF4-FFF2-40B4-BE49-F238E27FC236}">
                <a16:creationId xmlns:a16="http://schemas.microsoft.com/office/drawing/2014/main" id="{E0A73E96-C34D-796F-0FCA-20207EF879E9}"/>
              </a:ext>
            </a:extLst>
          </p:cNvPr>
          <p:cNvSpPr/>
          <p:nvPr/>
        </p:nvSpPr>
        <p:spPr>
          <a:xfrm>
            <a:off x="7885113" y="9151938"/>
            <a:ext cx="441325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80" name="Freeform 7">
            <a:extLst>
              <a:ext uri="{FF2B5EF4-FFF2-40B4-BE49-F238E27FC236}">
                <a16:creationId xmlns:a16="http://schemas.microsoft.com/office/drawing/2014/main" id="{BFC06625-9FA3-EC7B-DDED-F015934F2B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4613" y="9569450"/>
            <a:ext cx="3559175" cy="1938338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  <a:headEnd/>
            <a:tailEnd/>
          </a:ln>
        </p:spPr>
        <p:txBody>
          <a:bodyPr lIns="45719" tIns="45719" rIns="45719" b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6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6881" name="Rectangle">
            <a:extLst>
              <a:ext uri="{FF2B5EF4-FFF2-40B4-BE49-F238E27FC236}">
                <a16:creationId xmlns:a16="http://schemas.microsoft.com/office/drawing/2014/main" id="{2A8FD09C-E262-A1A5-6FE8-4819370A62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3025" y="10367963"/>
            <a:ext cx="3562350" cy="11557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763" name="TextBox 8">
            <a:extLst>
              <a:ext uri="{FF2B5EF4-FFF2-40B4-BE49-F238E27FC236}">
                <a16:creationId xmlns:a16="http://schemas.microsoft.com/office/drawing/2014/main" id="{111920F0-6501-FC79-7004-03F051B02990}"/>
              </a:ext>
            </a:extLst>
          </p:cNvPr>
          <p:cNvSpPr txBox="1"/>
          <p:nvPr/>
        </p:nvSpPr>
        <p:spPr>
          <a:xfrm>
            <a:off x="5253038" y="10506075"/>
            <a:ext cx="3362325" cy="87947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/>
          <a:lstStyle/>
          <a:p>
            <a:pPr marL="293914" indent="-293914" defTabSz="1285875" eaLnBrk="1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18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b="1" kern="0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Transfer target: +€750K</a:t>
            </a:r>
          </a:p>
          <a:p>
            <a:pPr marL="339131" indent="-339131" defTabSz="1285875" eaLnBrk="1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1800" b="1" i="1" cap="all">
                <a:solidFill>
                  <a:srgbClr val="9BBB59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b="1" i="1" kern="0" cap="all">
                <a:solidFill>
                  <a:srgbClr val="9BBB59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transfers: &gt;1M</a:t>
            </a:r>
          </a:p>
        </p:txBody>
      </p:sp>
      <p:sp>
        <p:nvSpPr>
          <p:cNvPr id="764" name="TextBox 16">
            <a:extLst>
              <a:ext uri="{FF2B5EF4-FFF2-40B4-BE49-F238E27FC236}">
                <a16:creationId xmlns:a16="http://schemas.microsoft.com/office/drawing/2014/main" id="{28809DC7-3A7F-839C-B0C1-56973A94603A}"/>
              </a:ext>
            </a:extLst>
          </p:cNvPr>
          <p:cNvSpPr txBox="1"/>
          <p:nvPr/>
        </p:nvSpPr>
        <p:spPr>
          <a:xfrm>
            <a:off x="5259388" y="9561513"/>
            <a:ext cx="3349625" cy="70802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Goal 1</a:t>
            </a:r>
          </a:p>
        </p:txBody>
      </p:sp>
      <p:sp>
        <p:nvSpPr>
          <p:cNvPr id="765" name="Rounded Rectangle">
            <a:extLst>
              <a:ext uri="{FF2B5EF4-FFF2-40B4-BE49-F238E27FC236}">
                <a16:creationId xmlns:a16="http://schemas.microsoft.com/office/drawing/2014/main" id="{23D04F69-0175-1767-F9CC-FE9AE893240F}"/>
              </a:ext>
            </a:extLst>
          </p:cNvPr>
          <p:cNvSpPr/>
          <p:nvPr/>
        </p:nvSpPr>
        <p:spPr>
          <a:xfrm>
            <a:off x="10975975" y="9158288"/>
            <a:ext cx="439738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Rounded Rectangle">
            <a:extLst>
              <a:ext uri="{FF2B5EF4-FFF2-40B4-BE49-F238E27FC236}">
                <a16:creationId xmlns:a16="http://schemas.microsoft.com/office/drawing/2014/main" id="{F0D5802A-4C73-5FA7-6D6D-7007D0F7ED2D}"/>
              </a:ext>
            </a:extLst>
          </p:cNvPr>
          <p:cNvSpPr/>
          <p:nvPr/>
        </p:nvSpPr>
        <p:spPr>
          <a:xfrm>
            <a:off x="11698288" y="9158288"/>
            <a:ext cx="439737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Rounded Rectangle">
            <a:extLst>
              <a:ext uri="{FF2B5EF4-FFF2-40B4-BE49-F238E27FC236}">
                <a16:creationId xmlns:a16="http://schemas.microsoft.com/office/drawing/2014/main" id="{74A283E0-0125-2B3E-FA09-1BF864524C7B}"/>
              </a:ext>
            </a:extLst>
          </p:cNvPr>
          <p:cNvSpPr/>
          <p:nvPr/>
        </p:nvSpPr>
        <p:spPr>
          <a:xfrm>
            <a:off x="12420600" y="9158288"/>
            <a:ext cx="439738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Rounded Rectangle">
            <a:extLst>
              <a:ext uri="{FF2B5EF4-FFF2-40B4-BE49-F238E27FC236}">
                <a16:creationId xmlns:a16="http://schemas.microsoft.com/office/drawing/2014/main" id="{397939D2-5829-124D-FB86-1669A7733B54}"/>
              </a:ext>
            </a:extLst>
          </p:cNvPr>
          <p:cNvSpPr/>
          <p:nvPr/>
        </p:nvSpPr>
        <p:spPr>
          <a:xfrm>
            <a:off x="13142913" y="9158288"/>
            <a:ext cx="441325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88" name="Freeform 7">
            <a:extLst>
              <a:ext uri="{FF2B5EF4-FFF2-40B4-BE49-F238E27FC236}">
                <a16:creationId xmlns:a16="http://schemas.microsoft.com/office/drawing/2014/main" id="{598713E8-3EEC-AD07-E4B2-FD190388E5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12413" y="9575800"/>
            <a:ext cx="3559175" cy="1938338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  <a:headEnd/>
            <a:tailEnd/>
          </a:ln>
        </p:spPr>
        <p:txBody>
          <a:bodyPr lIns="45719" tIns="45719" rIns="45719" b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6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6889" name="Rectangle">
            <a:extLst>
              <a:ext uri="{FF2B5EF4-FFF2-40B4-BE49-F238E27FC236}">
                <a16:creationId xmlns:a16="http://schemas.microsoft.com/office/drawing/2014/main" id="{82BB4BBE-4BC5-189F-A4AC-5FECE92029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10825" y="10375900"/>
            <a:ext cx="3562350" cy="11557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771" name="TextBox 8">
            <a:extLst>
              <a:ext uri="{FF2B5EF4-FFF2-40B4-BE49-F238E27FC236}">
                <a16:creationId xmlns:a16="http://schemas.microsoft.com/office/drawing/2014/main" id="{24CEF7E5-9E31-4838-167F-5D184C122EAD}"/>
              </a:ext>
            </a:extLst>
          </p:cNvPr>
          <p:cNvSpPr txBox="1"/>
          <p:nvPr/>
        </p:nvSpPr>
        <p:spPr>
          <a:xfrm>
            <a:off x="10517188" y="10529888"/>
            <a:ext cx="3362325" cy="846137"/>
          </a:xfrm>
          <a:prstGeom prst="rect">
            <a:avLst/>
          </a:prstGeom>
          <a:ln w="12700">
            <a:miter lim="400000"/>
          </a:ln>
        </p:spPr>
        <p:txBody>
          <a:bodyPr lIns="0" tIns="0" rIns="0" bIns="0"/>
          <a:lstStyle/>
          <a:p>
            <a:pPr marL="293914" indent="-293914" defTabSz="1285875" eaLnBrk="1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18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b="1" kern="0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KKD: Top 10</a:t>
            </a:r>
          </a:p>
          <a:p>
            <a:pPr marL="339131" indent="-339131" defTabSz="1285875" eaLnBrk="1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1800" b="1" i="1" cap="all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b="1" i="1" kern="0" cap="all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10e positie in de KKD</a:t>
            </a:r>
          </a:p>
        </p:txBody>
      </p:sp>
      <p:sp>
        <p:nvSpPr>
          <p:cNvPr id="772" name="TextBox 16">
            <a:extLst>
              <a:ext uri="{FF2B5EF4-FFF2-40B4-BE49-F238E27FC236}">
                <a16:creationId xmlns:a16="http://schemas.microsoft.com/office/drawing/2014/main" id="{A63F8342-3E15-8A90-C59D-5B680E663A01}"/>
              </a:ext>
            </a:extLst>
          </p:cNvPr>
          <p:cNvSpPr txBox="1"/>
          <p:nvPr/>
        </p:nvSpPr>
        <p:spPr>
          <a:xfrm>
            <a:off x="10517188" y="9569450"/>
            <a:ext cx="3349625" cy="706438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Goal 2</a:t>
            </a:r>
          </a:p>
        </p:txBody>
      </p:sp>
      <p:sp>
        <p:nvSpPr>
          <p:cNvPr id="773" name="Rounded Rectangle">
            <a:extLst>
              <a:ext uri="{FF2B5EF4-FFF2-40B4-BE49-F238E27FC236}">
                <a16:creationId xmlns:a16="http://schemas.microsoft.com/office/drawing/2014/main" id="{7331C24A-D40B-144F-DA87-A5207E237B45}"/>
              </a:ext>
            </a:extLst>
          </p:cNvPr>
          <p:cNvSpPr/>
          <p:nvPr/>
        </p:nvSpPr>
        <p:spPr>
          <a:xfrm>
            <a:off x="16233775" y="9158288"/>
            <a:ext cx="439738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Rounded Rectangle">
            <a:extLst>
              <a:ext uri="{FF2B5EF4-FFF2-40B4-BE49-F238E27FC236}">
                <a16:creationId xmlns:a16="http://schemas.microsoft.com/office/drawing/2014/main" id="{32D713EA-155D-626B-5465-3B06E2FC5036}"/>
              </a:ext>
            </a:extLst>
          </p:cNvPr>
          <p:cNvSpPr/>
          <p:nvPr/>
        </p:nvSpPr>
        <p:spPr>
          <a:xfrm>
            <a:off x="16956088" y="9158288"/>
            <a:ext cx="439737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Rounded Rectangle">
            <a:extLst>
              <a:ext uri="{FF2B5EF4-FFF2-40B4-BE49-F238E27FC236}">
                <a16:creationId xmlns:a16="http://schemas.microsoft.com/office/drawing/2014/main" id="{67B98875-CA39-05B0-A371-F7A760C38107}"/>
              </a:ext>
            </a:extLst>
          </p:cNvPr>
          <p:cNvSpPr/>
          <p:nvPr/>
        </p:nvSpPr>
        <p:spPr>
          <a:xfrm>
            <a:off x="17678400" y="9158288"/>
            <a:ext cx="439738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Rounded Rectangle">
            <a:extLst>
              <a:ext uri="{FF2B5EF4-FFF2-40B4-BE49-F238E27FC236}">
                <a16:creationId xmlns:a16="http://schemas.microsoft.com/office/drawing/2014/main" id="{536B12DD-22D1-6611-D75B-1454D093E42A}"/>
              </a:ext>
            </a:extLst>
          </p:cNvPr>
          <p:cNvSpPr/>
          <p:nvPr/>
        </p:nvSpPr>
        <p:spPr>
          <a:xfrm>
            <a:off x="18400713" y="9158288"/>
            <a:ext cx="439737" cy="577850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 eaLnBrk="1" fontAlgn="auto">
              <a:spcBef>
                <a:spcPts val="0"/>
              </a:spcBef>
              <a:spcAft>
                <a:spcPts val="0"/>
              </a:spcAft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 sz="2400" kern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96" name="Freeform 7">
            <a:extLst>
              <a:ext uri="{FF2B5EF4-FFF2-40B4-BE49-F238E27FC236}">
                <a16:creationId xmlns:a16="http://schemas.microsoft.com/office/drawing/2014/main" id="{48A48723-CB67-2C82-8A76-C483EAADA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70213" y="9575800"/>
            <a:ext cx="3559175" cy="1938338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  <a:headEnd/>
            <a:tailEnd/>
          </a:ln>
        </p:spPr>
        <p:txBody>
          <a:bodyPr lIns="45719" tIns="45719" rIns="45719" bIns="45719"/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defTabSz="914400" eaLnBrk="1">
              <a:lnSpc>
                <a:spcPct val="100000"/>
              </a:lnSpc>
              <a:spcBef>
                <a:spcPct val="0"/>
              </a:spcBef>
            </a:pPr>
            <a:endParaRPr lang="LID4096" altLang="LID4096" sz="1600"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36897" name="Rectangle">
            <a:extLst>
              <a:ext uri="{FF2B5EF4-FFF2-40B4-BE49-F238E27FC236}">
                <a16:creationId xmlns:a16="http://schemas.microsoft.com/office/drawing/2014/main" id="{B5C0A99F-F655-C298-8C37-930729B55B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68625" y="10375900"/>
            <a:ext cx="3562350" cy="11557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55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55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endParaRPr lang="LID4096" altLang="LID4096" sz="3200">
              <a:solidFill>
                <a:srgbClr val="FFFFFF"/>
              </a:solidFill>
              <a:latin typeface="Helvetica Neue Medium" charset="0"/>
              <a:ea typeface="Helvetica Neue Medium" charset="0"/>
              <a:cs typeface="Helvetica Neue Medium" charset="0"/>
              <a:sym typeface="Helvetica Neue Medium" charset="0"/>
            </a:endParaRPr>
          </a:p>
        </p:txBody>
      </p:sp>
      <p:sp>
        <p:nvSpPr>
          <p:cNvPr id="779" name="TextBox 8">
            <a:extLst>
              <a:ext uri="{FF2B5EF4-FFF2-40B4-BE49-F238E27FC236}">
                <a16:creationId xmlns:a16="http://schemas.microsoft.com/office/drawing/2014/main" id="{BFE55E8C-B0B6-6534-4E4A-E6016188F339}"/>
              </a:ext>
            </a:extLst>
          </p:cNvPr>
          <p:cNvSpPr txBox="1"/>
          <p:nvPr/>
        </p:nvSpPr>
        <p:spPr>
          <a:xfrm>
            <a:off x="15774988" y="10529888"/>
            <a:ext cx="3362325" cy="846137"/>
          </a:xfrm>
          <a:prstGeom prst="rect">
            <a:avLst/>
          </a:prstGeom>
          <a:ln w="12700">
            <a:miter lim="400000"/>
          </a:ln>
        </p:spPr>
        <p:txBody>
          <a:bodyPr lIns="0" tIns="0" rIns="0" bIns="0"/>
          <a:lstStyle/>
          <a:p>
            <a:pPr marL="293914" indent="-293914" defTabSz="1285875" eaLnBrk="1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1800" b="1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b="1" kern="0" cap="all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Academy players: 50%*</a:t>
            </a:r>
          </a:p>
          <a:p>
            <a:pPr marL="339131" indent="-339131" defTabSz="1285875" eaLnBrk="1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Char char="•"/>
              <a:defRPr sz="1800" b="1" i="1" cap="all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b="1" i="1" kern="0" cap="all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Competitieminuten: 38%</a:t>
            </a:r>
          </a:p>
        </p:txBody>
      </p:sp>
      <p:sp>
        <p:nvSpPr>
          <p:cNvPr id="780" name="TextBox 16">
            <a:extLst>
              <a:ext uri="{FF2B5EF4-FFF2-40B4-BE49-F238E27FC236}">
                <a16:creationId xmlns:a16="http://schemas.microsoft.com/office/drawing/2014/main" id="{1C4CE71E-7CBB-A5DB-545E-DF7A82436522}"/>
              </a:ext>
            </a:extLst>
          </p:cNvPr>
          <p:cNvSpPr txBox="1"/>
          <p:nvPr/>
        </p:nvSpPr>
        <p:spPr>
          <a:xfrm>
            <a:off x="15774988" y="9569450"/>
            <a:ext cx="3349625" cy="706438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Goal 3</a:t>
            </a:r>
          </a:p>
        </p:txBody>
      </p:sp>
      <p:sp>
        <p:nvSpPr>
          <p:cNvPr id="781" name="**Minimaal 3 jaar in de academy…">
            <a:extLst>
              <a:ext uri="{FF2B5EF4-FFF2-40B4-BE49-F238E27FC236}">
                <a16:creationId xmlns:a16="http://schemas.microsoft.com/office/drawing/2014/main" id="{C3D0757C-E425-FB5F-352D-45EA46F051D7}"/>
              </a:ext>
            </a:extLst>
          </p:cNvPr>
          <p:cNvSpPr txBox="1"/>
          <p:nvPr/>
        </p:nvSpPr>
        <p:spPr>
          <a:xfrm>
            <a:off x="458788" y="12996863"/>
            <a:ext cx="4843462" cy="4445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"/>
              <a:buNone/>
              <a:defRPr sz="1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6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**Minimaal 3 jaar in de academy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Font typeface="Gill Sans"/>
              <a:buNone/>
              <a:defRPr sz="12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200" b="1" kern="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(Stan, Mees, Kevin, Danny, Nick, Sheddy, TJemme, Ilias)</a:t>
            </a:r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extBox 11">
            <a:extLst>
              <a:ext uri="{FF2B5EF4-FFF2-40B4-BE49-F238E27FC236}">
                <a16:creationId xmlns:a16="http://schemas.microsoft.com/office/drawing/2014/main" id="{DB88E6BB-650E-241C-66A3-36B61ADBF9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36938" y="2190750"/>
            <a:ext cx="3686175" cy="39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891" name="TextBox 37">
            <a:extLst>
              <a:ext uri="{FF2B5EF4-FFF2-40B4-BE49-F238E27FC236}">
                <a16:creationId xmlns:a16="http://schemas.microsoft.com/office/drawing/2014/main" id="{B083532C-490B-BC66-0838-9CC1A151F6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2188" y="839788"/>
            <a:ext cx="4441825" cy="658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5200"/>
              </a:lnSpc>
              <a:spcBef>
                <a:spcPct val="0"/>
              </a:spcBef>
            </a:pPr>
            <a:r>
              <a:rPr lang="LID4096" altLang="LID4096" sz="4500" b="1">
                <a:solidFill>
                  <a:srgbClr val="FFFFFF"/>
                </a:solidFill>
                <a:latin typeface="Cabin Bold" charset="0"/>
                <a:ea typeface="Cabin Bold" charset="0"/>
                <a:cs typeface="Cabin Bold" charset="0"/>
                <a:sym typeface="Cabin Bold" charset="0"/>
              </a:rPr>
              <a:t>Player name</a:t>
            </a:r>
          </a:p>
        </p:txBody>
      </p:sp>
      <p:sp>
        <p:nvSpPr>
          <p:cNvPr id="37892" name="TextBox 23">
            <a:extLst>
              <a:ext uri="{FF2B5EF4-FFF2-40B4-BE49-F238E27FC236}">
                <a16:creationId xmlns:a16="http://schemas.microsoft.com/office/drawing/2014/main" id="{ED1F32CF-BFFD-6A81-398C-43D1AF0795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62613" y="584200"/>
            <a:ext cx="5468937" cy="322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eaLnBrk="1">
              <a:lnSpc>
                <a:spcPct val="140000"/>
              </a:lnSpc>
              <a:spcBef>
                <a:spcPct val="0"/>
              </a:spcBef>
            </a:pPr>
            <a:r>
              <a:rPr lang="LID4096" altLang="LID4096" sz="20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DD/MM/YYYY: Game / Training</a:t>
            </a:r>
          </a:p>
          <a:p>
            <a:pPr eaLnBrk="1">
              <a:lnSpc>
                <a:spcPct val="140000"/>
              </a:lnSpc>
              <a:spcBef>
                <a:spcPct val="0"/>
              </a:spcBef>
            </a:pPr>
            <a:r>
              <a:rPr lang="LID4096" altLang="LID4096" sz="20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DD/MM/YYYY: Game / Training</a:t>
            </a:r>
          </a:p>
          <a:p>
            <a:pPr eaLnBrk="1">
              <a:lnSpc>
                <a:spcPct val="140000"/>
              </a:lnSpc>
              <a:spcBef>
                <a:spcPct val="0"/>
              </a:spcBef>
            </a:pPr>
            <a:r>
              <a:rPr lang="LID4096" altLang="LID4096" sz="20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DD/MM/YYYY: Game / Training</a:t>
            </a:r>
          </a:p>
          <a:p>
            <a:pPr eaLnBrk="1">
              <a:lnSpc>
                <a:spcPct val="140000"/>
              </a:lnSpc>
              <a:spcBef>
                <a:spcPct val="0"/>
              </a:spcBef>
            </a:pPr>
            <a:r>
              <a:rPr lang="LID4096" altLang="LID4096" sz="20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DD/MM/YYYY: Game / Training</a:t>
            </a:r>
          </a:p>
          <a:p>
            <a:pPr eaLnBrk="1">
              <a:lnSpc>
                <a:spcPct val="140000"/>
              </a:lnSpc>
              <a:spcBef>
                <a:spcPct val="0"/>
              </a:spcBef>
            </a:pPr>
            <a:r>
              <a:rPr lang="LID4096" altLang="LID4096" sz="20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DD/MM/YYYY: Game / Training</a:t>
            </a:r>
          </a:p>
          <a:p>
            <a:pPr eaLnBrk="1">
              <a:lnSpc>
                <a:spcPct val="140000"/>
              </a:lnSpc>
              <a:spcBef>
                <a:spcPct val="0"/>
              </a:spcBef>
            </a:pPr>
            <a:r>
              <a:rPr lang="LID4096" altLang="LID4096" sz="20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DD/MM/YYYY: Game / Training</a:t>
            </a:r>
          </a:p>
          <a:p>
            <a:pPr eaLnBrk="1">
              <a:lnSpc>
                <a:spcPct val="140000"/>
              </a:lnSpc>
              <a:spcBef>
                <a:spcPct val="0"/>
              </a:spcBef>
            </a:pPr>
            <a:r>
              <a:rPr lang="LID4096" altLang="LID4096" sz="20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DD/MM/YYYY: Game / Training</a:t>
            </a:r>
          </a:p>
        </p:txBody>
      </p:sp>
      <p:sp>
        <p:nvSpPr>
          <p:cNvPr id="37893" name="TextBox 11">
            <a:extLst>
              <a:ext uri="{FF2B5EF4-FFF2-40B4-BE49-F238E27FC236}">
                <a16:creationId xmlns:a16="http://schemas.microsoft.com/office/drawing/2014/main" id="{71054722-AABF-9119-790C-1EDC007CD9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46463" y="2944813"/>
            <a:ext cx="36861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894" name="TextBox 11">
            <a:extLst>
              <a:ext uri="{FF2B5EF4-FFF2-40B4-BE49-F238E27FC236}">
                <a16:creationId xmlns:a16="http://schemas.microsoft.com/office/drawing/2014/main" id="{169BA5D9-987B-DDAA-ED42-5100C7B6F0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43288" y="3702050"/>
            <a:ext cx="36861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895" name="TextBox 11">
            <a:extLst>
              <a:ext uri="{FF2B5EF4-FFF2-40B4-BE49-F238E27FC236}">
                <a16:creationId xmlns:a16="http://schemas.microsoft.com/office/drawing/2014/main" id="{D35F2A0E-C340-166D-9B5A-737A35B985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8688" y="4459288"/>
            <a:ext cx="3686175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896" name="TextBox 11">
            <a:extLst>
              <a:ext uri="{FF2B5EF4-FFF2-40B4-BE49-F238E27FC236}">
                <a16:creationId xmlns:a16="http://schemas.microsoft.com/office/drawing/2014/main" id="{CA1D58DA-E0F5-7BB2-E57E-EAC2E7D7BA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8688" y="5211763"/>
            <a:ext cx="3686175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897" name="TextBox 11">
            <a:extLst>
              <a:ext uri="{FF2B5EF4-FFF2-40B4-BE49-F238E27FC236}">
                <a16:creationId xmlns:a16="http://schemas.microsoft.com/office/drawing/2014/main" id="{888FD716-0571-A6D9-47BF-1A0EBD769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8688" y="5945188"/>
            <a:ext cx="3686175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898" name="TextBox 11">
            <a:extLst>
              <a:ext uri="{FF2B5EF4-FFF2-40B4-BE49-F238E27FC236}">
                <a16:creationId xmlns:a16="http://schemas.microsoft.com/office/drawing/2014/main" id="{45C71F27-2DFB-DB49-6944-548DB07851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8688" y="6678613"/>
            <a:ext cx="36861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899" name="TextBox 11">
            <a:extLst>
              <a:ext uri="{FF2B5EF4-FFF2-40B4-BE49-F238E27FC236}">
                <a16:creationId xmlns:a16="http://schemas.microsoft.com/office/drawing/2014/main" id="{F904261F-2316-EC7D-4698-2BE776C512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4575" y="1089025"/>
            <a:ext cx="2151063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900" name="TextBox 11">
            <a:extLst>
              <a:ext uri="{FF2B5EF4-FFF2-40B4-BE49-F238E27FC236}">
                <a16:creationId xmlns:a16="http://schemas.microsoft.com/office/drawing/2014/main" id="{89F26BF9-DA36-C25C-856D-6E070438E1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4575" y="1806575"/>
            <a:ext cx="2151063" cy="39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901" name="TextBox 11">
            <a:extLst>
              <a:ext uri="{FF2B5EF4-FFF2-40B4-BE49-F238E27FC236}">
                <a16:creationId xmlns:a16="http://schemas.microsoft.com/office/drawing/2014/main" id="{B7FECFB9-148E-15F6-DB05-789212BA60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4575" y="2611438"/>
            <a:ext cx="2151063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902" name="TextBox 11">
            <a:extLst>
              <a:ext uri="{FF2B5EF4-FFF2-40B4-BE49-F238E27FC236}">
                <a16:creationId xmlns:a16="http://schemas.microsoft.com/office/drawing/2014/main" id="{A94531E6-6D67-F791-F823-7747705130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4575" y="3370263"/>
            <a:ext cx="2151063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903" name="TextBox 11">
            <a:extLst>
              <a:ext uri="{FF2B5EF4-FFF2-40B4-BE49-F238E27FC236}">
                <a16:creationId xmlns:a16="http://schemas.microsoft.com/office/drawing/2014/main" id="{6AE89F5F-C717-22F8-EB1B-90A56D8244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87413" y="1089025"/>
            <a:ext cx="21526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904" name="TextBox 11">
            <a:extLst>
              <a:ext uri="{FF2B5EF4-FFF2-40B4-BE49-F238E27FC236}">
                <a16:creationId xmlns:a16="http://schemas.microsoft.com/office/drawing/2014/main" id="{292FD64B-5199-74AF-86E7-6F82477E47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87413" y="1806575"/>
            <a:ext cx="2152650" cy="39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905" name="TextBox 11">
            <a:extLst>
              <a:ext uri="{FF2B5EF4-FFF2-40B4-BE49-F238E27FC236}">
                <a16:creationId xmlns:a16="http://schemas.microsoft.com/office/drawing/2014/main" id="{827530BC-5C5F-D6DD-0832-1AD92FAD77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87413" y="2611438"/>
            <a:ext cx="2152650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906" name="TextBox 11">
            <a:extLst>
              <a:ext uri="{FF2B5EF4-FFF2-40B4-BE49-F238E27FC236}">
                <a16:creationId xmlns:a16="http://schemas.microsoft.com/office/drawing/2014/main" id="{392C4505-FEA4-D8D8-7D92-619D405979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87413" y="3370263"/>
            <a:ext cx="2152650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907" name="xxxx">
            <a:extLst>
              <a:ext uri="{FF2B5EF4-FFF2-40B4-BE49-F238E27FC236}">
                <a16:creationId xmlns:a16="http://schemas.microsoft.com/office/drawing/2014/main" id="{0A0A3EFE-260A-3DF0-4E2E-CD58926711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42150" y="9664700"/>
            <a:ext cx="35766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60959" tIns="60959" rIns="60959" bIns="60959" anchor="ctr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2100"/>
              </a:lnSpc>
              <a:spcBef>
                <a:spcPct val="0"/>
              </a:spcBef>
            </a:pPr>
            <a:r>
              <a:rPr lang="LID4096" altLang="LID4096" sz="2000" b="1">
                <a:latin typeface="Cabin Medium" charset="0"/>
                <a:ea typeface="Cabin Medium" charset="0"/>
                <a:cs typeface="Cabin Medium" charset="0"/>
                <a:sym typeface="Cabin Medium" charset="0"/>
              </a:rPr>
              <a:t>xxxx</a:t>
            </a:r>
          </a:p>
        </p:txBody>
      </p:sp>
      <p:sp>
        <p:nvSpPr>
          <p:cNvPr id="37908" name="xxxx">
            <a:extLst>
              <a:ext uri="{FF2B5EF4-FFF2-40B4-BE49-F238E27FC236}">
                <a16:creationId xmlns:a16="http://schemas.microsoft.com/office/drawing/2014/main" id="{DB3DECDB-5F7D-4145-D58F-A997410C6A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42150" y="10420350"/>
            <a:ext cx="35766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60959" tIns="60959" rIns="60959" bIns="60959" anchor="ctr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2100"/>
              </a:lnSpc>
              <a:spcBef>
                <a:spcPct val="0"/>
              </a:spcBef>
            </a:pPr>
            <a:r>
              <a:rPr lang="LID4096" altLang="LID4096" sz="2000" b="1">
                <a:latin typeface="Cabin Medium" charset="0"/>
                <a:ea typeface="Cabin Medium" charset="0"/>
                <a:cs typeface="Cabin Medium" charset="0"/>
                <a:sym typeface="Cabin Medium" charset="0"/>
              </a:rPr>
              <a:t>xxxx</a:t>
            </a:r>
          </a:p>
        </p:txBody>
      </p:sp>
      <p:sp>
        <p:nvSpPr>
          <p:cNvPr id="37909" name="xxxx">
            <a:extLst>
              <a:ext uri="{FF2B5EF4-FFF2-40B4-BE49-F238E27FC236}">
                <a16:creationId xmlns:a16="http://schemas.microsoft.com/office/drawing/2014/main" id="{FD0BD4D5-926B-32CD-AC83-896B70FA1F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42150" y="11198225"/>
            <a:ext cx="35766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60959" tIns="60959" rIns="60959" bIns="60959" anchor="ctr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2100"/>
              </a:lnSpc>
              <a:spcBef>
                <a:spcPct val="0"/>
              </a:spcBef>
            </a:pPr>
            <a:r>
              <a:rPr lang="LID4096" altLang="LID4096" sz="2000" b="1">
                <a:latin typeface="Cabin Medium" charset="0"/>
                <a:ea typeface="Cabin Medium" charset="0"/>
                <a:cs typeface="Cabin Medium" charset="0"/>
                <a:sym typeface="Cabin Medium" charset="0"/>
              </a:rPr>
              <a:t>xxxx</a:t>
            </a:r>
          </a:p>
        </p:txBody>
      </p:sp>
      <p:sp>
        <p:nvSpPr>
          <p:cNvPr id="37910" name="xxxx">
            <a:extLst>
              <a:ext uri="{FF2B5EF4-FFF2-40B4-BE49-F238E27FC236}">
                <a16:creationId xmlns:a16="http://schemas.microsoft.com/office/drawing/2014/main" id="{67DED1F8-2243-2603-B19C-96372A42FC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53263" y="11925300"/>
            <a:ext cx="3578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60959" tIns="60959" rIns="60959" bIns="60959" anchor="ctr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2100"/>
              </a:lnSpc>
              <a:spcBef>
                <a:spcPct val="0"/>
              </a:spcBef>
            </a:pPr>
            <a:r>
              <a:rPr lang="LID4096" altLang="LID4096" sz="2000" b="1">
                <a:latin typeface="Cabin Medium" charset="0"/>
                <a:ea typeface="Cabin Medium" charset="0"/>
                <a:cs typeface="Cabin Medium" charset="0"/>
                <a:sym typeface="Cabin Medium" charset="0"/>
              </a:rPr>
              <a:t>xxxx</a:t>
            </a:r>
          </a:p>
        </p:txBody>
      </p:sp>
      <p:sp>
        <p:nvSpPr>
          <p:cNvPr id="37911" name="xxxx">
            <a:extLst>
              <a:ext uri="{FF2B5EF4-FFF2-40B4-BE49-F238E27FC236}">
                <a16:creationId xmlns:a16="http://schemas.microsoft.com/office/drawing/2014/main" id="{15F890E6-A932-B906-F86F-13A6728D55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53263" y="12652375"/>
            <a:ext cx="3578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60959" tIns="60959" rIns="60959" bIns="60959" anchor="ctr">
            <a:spAutoFit/>
          </a:bodyPr>
          <a:lstStyle>
            <a:lvl1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21920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2192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ts val="2100"/>
              </a:lnSpc>
              <a:spcBef>
                <a:spcPct val="0"/>
              </a:spcBef>
            </a:pPr>
            <a:r>
              <a:rPr lang="LID4096" altLang="LID4096" sz="2000" b="1">
                <a:latin typeface="Cabin Medium" charset="0"/>
                <a:ea typeface="Cabin Medium" charset="0"/>
                <a:cs typeface="Cabin Medium" charset="0"/>
                <a:sym typeface="Cabin Medium" charset="0"/>
              </a:rPr>
              <a:t>xxxx</a:t>
            </a:r>
          </a:p>
        </p:txBody>
      </p:sp>
      <p:sp>
        <p:nvSpPr>
          <p:cNvPr id="805" name="TextBox 31">
            <a:extLst>
              <a:ext uri="{FF2B5EF4-FFF2-40B4-BE49-F238E27FC236}">
                <a16:creationId xmlns:a16="http://schemas.microsoft.com/office/drawing/2014/main" id="{8F6883A2-6F67-E9F8-7D5B-5670B0216389}"/>
              </a:ext>
            </a:extLst>
          </p:cNvPr>
          <p:cNvSpPr txBox="1"/>
          <p:nvPr/>
        </p:nvSpPr>
        <p:spPr>
          <a:xfrm>
            <a:off x="8032750" y="9220200"/>
            <a:ext cx="7939088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endParaRPr sz="2000" kern="0">
              <a:solidFill>
                <a:srgbClr val="FFFFFF"/>
              </a:solidFill>
              <a:uFill>
                <a:solidFill>
                  <a:srgbClr val="525252"/>
                </a:solidFill>
              </a:uFill>
              <a:latin typeface="Avenir Next Condensed Regular"/>
              <a:ea typeface="Avenir Next Condensed Regular"/>
              <a:cs typeface="Avenir Next Condensed Regular"/>
              <a:sym typeface="Avenir Next Condensed Regular"/>
            </a:endParaRPr>
          </a:p>
        </p:txBody>
      </p:sp>
      <p:sp>
        <p:nvSpPr>
          <p:cNvPr id="37913" name="TextBox 11">
            <a:extLst>
              <a:ext uri="{FF2B5EF4-FFF2-40B4-BE49-F238E27FC236}">
                <a16:creationId xmlns:a16="http://schemas.microsoft.com/office/drawing/2014/main" id="{3099BB6C-3167-1383-0293-94BE9CD07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8688" y="7434263"/>
            <a:ext cx="3686175" cy="39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914" name="TextBox 11">
            <a:extLst>
              <a:ext uri="{FF2B5EF4-FFF2-40B4-BE49-F238E27FC236}">
                <a16:creationId xmlns:a16="http://schemas.microsoft.com/office/drawing/2014/main" id="{42213F27-4A78-BF32-724F-B0C7C01530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8688" y="8147050"/>
            <a:ext cx="3686175" cy="39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defTabSz="914400" eaLnBrk="1">
              <a:lnSpc>
                <a:spcPts val="3000"/>
              </a:lnSpc>
              <a:spcBef>
                <a:spcPct val="0"/>
              </a:spcBef>
            </a:pPr>
            <a:endParaRPr lang="LID4096" altLang="LID4096" sz="2000" b="1">
              <a:latin typeface="Avenir Next Condensed Regular" charset="0"/>
              <a:ea typeface="Avenir Next Condensed Regular" charset="0"/>
              <a:cs typeface="Avenir Next Condensed Regular" charset="0"/>
              <a:sym typeface="Avenir Next Condensed Regular" charset="0"/>
            </a:endParaRPr>
          </a:p>
        </p:txBody>
      </p:sp>
      <p:sp>
        <p:nvSpPr>
          <p:cNvPr id="37915" name="xx">
            <a:extLst>
              <a:ext uri="{FF2B5EF4-FFF2-40B4-BE49-F238E27FC236}">
                <a16:creationId xmlns:a16="http://schemas.microsoft.com/office/drawing/2014/main" id="{B90A3974-06DB-E90D-8C0E-ABFC51E8A3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72475" y="5119688"/>
            <a:ext cx="2857500" cy="28575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  <a:headEnd/>
            <a:tailEnd/>
          </a:ln>
        </p:spPr>
        <p:txBody>
          <a:bodyPr lIns="0" tIns="0" rIns="0" bIns="0" anchor="ctr"/>
          <a:lstStyle>
            <a:lvl1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87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xx</a:t>
            </a:r>
          </a:p>
        </p:txBody>
      </p:sp>
      <p:sp>
        <p:nvSpPr>
          <p:cNvPr id="37916" name="xx%">
            <a:extLst>
              <a:ext uri="{FF2B5EF4-FFF2-40B4-BE49-F238E27FC236}">
                <a16:creationId xmlns:a16="http://schemas.microsoft.com/office/drawing/2014/main" id="{08AD4D87-D775-BC08-506D-B2C6B130D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5238" y="5124450"/>
            <a:ext cx="2857500" cy="28575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  <a:headEnd/>
            <a:tailEnd/>
          </a:ln>
        </p:spPr>
        <p:txBody>
          <a:bodyPr lIns="0" tIns="0" rIns="0" bIns="0" anchor="ctr"/>
          <a:lstStyle>
            <a:lvl1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1154113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1154113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87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rPr>
              <a:t>xx%</a:t>
            </a:r>
          </a:p>
        </p:txBody>
      </p:sp>
      <p:sp>
        <p:nvSpPr>
          <p:cNvPr id="810" name="DATE: DD-MM-JJJJ">
            <a:extLst>
              <a:ext uri="{FF2B5EF4-FFF2-40B4-BE49-F238E27FC236}">
                <a16:creationId xmlns:a16="http://schemas.microsoft.com/office/drawing/2014/main" id="{63AC949B-A42F-2395-4333-60523603B2F0}"/>
              </a:ext>
            </a:extLst>
          </p:cNvPr>
          <p:cNvSpPr txBox="1"/>
          <p:nvPr/>
        </p:nvSpPr>
        <p:spPr>
          <a:xfrm>
            <a:off x="4875213" y="268288"/>
            <a:ext cx="2678112" cy="304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DATE: DD-MM-JJJJ</a:t>
            </a:r>
          </a:p>
        </p:txBody>
      </p:sp>
      <p:sp>
        <p:nvSpPr>
          <p:cNvPr id="811" name="Snelheid">
            <a:extLst>
              <a:ext uri="{FF2B5EF4-FFF2-40B4-BE49-F238E27FC236}">
                <a16:creationId xmlns:a16="http://schemas.microsoft.com/office/drawing/2014/main" id="{239E129D-E28D-D92E-4615-943DB73F1BAF}"/>
              </a:ext>
            </a:extLst>
          </p:cNvPr>
          <p:cNvSpPr txBox="1"/>
          <p:nvPr/>
        </p:nvSpPr>
        <p:spPr>
          <a:xfrm>
            <a:off x="16862425" y="7056438"/>
            <a:ext cx="2870200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Snelheid</a:t>
            </a:r>
          </a:p>
        </p:txBody>
      </p:sp>
      <p:sp>
        <p:nvSpPr>
          <p:cNvPr id="812" name="Uithoudingsvermogen">
            <a:extLst>
              <a:ext uri="{FF2B5EF4-FFF2-40B4-BE49-F238E27FC236}">
                <a16:creationId xmlns:a16="http://schemas.microsoft.com/office/drawing/2014/main" id="{1FE5472A-B8B3-C8CC-843B-F2DB584828D2}"/>
              </a:ext>
            </a:extLst>
          </p:cNvPr>
          <p:cNvSpPr txBox="1"/>
          <p:nvPr/>
        </p:nvSpPr>
        <p:spPr>
          <a:xfrm>
            <a:off x="16862425" y="6648450"/>
            <a:ext cx="2517775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Uithoudingsvermogen</a:t>
            </a:r>
          </a:p>
        </p:txBody>
      </p:sp>
      <p:sp>
        <p:nvSpPr>
          <p:cNvPr id="813" name="Duelkracht">
            <a:extLst>
              <a:ext uri="{FF2B5EF4-FFF2-40B4-BE49-F238E27FC236}">
                <a16:creationId xmlns:a16="http://schemas.microsoft.com/office/drawing/2014/main" id="{8E696265-A27B-ACB1-4236-F0E534878133}"/>
              </a:ext>
            </a:extLst>
          </p:cNvPr>
          <p:cNvSpPr txBox="1"/>
          <p:nvPr/>
        </p:nvSpPr>
        <p:spPr>
          <a:xfrm>
            <a:off x="16862425" y="6248400"/>
            <a:ext cx="2139950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Duelkracht</a:t>
            </a:r>
          </a:p>
        </p:txBody>
      </p:sp>
      <p:sp>
        <p:nvSpPr>
          <p:cNvPr id="814" name="Positie kiezen (A)">
            <a:extLst>
              <a:ext uri="{FF2B5EF4-FFF2-40B4-BE49-F238E27FC236}">
                <a16:creationId xmlns:a16="http://schemas.microsoft.com/office/drawing/2014/main" id="{210B425C-499A-B042-B925-763803D21743}"/>
              </a:ext>
            </a:extLst>
          </p:cNvPr>
          <p:cNvSpPr txBox="1"/>
          <p:nvPr/>
        </p:nvSpPr>
        <p:spPr>
          <a:xfrm>
            <a:off x="16849725" y="5837238"/>
            <a:ext cx="2138363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Positie kiezen (A)</a:t>
            </a:r>
          </a:p>
        </p:txBody>
      </p:sp>
      <p:sp>
        <p:nvSpPr>
          <p:cNvPr id="815" name="Positie kiezen (v)">
            <a:extLst>
              <a:ext uri="{FF2B5EF4-FFF2-40B4-BE49-F238E27FC236}">
                <a16:creationId xmlns:a16="http://schemas.microsoft.com/office/drawing/2014/main" id="{8203DF55-C4AC-0125-DB33-AEFF05E98748}"/>
              </a:ext>
            </a:extLst>
          </p:cNvPr>
          <p:cNvSpPr txBox="1"/>
          <p:nvPr/>
        </p:nvSpPr>
        <p:spPr>
          <a:xfrm>
            <a:off x="16862425" y="5013325"/>
            <a:ext cx="2517775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Positie kiezen (v)</a:t>
            </a:r>
          </a:p>
        </p:txBody>
      </p:sp>
      <p:sp>
        <p:nvSpPr>
          <p:cNvPr id="816" name="Passing">
            <a:extLst>
              <a:ext uri="{FF2B5EF4-FFF2-40B4-BE49-F238E27FC236}">
                <a16:creationId xmlns:a16="http://schemas.microsoft.com/office/drawing/2014/main" id="{6B465E9D-23E0-8F0B-5AD5-85298E47F893}"/>
              </a:ext>
            </a:extLst>
          </p:cNvPr>
          <p:cNvSpPr txBox="1"/>
          <p:nvPr/>
        </p:nvSpPr>
        <p:spPr>
          <a:xfrm>
            <a:off x="16862425" y="4595813"/>
            <a:ext cx="2139950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Passing</a:t>
            </a:r>
          </a:p>
        </p:txBody>
      </p:sp>
      <p:sp>
        <p:nvSpPr>
          <p:cNvPr id="817" name="Star">
            <a:extLst>
              <a:ext uri="{FF2B5EF4-FFF2-40B4-BE49-F238E27FC236}">
                <a16:creationId xmlns:a16="http://schemas.microsoft.com/office/drawing/2014/main" id="{4E2582A9-CB36-5E17-E0C6-DBA35FBFC0DF}"/>
              </a:ext>
            </a:extLst>
          </p:cNvPr>
          <p:cNvSpPr/>
          <p:nvPr/>
        </p:nvSpPr>
        <p:spPr>
          <a:xfrm>
            <a:off x="20494625" y="7024688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18" name="Star">
            <a:extLst>
              <a:ext uri="{FF2B5EF4-FFF2-40B4-BE49-F238E27FC236}">
                <a16:creationId xmlns:a16="http://schemas.microsoft.com/office/drawing/2014/main" id="{E6109882-3EF9-662D-CE0A-0841B4EE5150}"/>
              </a:ext>
            </a:extLst>
          </p:cNvPr>
          <p:cNvSpPr/>
          <p:nvPr/>
        </p:nvSpPr>
        <p:spPr>
          <a:xfrm>
            <a:off x="20832763" y="7024688"/>
            <a:ext cx="298450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19" name="Star">
            <a:extLst>
              <a:ext uri="{FF2B5EF4-FFF2-40B4-BE49-F238E27FC236}">
                <a16:creationId xmlns:a16="http://schemas.microsoft.com/office/drawing/2014/main" id="{6ADD2164-C8A8-F38E-607F-1D5F7DE85BD2}"/>
              </a:ext>
            </a:extLst>
          </p:cNvPr>
          <p:cNvSpPr/>
          <p:nvPr/>
        </p:nvSpPr>
        <p:spPr>
          <a:xfrm>
            <a:off x="21172488" y="7024688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0" name="Star">
            <a:extLst>
              <a:ext uri="{FF2B5EF4-FFF2-40B4-BE49-F238E27FC236}">
                <a16:creationId xmlns:a16="http://schemas.microsoft.com/office/drawing/2014/main" id="{10898135-2FF1-9CB2-DBA5-E4BBAEEB0E7F}"/>
              </a:ext>
            </a:extLst>
          </p:cNvPr>
          <p:cNvSpPr/>
          <p:nvPr/>
        </p:nvSpPr>
        <p:spPr>
          <a:xfrm>
            <a:off x="21510625" y="7024688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1" name="Star">
            <a:extLst>
              <a:ext uri="{FF2B5EF4-FFF2-40B4-BE49-F238E27FC236}">
                <a16:creationId xmlns:a16="http://schemas.microsoft.com/office/drawing/2014/main" id="{D38F3F89-3C66-C7D0-6E16-7515D22AD74E}"/>
              </a:ext>
            </a:extLst>
          </p:cNvPr>
          <p:cNvSpPr/>
          <p:nvPr/>
        </p:nvSpPr>
        <p:spPr>
          <a:xfrm>
            <a:off x="21844000" y="7024688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2" name="Star">
            <a:extLst>
              <a:ext uri="{FF2B5EF4-FFF2-40B4-BE49-F238E27FC236}">
                <a16:creationId xmlns:a16="http://schemas.microsoft.com/office/drawing/2014/main" id="{6E6EC3EE-2E84-6809-6DC0-2E7D0DCC6F81}"/>
              </a:ext>
            </a:extLst>
          </p:cNvPr>
          <p:cNvSpPr/>
          <p:nvPr/>
        </p:nvSpPr>
        <p:spPr>
          <a:xfrm>
            <a:off x="22183725" y="7024688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3" name="Star">
            <a:extLst>
              <a:ext uri="{FF2B5EF4-FFF2-40B4-BE49-F238E27FC236}">
                <a16:creationId xmlns:a16="http://schemas.microsoft.com/office/drawing/2014/main" id="{507E5C0C-A16A-078C-487E-157E1DF8917F}"/>
              </a:ext>
            </a:extLst>
          </p:cNvPr>
          <p:cNvSpPr/>
          <p:nvPr/>
        </p:nvSpPr>
        <p:spPr>
          <a:xfrm>
            <a:off x="22521863" y="7024688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4" name="Star">
            <a:extLst>
              <a:ext uri="{FF2B5EF4-FFF2-40B4-BE49-F238E27FC236}">
                <a16:creationId xmlns:a16="http://schemas.microsoft.com/office/drawing/2014/main" id="{542B72B7-B8BB-5570-66D4-BB9FCF4A7A32}"/>
              </a:ext>
            </a:extLst>
          </p:cNvPr>
          <p:cNvSpPr/>
          <p:nvPr/>
        </p:nvSpPr>
        <p:spPr>
          <a:xfrm>
            <a:off x="22860000" y="7024688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5" name="Star">
            <a:extLst>
              <a:ext uri="{FF2B5EF4-FFF2-40B4-BE49-F238E27FC236}">
                <a16:creationId xmlns:a16="http://schemas.microsoft.com/office/drawing/2014/main" id="{AE622835-13BA-D0CC-281F-3DF899CA8F50}"/>
              </a:ext>
            </a:extLst>
          </p:cNvPr>
          <p:cNvSpPr/>
          <p:nvPr/>
        </p:nvSpPr>
        <p:spPr>
          <a:xfrm>
            <a:off x="23194963" y="7024688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6" name="Star">
            <a:extLst>
              <a:ext uri="{FF2B5EF4-FFF2-40B4-BE49-F238E27FC236}">
                <a16:creationId xmlns:a16="http://schemas.microsoft.com/office/drawing/2014/main" id="{4264103E-041A-CF08-89A0-14EEB11E3014}"/>
              </a:ext>
            </a:extLst>
          </p:cNvPr>
          <p:cNvSpPr/>
          <p:nvPr/>
        </p:nvSpPr>
        <p:spPr>
          <a:xfrm>
            <a:off x="23533100" y="7024688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7" name="Star">
            <a:extLst>
              <a:ext uri="{FF2B5EF4-FFF2-40B4-BE49-F238E27FC236}">
                <a16:creationId xmlns:a16="http://schemas.microsoft.com/office/drawing/2014/main" id="{490C4BA0-2789-123E-C30D-509ACC2B634A}"/>
              </a:ext>
            </a:extLst>
          </p:cNvPr>
          <p:cNvSpPr/>
          <p:nvPr/>
        </p:nvSpPr>
        <p:spPr>
          <a:xfrm>
            <a:off x="20494625" y="6613525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8" name="Star">
            <a:extLst>
              <a:ext uri="{FF2B5EF4-FFF2-40B4-BE49-F238E27FC236}">
                <a16:creationId xmlns:a16="http://schemas.microsoft.com/office/drawing/2014/main" id="{67C7B543-B0C9-7315-9494-A8FE7818EF3D}"/>
              </a:ext>
            </a:extLst>
          </p:cNvPr>
          <p:cNvSpPr/>
          <p:nvPr/>
        </p:nvSpPr>
        <p:spPr>
          <a:xfrm>
            <a:off x="20832763" y="6613525"/>
            <a:ext cx="298450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29" name="Star">
            <a:extLst>
              <a:ext uri="{FF2B5EF4-FFF2-40B4-BE49-F238E27FC236}">
                <a16:creationId xmlns:a16="http://schemas.microsoft.com/office/drawing/2014/main" id="{88DF20FF-6273-DC3F-5610-0C2FCAA4350E}"/>
              </a:ext>
            </a:extLst>
          </p:cNvPr>
          <p:cNvSpPr/>
          <p:nvPr/>
        </p:nvSpPr>
        <p:spPr>
          <a:xfrm>
            <a:off x="21172488" y="6613525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0" name="Star">
            <a:extLst>
              <a:ext uri="{FF2B5EF4-FFF2-40B4-BE49-F238E27FC236}">
                <a16:creationId xmlns:a16="http://schemas.microsoft.com/office/drawing/2014/main" id="{97FBE200-54E0-7468-D64C-BF08DE54BF37}"/>
              </a:ext>
            </a:extLst>
          </p:cNvPr>
          <p:cNvSpPr/>
          <p:nvPr/>
        </p:nvSpPr>
        <p:spPr>
          <a:xfrm>
            <a:off x="21510625" y="6613525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1" name="Star">
            <a:extLst>
              <a:ext uri="{FF2B5EF4-FFF2-40B4-BE49-F238E27FC236}">
                <a16:creationId xmlns:a16="http://schemas.microsoft.com/office/drawing/2014/main" id="{1FB83528-8B77-44EF-CB2A-367148DD5308}"/>
              </a:ext>
            </a:extLst>
          </p:cNvPr>
          <p:cNvSpPr/>
          <p:nvPr/>
        </p:nvSpPr>
        <p:spPr>
          <a:xfrm>
            <a:off x="21844000" y="6613525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2" name="Star">
            <a:extLst>
              <a:ext uri="{FF2B5EF4-FFF2-40B4-BE49-F238E27FC236}">
                <a16:creationId xmlns:a16="http://schemas.microsoft.com/office/drawing/2014/main" id="{481E3D3E-ED94-A022-0D1C-4928B1089F47}"/>
              </a:ext>
            </a:extLst>
          </p:cNvPr>
          <p:cNvSpPr/>
          <p:nvPr/>
        </p:nvSpPr>
        <p:spPr>
          <a:xfrm>
            <a:off x="22183725" y="6613525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3" name="Star">
            <a:extLst>
              <a:ext uri="{FF2B5EF4-FFF2-40B4-BE49-F238E27FC236}">
                <a16:creationId xmlns:a16="http://schemas.microsoft.com/office/drawing/2014/main" id="{8460479C-E5D9-2ED3-81B9-CABB395B5035}"/>
              </a:ext>
            </a:extLst>
          </p:cNvPr>
          <p:cNvSpPr/>
          <p:nvPr/>
        </p:nvSpPr>
        <p:spPr>
          <a:xfrm>
            <a:off x="22521863" y="6613525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4" name="Star">
            <a:extLst>
              <a:ext uri="{FF2B5EF4-FFF2-40B4-BE49-F238E27FC236}">
                <a16:creationId xmlns:a16="http://schemas.microsoft.com/office/drawing/2014/main" id="{5B6A223D-5706-8D25-10A4-443E4D8B8A46}"/>
              </a:ext>
            </a:extLst>
          </p:cNvPr>
          <p:cNvSpPr/>
          <p:nvPr/>
        </p:nvSpPr>
        <p:spPr>
          <a:xfrm>
            <a:off x="22860000" y="6613525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5" name="Star">
            <a:extLst>
              <a:ext uri="{FF2B5EF4-FFF2-40B4-BE49-F238E27FC236}">
                <a16:creationId xmlns:a16="http://schemas.microsoft.com/office/drawing/2014/main" id="{07E9CD91-0254-001D-2B0C-CA45F86B1D82}"/>
              </a:ext>
            </a:extLst>
          </p:cNvPr>
          <p:cNvSpPr/>
          <p:nvPr/>
        </p:nvSpPr>
        <p:spPr>
          <a:xfrm>
            <a:off x="23194963" y="6613525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6" name="Star">
            <a:extLst>
              <a:ext uri="{FF2B5EF4-FFF2-40B4-BE49-F238E27FC236}">
                <a16:creationId xmlns:a16="http://schemas.microsoft.com/office/drawing/2014/main" id="{9A4DC711-2EF3-6FFD-B67A-36F6DF7D1383}"/>
              </a:ext>
            </a:extLst>
          </p:cNvPr>
          <p:cNvSpPr/>
          <p:nvPr/>
        </p:nvSpPr>
        <p:spPr>
          <a:xfrm>
            <a:off x="23533100" y="6613525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7" name="Star">
            <a:extLst>
              <a:ext uri="{FF2B5EF4-FFF2-40B4-BE49-F238E27FC236}">
                <a16:creationId xmlns:a16="http://schemas.microsoft.com/office/drawing/2014/main" id="{90816B91-B695-E24E-B76B-D75569F2D0AF}"/>
              </a:ext>
            </a:extLst>
          </p:cNvPr>
          <p:cNvSpPr/>
          <p:nvPr/>
        </p:nvSpPr>
        <p:spPr>
          <a:xfrm>
            <a:off x="20494625" y="5827713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8" name="Star">
            <a:extLst>
              <a:ext uri="{FF2B5EF4-FFF2-40B4-BE49-F238E27FC236}">
                <a16:creationId xmlns:a16="http://schemas.microsoft.com/office/drawing/2014/main" id="{CC1F69DA-8BFA-B5DA-30A4-7F0EDAAC6D00}"/>
              </a:ext>
            </a:extLst>
          </p:cNvPr>
          <p:cNvSpPr/>
          <p:nvPr/>
        </p:nvSpPr>
        <p:spPr>
          <a:xfrm>
            <a:off x="20832763" y="5827713"/>
            <a:ext cx="298450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39" name="Star">
            <a:extLst>
              <a:ext uri="{FF2B5EF4-FFF2-40B4-BE49-F238E27FC236}">
                <a16:creationId xmlns:a16="http://schemas.microsoft.com/office/drawing/2014/main" id="{77F0B2C8-373C-CC29-8BB9-5D3E6B9A1C8F}"/>
              </a:ext>
            </a:extLst>
          </p:cNvPr>
          <p:cNvSpPr/>
          <p:nvPr/>
        </p:nvSpPr>
        <p:spPr>
          <a:xfrm>
            <a:off x="21172488" y="5827713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40" name="Star">
            <a:extLst>
              <a:ext uri="{FF2B5EF4-FFF2-40B4-BE49-F238E27FC236}">
                <a16:creationId xmlns:a16="http://schemas.microsoft.com/office/drawing/2014/main" id="{0BB63B4B-816A-32EF-08AD-A19EE00076D9}"/>
              </a:ext>
            </a:extLst>
          </p:cNvPr>
          <p:cNvSpPr/>
          <p:nvPr/>
        </p:nvSpPr>
        <p:spPr>
          <a:xfrm>
            <a:off x="21510625" y="5827713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41" name="Star">
            <a:extLst>
              <a:ext uri="{FF2B5EF4-FFF2-40B4-BE49-F238E27FC236}">
                <a16:creationId xmlns:a16="http://schemas.microsoft.com/office/drawing/2014/main" id="{C71A6C7B-5CD9-B312-FD57-56EA567FDF01}"/>
              </a:ext>
            </a:extLst>
          </p:cNvPr>
          <p:cNvSpPr/>
          <p:nvPr/>
        </p:nvSpPr>
        <p:spPr>
          <a:xfrm>
            <a:off x="21844000" y="5827713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42" name="Star">
            <a:extLst>
              <a:ext uri="{FF2B5EF4-FFF2-40B4-BE49-F238E27FC236}">
                <a16:creationId xmlns:a16="http://schemas.microsoft.com/office/drawing/2014/main" id="{D435E373-BDDB-6F0C-8059-F791ADE34FB3}"/>
              </a:ext>
            </a:extLst>
          </p:cNvPr>
          <p:cNvSpPr/>
          <p:nvPr/>
        </p:nvSpPr>
        <p:spPr>
          <a:xfrm>
            <a:off x="22183725" y="5827713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43" name="Star">
            <a:extLst>
              <a:ext uri="{FF2B5EF4-FFF2-40B4-BE49-F238E27FC236}">
                <a16:creationId xmlns:a16="http://schemas.microsoft.com/office/drawing/2014/main" id="{D8FAAFEE-D88B-9A3A-3A00-298ADB93C24A}"/>
              </a:ext>
            </a:extLst>
          </p:cNvPr>
          <p:cNvSpPr/>
          <p:nvPr/>
        </p:nvSpPr>
        <p:spPr>
          <a:xfrm>
            <a:off x="22521863" y="5827713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44" name="Star">
            <a:extLst>
              <a:ext uri="{FF2B5EF4-FFF2-40B4-BE49-F238E27FC236}">
                <a16:creationId xmlns:a16="http://schemas.microsoft.com/office/drawing/2014/main" id="{CC943DF5-9513-26B8-7EB3-B5B3FAE13064}"/>
              </a:ext>
            </a:extLst>
          </p:cNvPr>
          <p:cNvSpPr/>
          <p:nvPr/>
        </p:nvSpPr>
        <p:spPr>
          <a:xfrm>
            <a:off x="22860000" y="5827713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45" name="Star">
            <a:extLst>
              <a:ext uri="{FF2B5EF4-FFF2-40B4-BE49-F238E27FC236}">
                <a16:creationId xmlns:a16="http://schemas.microsoft.com/office/drawing/2014/main" id="{38C2E546-DBA0-C807-A871-F24D23F904CF}"/>
              </a:ext>
            </a:extLst>
          </p:cNvPr>
          <p:cNvSpPr/>
          <p:nvPr/>
        </p:nvSpPr>
        <p:spPr>
          <a:xfrm>
            <a:off x="23194963" y="5827713"/>
            <a:ext cx="296862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46" name="Star">
            <a:extLst>
              <a:ext uri="{FF2B5EF4-FFF2-40B4-BE49-F238E27FC236}">
                <a16:creationId xmlns:a16="http://schemas.microsoft.com/office/drawing/2014/main" id="{9F3465F1-6E37-3875-38BF-9BA43242492F}"/>
              </a:ext>
            </a:extLst>
          </p:cNvPr>
          <p:cNvSpPr/>
          <p:nvPr/>
        </p:nvSpPr>
        <p:spPr>
          <a:xfrm>
            <a:off x="23533100" y="5827713"/>
            <a:ext cx="296863" cy="331787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47" name="Star">
            <a:extLst>
              <a:ext uri="{FF2B5EF4-FFF2-40B4-BE49-F238E27FC236}">
                <a16:creationId xmlns:a16="http://schemas.microsoft.com/office/drawing/2014/main" id="{79E27BF7-D235-9BDF-5EF6-F30AF7C69DE7}"/>
              </a:ext>
            </a:extLst>
          </p:cNvPr>
          <p:cNvSpPr/>
          <p:nvPr/>
        </p:nvSpPr>
        <p:spPr>
          <a:xfrm>
            <a:off x="20494625" y="6218238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48" name="Star">
            <a:extLst>
              <a:ext uri="{FF2B5EF4-FFF2-40B4-BE49-F238E27FC236}">
                <a16:creationId xmlns:a16="http://schemas.microsoft.com/office/drawing/2014/main" id="{343BF72D-CD81-A6D5-CE22-9A4E652ED70E}"/>
              </a:ext>
            </a:extLst>
          </p:cNvPr>
          <p:cNvSpPr/>
          <p:nvPr/>
        </p:nvSpPr>
        <p:spPr>
          <a:xfrm>
            <a:off x="20832763" y="6218238"/>
            <a:ext cx="298450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49" name="Star">
            <a:extLst>
              <a:ext uri="{FF2B5EF4-FFF2-40B4-BE49-F238E27FC236}">
                <a16:creationId xmlns:a16="http://schemas.microsoft.com/office/drawing/2014/main" id="{60F1F361-8BE7-5446-534B-1DE9DC05941C}"/>
              </a:ext>
            </a:extLst>
          </p:cNvPr>
          <p:cNvSpPr/>
          <p:nvPr/>
        </p:nvSpPr>
        <p:spPr>
          <a:xfrm>
            <a:off x="21172488" y="6218238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0" name="Star">
            <a:extLst>
              <a:ext uri="{FF2B5EF4-FFF2-40B4-BE49-F238E27FC236}">
                <a16:creationId xmlns:a16="http://schemas.microsoft.com/office/drawing/2014/main" id="{93211E8B-B463-5E15-C2FA-BEFC8735AE89}"/>
              </a:ext>
            </a:extLst>
          </p:cNvPr>
          <p:cNvSpPr/>
          <p:nvPr/>
        </p:nvSpPr>
        <p:spPr>
          <a:xfrm>
            <a:off x="21510625" y="6218238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1" name="Star">
            <a:extLst>
              <a:ext uri="{FF2B5EF4-FFF2-40B4-BE49-F238E27FC236}">
                <a16:creationId xmlns:a16="http://schemas.microsoft.com/office/drawing/2014/main" id="{339F58E9-E083-6597-7CCA-44C6CC8893F9}"/>
              </a:ext>
            </a:extLst>
          </p:cNvPr>
          <p:cNvSpPr/>
          <p:nvPr/>
        </p:nvSpPr>
        <p:spPr>
          <a:xfrm>
            <a:off x="21844000" y="6218238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2" name="Star">
            <a:extLst>
              <a:ext uri="{FF2B5EF4-FFF2-40B4-BE49-F238E27FC236}">
                <a16:creationId xmlns:a16="http://schemas.microsoft.com/office/drawing/2014/main" id="{9C85B595-C57E-57FF-1E2A-DEAA94DBD2C7}"/>
              </a:ext>
            </a:extLst>
          </p:cNvPr>
          <p:cNvSpPr/>
          <p:nvPr/>
        </p:nvSpPr>
        <p:spPr>
          <a:xfrm>
            <a:off x="22183725" y="6218238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3" name="Star">
            <a:extLst>
              <a:ext uri="{FF2B5EF4-FFF2-40B4-BE49-F238E27FC236}">
                <a16:creationId xmlns:a16="http://schemas.microsoft.com/office/drawing/2014/main" id="{CD85A994-6133-FC00-5CC1-24E2F4C1A690}"/>
              </a:ext>
            </a:extLst>
          </p:cNvPr>
          <p:cNvSpPr/>
          <p:nvPr/>
        </p:nvSpPr>
        <p:spPr>
          <a:xfrm>
            <a:off x="22521863" y="6218238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4" name="Star">
            <a:extLst>
              <a:ext uri="{FF2B5EF4-FFF2-40B4-BE49-F238E27FC236}">
                <a16:creationId xmlns:a16="http://schemas.microsoft.com/office/drawing/2014/main" id="{FB24B3C6-A1D9-FCFA-70C9-2D6A0D0AB949}"/>
              </a:ext>
            </a:extLst>
          </p:cNvPr>
          <p:cNvSpPr/>
          <p:nvPr/>
        </p:nvSpPr>
        <p:spPr>
          <a:xfrm>
            <a:off x="22860000" y="6218238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5" name="Star">
            <a:extLst>
              <a:ext uri="{FF2B5EF4-FFF2-40B4-BE49-F238E27FC236}">
                <a16:creationId xmlns:a16="http://schemas.microsoft.com/office/drawing/2014/main" id="{2F4D6A77-BEC6-2A65-B461-9E4B72CAACFE}"/>
              </a:ext>
            </a:extLst>
          </p:cNvPr>
          <p:cNvSpPr/>
          <p:nvPr/>
        </p:nvSpPr>
        <p:spPr>
          <a:xfrm>
            <a:off x="23194963" y="6218238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6" name="Star">
            <a:extLst>
              <a:ext uri="{FF2B5EF4-FFF2-40B4-BE49-F238E27FC236}">
                <a16:creationId xmlns:a16="http://schemas.microsoft.com/office/drawing/2014/main" id="{B4547DFE-CAFB-1E89-8846-60B482EF1CD0}"/>
              </a:ext>
            </a:extLst>
          </p:cNvPr>
          <p:cNvSpPr/>
          <p:nvPr/>
        </p:nvSpPr>
        <p:spPr>
          <a:xfrm>
            <a:off x="23533100" y="6218238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7" name="Star">
            <a:extLst>
              <a:ext uri="{FF2B5EF4-FFF2-40B4-BE49-F238E27FC236}">
                <a16:creationId xmlns:a16="http://schemas.microsoft.com/office/drawing/2014/main" id="{2EAA90E2-C1CD-36A4-F2F6-6A84A88EA506}"/>
              </a:ext>
            </a:extLst>
          </p:cNvPr>
          <p:cNvSpPr/>
          <p:nvPr/>
        </p:nvSpPr>
        <p:spPr>
          <a:xfrm>
            <a:off x="20491450" y="49815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8" name="Star">
            <a:extLst>
              <a:ext uri="{FF2B5EF4-FFF2-40B4-BE49-F238E27FC236}">
                <a16:creationId xmlns:a16="http://schemas.microsoft.com/office/drawing/2014/main" id="{20E9C4FB-51F6-EA43-EF07-B8706905270D}"/>
              </a:ext>
            </a:extLst>
          </p:cNvPr>
          <p:cNvSpPr/>
          <p:nvPr/>
        </p:nvSpPr>
        <p:spPr>
          <a:xfrm>
            <a:off x="20829588" y="4981575"/>
            <a:ext cx="296862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59" name="Star">
            <a:extLst>
              <a:ext uri="{FF2B5EF4-FFF2-40B4-BE49-F238E27FC236}">
                <a16:creationId xmlns:a16="http://schemas.microsoft.com/office/drawing/2014/main" id="{39BD5ECC-CEE4-6A6C-6486-0E03262BA927}"/>
              </a:ext>
            </a:extLst>
          </p:cNvPr>
          <p:cNvSpPr/>
          <p:nvPr/>
        </p:nvSpPr>
        <p:spPr>
          <a:xfrm>
            <a:off x="21167725" y="49815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0" name="Star">
            <a:extLst>
              <a:ext uri="{FF2B5EF4-FFF2-40B4-BE49-F238E27FC236}">
                <a16:creationId xmlns:a16="http://schemas.microsoft.com/office/drawing/2014/main" id="{74068BC5-B780-3522-EADF-7A85CAC825CF}"/>
              </a:ext>
            </a:extLst>
          </p:cNvPr>
          <p:cNvSpPr/>
          <p:nvPr/>
        </p:nvSpPr>
        <p:spPr>
          <a:xfrm>
            <a:off x="21507450" y="49815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1" name="Star">
            <a:extLst>
              <a:ext uri="{FF2B5EF4-FFF2-40B4-BE49-F238E27FC236}">
                <a16:creationId xmlns:a16="http://schemas.microsoft.com/office/drawing/2014/main" id="{5D6FCB25-F69A-9F30-7428-3A20FC2E6625}"/>
              </a:ext>
            </a:extLst>
          </p:cNvPr>
          <p:cNvSpPr/>
          <p:nvPr/>
        </p:nvSpPr>
        <p:spPr>
          <a:xfrm>
            <a:off x="21840825" y="49815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2" name="Star">
            <a:extLst>
              <a:ext uri="{FF2B5EF4-FFF2-40B4-BE49-F238E27FC236}">
                <a16:creationId xmlns:a16="http://schemas.microsoft.com/office/drawing/2014/main" id="{93141984-E3A9-8F17-695C-EEDBD544C082}"/>
              </a:ext>
            </a:extLst>
          </p:cNvPr>
          <p:cNvSpPr/>
          <p:nvPr/>
        </p:nvSpPr>
        <p:spPr>
          <a:xfrm>
            <a:off x="22178963" y="4981575"/>
            <a:ext cx="296862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3" name="Star">
            <a:extLst>
              <a:ext uri="{FF2B5EF4-FFF2-40B4-BE49-F238E27FC236}">
                <a16:creationId xmlns:a16="http://schemas.microsoft.com/office/drawing/2014/main" id="{DA6ECD5B-2B8C-6524-E071-BDCA03BD74A6}"/>
              </a:ext>
            </a:extLst>
          </p:cNvPr>
          <p:cNvSpPr/>
          <p:nvPr/>
        </p:nvSpPr>
        <p:spPr>
          <a:xfrm>
            <a:off x="22517100" y="4981575"/>
            <a:ext cx="298450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4" name="Star">
            <a:extLst>
              <a:ext uri="{FF2B5EF4-FFF2-40B4-BE49-F238E27FC236}">
                <a16:creationId xmlns:a16="http://schemas.microsoft.com/office/drawing/2014/main" id="{B5A9CCF4-15AC-4E5E-427C-30FE633C3116}"/>
              </a:ext>
            </a:extLst>
          </p:cNvPr>
          <p:cNvSpPr/>
          <p:nvPr/>
        </p:nvSpPr>
        <p:spPr>
          <a:xfrm>
            <a:off x="22856825" y="49815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5" name="Star">
            <a:extLst>
              <a:ext uri="{FF2B5EF4-FFF2-40B4-BE49-F238E27FC236}">
                <a16:creationId xmlns:a16="http://schemas.microsoft.com/office/drawing/2014/main" id="{84A7464D-5270-2309-F24B-31C7202A79A1}"/>
              </a:ext>
            </a:extLst>
          </p:cNvPr>
          <p:cNvSpPr/>
          <p:nvPr/>
        </p:nvSpPr>
        <p:spPr>
          <a:xfrm>
            <a:off x="23190200" y="4981575"/>
            <a:ext cx="298450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6" name="Star">
            <a:extLst>
              <a:ext uri="{FF2B5EF4-FFF2-40B4-BE49-F238E27FC236}">
                <a16:creationId xmlns:a16="http://schemas.microsoft.com/office/drawing/2014/main" id="{12AD6BF1-A0AE-07D7-84F7-1B4284747B5C}"/>
              </a:ext>
            </a:extLst>
          </p:cNvPr>
          <p:cNvSpPr/>
          <p:nvPr/>
        </p:nvSpPr>
        <p:spPr>
          <a:xfrm>
            <a:off x="23529925" y="49815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7" name="Star">
            <a:extLst>
              <a:ext uri="{FF2B5EF4-FFF2-40B4-BE49-F238E27FC236}">
                <a16:creationId xmlns:a16="http://schemas.microsoft.com/office/drawing/2014/main" id="{E8D56107-BEA3-32C4-A0DD-1CD4C5E679C4}"/>
              </a:ext>
            </a:extLst>
          </p:cNvPr>
          <p:cNvSpPr/>
          <p:nvPr/>
        </p:nvSpPr>
        <p:spPr>
          <a:xfrm>
            <a:off x="20494625" y="457835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8" name="Star">
            <a:extLst>
              <a:ext uri="{FF2B5EF4-FFF2-40B4-BE49-F238E27FC236}">
                <a16:creationId xmlns:a16="http://schemas.microsoft.com/office/drawing/2014/main" id="{7E8CB379-828E-93E1-D3DD-1CB6DC18ADBB}"/>
              </a:ext>
            </a:extLst>
          </p:cNvPr>
          <p:cNvSpPr/>
          <p:nvPr/>
        </p:nvSpPr>
        <p:spPr>
          <a:xfrm>
            <a:off x="20832763" y="4578350"/>
            <a:ext cx="298450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69" name="Star">
            <a:extLst>
              <a:ext uri="{FF2B5EF4-FFF2-40B4-BE49-F238E27FC236}">
                <a16:creationId xmlns:a16="http://schemas.microsoft.com/office/drawing/2014/main" id="{3731FF46-1543-A0AD-5C26-0A69937461F4}"/>
              </a:ext>
            </a:extLst>
          </p:cNvPr>
          <p:cNvSpPr/>
          <p:nvPr/>
        </p:nvSpPr>
        <p:spPr>
          <a:xfrm>
            <a:off x="21172488" y="4578350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70" name="Star">
            <a:extLst>
              <a:ext uri="{FF2B5EF4-FFF2-40B4-BE49-F238E27FC236}">
                <a16:creationId xmlns:a16="http://schemas.microsoft.com/office/drawing/2014/main" id="{52E623B3-59B8-7D1E-926C-B18281F66EF5}"/>
              </a:ext>
            </a:extLst>
          </p:cNvPr>
          <p:cNvSpPr/>
          <p:nvPr/>
        </p:nvSpPr>
        <p:spPr>
          <a:xfrm>
            <a:off x="21510625" y="457835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71" name="Star">
            <a:extLst>
              <a:ext uri="{FF2B5EF4-FFF2-40B4-BE49-F238E27FC236}">
                <a16:creationId xmlns:a16="http://schemas.microsoft.com/office/drawing/2014/main" id="{3FE9D285-0340-ED2B-6FAA-1620F543A769}"/>
              </a:ext>
            </a:extLst>
          </p:cNvPr>
          <p:cNvSpPr/>
          <p:nvPr/>
        </p:nvSpPr>
        <p:spPr>
          <a:xfrm>
            <a:off x="21844000" y="457835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72" name="Star">
            <a:extLst>
              <a:ext uri="{FF2B5EF4-FFF2-40B4-BE49-F238E27FC236}">
                <a16:creationId xmlns:a16="http://schemas.microsoft.com/office/drawing/2014/main" id="{74513288-6378-4A1B-77CB-379E7B5F8A16}"/>
              </a:ext>
            </a:extLst>
          </p:cNvPr>
          <p:cNvSpPr/>
          <p:nvPr/>
        </p:nvSpPr>
        <p:spPr>
          <a:xfrm>
            <a:off x="22183725" y="457835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73" name="Star">
            <a:extLst>
              <a:ext uri="{FF2B5EF4-FFF2-40B4-BE49-F238E27FC236}">
                <a16:creationId xmlns:a16="http://schemas.microsoft.com/office/drawing/2014/main" id="{D4FE6C81-EA6F-DC27-B1CD-7F2A1711B3AD}"/>
              </a:ext>
            </a:extLst>
          </p:cNvPr>
          <p:cNvSpPr/>
          <p:nvPr/>
        </p:nvSpPr>
        <p:spPr>
          <a:xfrm>
            <a:off x="22521863" y="4578350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74" name="Star">
            <a:extLst>
              <a:ext uri="{FF2B5EF4-FFF2-40B4-BE49-F238E27FC236}">
                <a16:creationId xmlns:a16="http://schemas.microsoft.com/office/drawing/2014/main" id="{A4140AEB-01E8-24CD-596F-6515D5BA8405}"/>
              </a:ext>
            </a:extLst>
          </p:cNvPr>
          <p:cNvSpPr/>
          <p:nvPr/>
        </p:nvSpPr>
        <p:spPr>
          <a:xfrm>
            <a:off x="22860000" y="457835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75" name="Star">
            <a:extLst>
              <a:ext uri="{FF2B5EF4-FFF2-40B4-BE49-F238E27FC236}">
                <a16:creationId xmlns:a16="http://schemas.microsoft.com/office/drawing/2014/main" id="{58D9E088-B57C-CC6E-8477-66DEF38AF061}"/>
              </a:ext>
            </a:extLst>
          </p:cNvPr>
          <p:cNvSpPr/>
          <p:nvPr/>
        </p:nvSpPr>
        <p:spPr>
          <a:xfrm>
            <a:off x="23194963" y="4578350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76" name="Star">
            <a:extLst>
              <a:ext uri="{FF2B5EF4-FFF2-40B4-BE49-F238E27FC236}">
                <a16:creationId xmlns:a16="http://schemas.microsoft.com/office/drawing/2014/main" id="{9002AFC8-65D6-42AD-6335-77F85D45F603}"/>
              </a:ext>
            </a:extLst>
          </p:cNvPr>
          <p:cNvSpPr/>
          <p:nvPr/>
        </p:nvSpPr>
        <p:spPr>
          <a:xfrm>
            <a:off x="23533100" y="457835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grpSp>
        <p:nvGrpSpPr>
          <p:cNvPr id="37984" name="9">
            <a:extLst>
              <a:ext uri="{FF2B5EF4-FFF2-40B4-BE49-F238E27FC236}">
                <a16:creationId xmlns:a16="http://schemas.microsoft.com/office/drawing/2014/main" id="{3FE35D4E-6B79-CA68-F058-99F11682F829}"/>
              </a:ext>
            </a:extLst>
          </p:cNvPr>
          <p:cNvGrpSpPr>
            <a:grpSpLocks/>
          </p:cNvGrpSpPr>
          <p:nvPr/>
        </p:nvGrpSpPr>
        <p:grpSpPr bwMode="auto">
          <a:xfrm>
            <a:off x="5635625" y="9988550"/>
            <a:ext cx="369888" cy="382588"/>
            <a:chOff x="0" y="0"/>
            <a:chExt cx="369516" cy="383518"/>
          </a:xfrm>
        </p:grpSpPr>
        <p:sp>
          <p:nvSpPr>
            <p:cNvPr id="38052" name="Oval">
              <a:extLst>
                <a:ext uri="{FF2B5EF4-FFF2-40B4-BE49-F238E27FC236}">
                  <a16:creationId xmlns:a16="http://schemas.microsoft.com/office/drawing/2014/main" id="{D0FEF30B-2E42-9F2D-1E8F-115E6BE74A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38053" name="9">
              <a:extLst>
                <a:ext uri="{FF2B5EF4-FFF2-40B4-BE49-F238E27FC236}">
                  <a16:creationId xmlns:a16="http://schemas.microsoft.com/office/drawing/2014/main" id="{0F4DA70C-3605-CE68-F82F-04B55AC6E3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9</a:t>
              </a:r>
            </a:p>
          </p:txBody>
        </p:sp>
      </p:grpSp>
      <p:grpSp>
        <p:nvGrpSpPr>
          <p:cNvPr id="37985" name="11">
            <a:extLst>
              <a:ext uri="{FF2B5EF4-FFF2-40B4-BE49-F238E27FC236}">
                <a16:creationId xmlns:a16="http://schemas.microsoft.com/office/drawing/2014/main" id="{1A52991D-E9CB-6206-F3F2-553943EF487E}"/>
              </a:ext>
            </a:extLst>
          </p:cNvPr>
          <p:cNvGrpSpPr>
            <a:grpSpLocks/>
          </p:cNvGrpSpPr>
          <p:nvPr/>
        </p:nvGrpSpPr>
        <p:grpSpPr bwMode="auto">
          <a:xfrm>
            <a:off x="4830763" y="10317163"/>
            <a:ext cx="369887" cy="382587"/>
            <a:chOff x="0" y="0"/>
            <a:chExt cx="369516" cy="383518"/>
          </a:xfrm>
        </p:grpSpPr>
        <p:sp>
          <p:nvSpPr>
            <p:cNvPr id="38050" name="Oval">
              <a:extLst>
                <a:ext uri="{FF2B5EF4-FFF2-40B4-BE49-F238E27FC236}">
                  <a16:creationId xmlns:a16="http://schemas.microsoft.com/office/drawing/2014/main" id="{AC8AA71A-66BE-81C5-5F08-60F0CE0103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38051" name="11">
              <a:extLst>
                <a:ext uri="{FF2B5EF4-FFF2-40B4-BE49-F238E27FC236}">
                  <a16:creationId xmlns:a16="http://schemas.microsoft.com/office/drawing/2014/main" id="{8BB07F19-8FA7-2824-C48E-36678BF990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11</a:t>
              </a:r>
            </a:p>
          </p:txBody>
        </p:sp>
      </p:grpSp>
      <p:grpSp>
        <p:nvGrpSpPr>
          <p:cNvPr id="37986" name="7">
            <a:extLst>
              <a:ext uri="{FF2B5EF4-FFF2-40B4-BE49-F238E27FC236}">
                <a16:creationId xmlns:a16="http://schemas.microsoft.com/office/drawing/2014/main" id="{2C424101-6194-032E-B9EB-2AB6A3924CA2}"/>
              </a:ext>
            </a:extLst>
          </p:cNvPr>
          <p:cNvGrpSpPr>
            <a:grpSpLocks/>
          </p:cNvGrpSpPr>
          <p:nvPr/>
        </p:nvGrpSpPr>
        <p:grpSpPr bwMode="auto">
          <a:xfrm>
            <a:off x="6440488" y="10317163"/>
            <a:ext cx="369887" cy="382587"/>
            <a:chOff x="0" y="0"/>
            <a:chExt cx="369516" cy="383518"/>
          </a:xfrm>
        </p:grpSpPr>
        <p:sp>
          <p:nvSpPr>
            <p:cNvPr id="38048" name="Oval">
              <a:extLst>
                <a:ext uri="{FF2B5EF4-FFF2-40B4-BE49-F238E27FC236}">
                  <a16:creationId xmlns:a16="http://schemas.microsoft.com/office/drawing/2014/main" id="{6764D2FF-071E-2188-C407-2763E04744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38049" name="7">
              <a:extLst>
                <a:ext uri="{FF2B5EF4-FFF2-40B4-BE49-F238E27FC236}">
                  <a16:creationId xmlns:a16="http://schemas.microsoft.com/office/drawing/2014/main" id="{2C8A6528-7443-F116-5ABD-A86160E83B9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7</a:t>
              </a:r>
            </a:p>
          </p:txBody>
        </p:sp>
      </p:grpSp>
      <p:grpSp>
        <p:nvGrpSpPr>
          <p:cNvPr id="37987" name="8">
            <a:extLst>
              <a:ext uri="{FF2B5EF4-FFF2-40B4-BE49-F238E27FC236}">
                <a16:creationId xmlns:a16="http://schemas.microsoft.com/office/drawing/2014/main" id="{8BEEE54A-5944-496E-C322-7E9B87B0CE3F}"/>
              </a:ext>
            </a:extLst>
          </p:cNvPr>
          <p:cNvGrpSpPr>
            <a:grpSpLocks/>
          </p:cNvGrpSpPr>
          <p:nvPr/>
        </p:nvGrpSpPr>
        <p:grpSpPr bwMode="auto">
          <a:xfrm>
            <a:off x="5245100" y="10893425"/>
            <a:ext cx="369888" cy="384175"/>
            <a:chOff x="0" y="0"/>
            <a:chExt cx="369516" cy="383518"/>
          </a:xfrm>
        </p:grpSpPr>
        <p:sp>
          <p:nvSpPr>
            <p:cNvPr id="38046" name="Oval">
              <a:extLst>
                <a:ext uri="{FF2B5EF4-FFF2-40B4-BE49-F238E27FC236}">
                  <a16:creationId xmlns:a16="http://schemas.microsoft.com/office/drawing/2014/main" id="{455E3AA6-13D8-2C14-1907-981680F05D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38047" name="8">
              <a:extLst>
                <a:ext uri="{FF2B5EF4-FFF2-40B4-BE49-F238E27FC236}">
                  <a16:creationId xmlns:a16="http://schemas.microsoft.com/office/drawing/2014/main" id="{252C8DDC-7006-33CD-304C-60777FD617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8</a:t>
              </a:r>
            </a:p>
          </p:txBody>
        </p:sp>
      </p:grpSp>
      <p:grpSp>
        <p:nvGrpSpPr>
          <p:cNvPr id="37988" name="6">
            <a:extLst>
              <a:ext uri="{FF2B5EF4-FFF2-40B4-BE49-F238E27FC236}">
                <a16:creationId xmlns:a16="http://schemas.microsoft.com/office/drawing/2014/main" id="{805136C5-EFEA-E556-C71A-C6BE6496B48F}"/>
              </a:ext>
            </a:extLst>
          </p:cNvPr>
          <p:cNvGrpSpPr>
            <a:grpSpLocks/>
          </p:cNvGrpSpPr>
          <p:nvPr/>
        </p:nvGrpSpPr>
        <p:grpSpPr bwMode="auto">
          <a:xfrm>
            <a:off x="5635625" y="11377613"/>
            <a:ext cx="369888" cy="384175"/>
            <a:chOff x="0" y="0"/>
            <a:chExt cx="369516" cy="383518"/>
          </a:xfrm>
        </p:grpSpPr>
        <p:sp>
          <p:nvSpPr>
            <p:cNvPr id="889" name="Oval">
              <a:extLst>
                <a:ext uri="{FF2B5EF4-FFF2-40B4-BE49-F238E27FC236}">
                  <a16:creationId xmlns:a16="http://schemas.microsoft.com/office/drawing/2014/main" id="{6DBF8758-B686-8AAD-5F56-948F274156BC}"/>
                </a:ext>
              </a:extLst>
            </p:cNvPr>
            <p:cNvSpPr/>
            <p:nvPr/>
          </p:nvSpPr>
          <p:spPr>
            <a:xfrm>
              <a:off x="0" y="0"/>
              <a:ext cx="369516" cy="383518"/>
            </a:xfrm>
            <a:prstGeom prst="ellipse">
              <a:avLst/>
            </a:prstGeom>
            <a:solidFill>
              <a:schemeClr val="accent3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lIns="50800" tIns="50800" rIns="50800" bIns="50800" anchor="ctr"/>
            <a:lstStyle/>
            <a:p>
              <a:pPr algn="ctr" defTabSz="1155278" eaLnBrk="1" fontAlgn="auto">
                <a:spcBef>
                  <a:spcPts val="0"/>
                </a:spcBef>
                <a:spcAft>
                  <a:spcPts val="0"/>
                </a:spcAft>
                <a:defRPr sz="1400" b="1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  <a:endParaRPr sz="1400" b="1" kern="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endParaRPr>
            </a:p>
          </p:txBody>
        </p:sp>
        <p:sp>
          <p:nvSpPr>
            <p:cNvPr id="38045" name="6">
              <a:extLst>
                <a:ext uri="{FF2B5EF4-FFF2-40B4-BE49-F238E27FC236}">
                  <a16:creationId xmlns:a16="http://schemas.microsoft.com/office/drawing/2014/main" id="{C30E704F-BB7B-BC93-960C-105ED4F099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6</a:t>
              </a:r>
            </a:p>
          </p:txBody>
        </p:sp>
      </p:grpSp>
      <p:grpSp>
        <p:nvGrpSpPr>
          <p:cNvPr id="37989" name="5">
            <a:extLst>
              <a:ext uri="{FF2B5EF4-FFF2-40B4-BE49-F238E27FC236}">
                <a16:creationId xmlns:a16="http://schemas.microsoft.com/office/drawing/2014/main" id="{14DB8434-6BE1-8D8D-8B1D-5CC3533A1080}"/>
              </a:ext>
            </a:extLst>
          </p:cNvPr>
          <p:cNvGrpSpPr>
            <a:grpSpLocks/>
          </p:cNvGrpSpPr>
          <p:nvPr/>
        </p:nvGrpSpPr>
        <p:grpSpPr bwMode="auto">
          <a:xfrm>
            <a:off x="4778375" y="11609388"/>
            <a:ext cx="369888" cy="384175"/>
            <a:chOff x="0" y="0"/>
            <a:chExt cx="369516" cy="383518"/>
          </a:xfrm>
        </p:grpSpPr>
        <p:sp>
          <p:nvSpPr>
            <p:cNvPr id="38042" name="Oval">
              <a:extLst>
                <a:ext uri="{FF2B5EF4-FFF2-40B4-BE49-F238E27FC236}">
                  <a16:creationId xmlns:a16="http://schemas.microsoft.com/office/drawing/2014/main" id="{6920DEEE-2071-B42E-474D-A011BF34DC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38043" name="5">
              <a:extLst>
                <a:ext uri="{FF2B5EF4-FFF2-40B4-BE49-F238E27FC236}">
                  <a16:creationId xmlns:a16="http://schemas.microsoft.com/office/drawing/2014/main" id="{67C0E744-DB91-1787-C906-3F0C118FA9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5</a:t>
              </a:r>
            </a:p>
          </p:txBody>
        </p:sp>
      </p:grpSp>
      <p:grpSp>
        <p:nvGrpSpPr>
          <p:cNvPr id="37990" name="2">
            <a:extLst>
              <a:ext uri="{FF2B5EF4-FFF2-40B4-BE49-F238E27FC236}">
                <a16:creationId xmlns:a16="http://schemas.microsoft.com/office/drawing/2014/main" id="{4DB41B9F-18B2-D37E-75D5-68D4E8A76D6A}"/>
              </a:ext>
            </a:extLst>
          </p:cNvPr>
          <p:cNvGrpSpPr>
            <a:grpSpLocks/>
          </p:cNvGrpSpPr>
          <p:nvPr/>
        </p:nvGrpSpPr>
        <p:grpSpPr bwMode="auto">
          <a:xfrm>
            <a:off x="6511925" y="11609388"/>
            <a:ext cx="369888" cy="384175"/>
            <a:chOff x="0" y="0"/>
            <a:chExt cx="369516" cy="383518"/>
          </a:xfrm>
        </p:grpSpPr>
        <p:sp>
          <p:nvSpPr>
            <p:cNvPr id="38040" name="Oval">
              <a:extLst>
                <a:ext uri="{FF2B5EF4-FFF2-40B4-BE49-F238E27FC236}">
                  <a16:creationId xmlns:a16="http://schemas.microsoft.com/office/drawing/2014/main" id="{5FB00D37-01DC-4233-CE56-5BB13346B6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38041" name="2">
              <a:extLst>
                <a:ext uri="{FF2B5EF4-FFF2-40B4-BE49-F238E27FC236}">
                  <a16:creationId xmlns:a16="http://schemas.microsoft.com/office/drawing/2014/main" id="{10429892-B11D-0DC0-6B29-9E67E177D1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2</a:t>
              </a:r>
            </a:p>
          </p:txBody>
        </p:sp>
      </p:grpSp>
      <p:grpSp>
        <p:nvGrpSpPr>
          <p:cNvPr id="37991" name="4">
            <a:extLst>
              <a:ext uri="{FF2B5EF4-FFF2-40B4-BE49-F238E27FC236}">
                <a16:creationId xmlns:a16="http://schemas.microsoft.com/office/drawing/2014/main" id="{14244DFB-0048-2E20-69C1-700673C8E2FC}"/>
              </a:ext>
            </a:extLst>
          </p:cNvPr>
          <p:cNvGrpSpPr>
            <a:grpSpLocks/>
          </p:cNvGrpSpPr>
          <p:nvPr/>
        </p:nvGrpSpPr>
        <p:grpSpPr bwMode="auto">
          <a:xfrm>
            <a:off x="5245100" y="11923713"/>
            <a:ext cx="369888" cy="384175"/>
            <a:chOff x="0" y="0"/>
            <a:chExt cx="369516" cy="383518"/>
          </a:xfrm>
        </p:grpSpPr>
        <p:sp>
          <p:nvSpPr>
            <p:cNvPr id="38038" name="Oval">
              <a:extLst>
                <a:ext uri="{FF2B5EF4-FFF2-40B4-BE49-F238E27FC236}">
                  <a16:creationId xmlns:a16="http://schemas.microsoft.com/office/drawing/2014/main" id="{5C6E8EFF-1E88-DE78-8A47-3AD17349D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38039" name="4">
              <a:extLst>
                <a:ext uri="{FF2B5EF4-FFF2-40B4-BE49-F238E27FC236}">
                  <a16:creationId xmlns:a16="http://schemas.microsoft.com/office/drawing/2014/main" id="{A00CBF46-953C-289B-FA35-848F39F200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4</a:t>
              </a:r>
            </a:p>
          </p:txBody>
        </p:sp>
      </p:grpSp>
      <p:grpSp>
        <p:nvGrpSpPr>
          <p:cNvPr id="37992" name="3">
            <a:extLst>
              <a:ext uri="{FF2B5EF4-FFF2-40B4-BE49-F238E27FC236}">
                <a16:creationId xmlns:a16="http://schemas.microsoft.com/office/drawing/2014/main" id="{34B4E807-C843-9EAE-6CCD-55F8C1695CC7}"/>
              </a:ext>
            </a:extLst>
          </p:cNvPr>
          <p:cNvGrpSpPr>
            <a:grpSpLocks/>
          </p:cNvGrpSpPr>
          <p:nvPr/>
        </p:nvGrpSpPr>
        <p:grpSpPr bwMode="auto">
          <a:xfrm>
            <a:off x="6029325" y="11923713"/>
            <a:ext cx="369888" cy="384175"/>
            <a:chOff x="0" y="0"/>
            <a:chExt cx="369516" cy="383518"/>
          </a:xfrm>
        </p:grpSpPr>
        <p:sp>
          <p:nvSpPr>
            <p:cNvPr id="38036" name="Oval">
              <a:extLst>
                <a:ext uri="{FF2B5EF4-FFF2-40B4-BE49-F238E27FC236}">
                  <a16:creationId xmlns:a16="http://schemas.microsoft.com/office/drawing/2014/main" id="{E44E25DD-0549-7D4A-D575-1505E14236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38037" name="3">
              <a:extLst>
                <a:ext uri="{FF2B5EF4-FFF2-40B4-BE49-F238E27FC236}">
                  <a16:creationId xmlns:a16="http://schemas.microsoft.com/office/drawing/2014/main" id="{D6ADD0A2-4E66-38D3-9BBE-CE1806A22BF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3</a:t>
              </a:r>
            </a:p>
          </p:txBody>
        </p:sp>
      </p:grpSp>
      <p:grpSp>
        <p:nvGrpSpPr>
          <p:cNvPr id="37993" name="1">
            <a:extLst>
              <a:ext uri="{FF2B5EF4-FFF2-40B4-BE49-F238E27FC236}">
                <a16:creationId xmlns:a16="http://schemas.microsoft.com/office/drawing/2014/main" id="{D0A22B62-EFA2-37B1-F7B9-66B4716428E5}"/>
              </a:ext>
            </a:extLst>
          </p:cNvPr>
          <p:cNvGrpSpPr>
            <a:grpSpLocks/>
          </p:cNvGrpSpPr>
          <p:nvPr/>
        </p:nvGrpSpPr>
        <p:grpSpPr bwMode="auto">
          <a:xfrm>
            <a:off x="5635625" y="12531725"/>
            <a:ext cx="369888" cy="384175"/>
            <a:chOff x="0" y="0"/>
            <a:chExt cx="369516" cy="383518"/>
          </a:xfrm>
        </p:grpSpPr>
        <p:sp>
          <p:nvSpPr>
            <p:cNvPr id="38034" name="Oval">
              <a:extLst>
                <a:ext uri="{FF2B5EF4-FFF2-40B4-BE49-F238E27FC236}">
                  <a16:creationId xmlns:a16="http://schemas.microsoft.com/office/drawing/2014/main" id="{E9166AD9-EB16-BE3F-1319-64A4299EAE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38035" name="1">
              <a:extLst>
                <a:ext uri="{FF2B5EF4-FFF2-40B4-BE49-F238E27FC236}">
                  <a16:creationId xmlns:a16="http://schemas.microsoft.com/office/drawing/2014/main" id="{5528E7EA-EE59-C1D8-5F68-78E7CBBB68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1</a:t>
              </a:r>
            </a:p>
          </p:txBody>
        </p:sp>
      </p:grpSp>
      <p:grpSp>
        <p:nvGrpSpPr>
          <p:cNvPr id="37994" name="10">
            <a:extLst>
              <a:ext uri="{FF2B5EF4-FFF2-40B4-BE49-F238E27FC236}">
                <a16:creationId xmlns:a16="http://schemas.microsoft.com/office/drawing/2014/main" id="{3CFC3B17-90C3-E267-BDFA-0D905B26329D}"/>
              </a:ext>
            </a:extLst>
          </p:cNvPr>
          <p:cNvGrpSpPr>
            <a:grpSpLocks/>
          </p:cNvGrpSpPr>
          <p:nvPr/>
        </p:nvGrpSpPr>
        <p:grpSpPr bwMode="auto">
          <a:xfrm>
            <a:off x="5857875" y="10650538"/>
            <a:ext cx="369888" cy="384175"/>
            <a:chOff x="0" y="0"/>
            <a:chExt cx="369516" cy="383518"/>
          </a:xfrm>
        </p:grpSpPr>
        <p:sp>
          <p:nvSpPr>
            <p:cNvPr id="38032" name="Oval">
              <a:extLst>
                <a:ext uri="{FF2B5EF4-FFF2-40B4-BE49-F238E27FC236}">
                  <a16:creationId xmlns:a16="http://schemas.microsoft.com/office/drawing/2014/main" id="{FB74C1A8-FDED-ED4D-AF50-B369781BCB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  <a:miter lim="400000"/>
              <a:headEnd/>
              <a:tailEnd/>
            </a:ln>
          </p:spPr>
          <p:txBody>
            <a:bodyPr lIns="50800" tIns="50800" rIns="50800" bIns="50800" anchor="ctr"/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endParaRPr lang="LID4096" altLang="LID4096" sz="1400" b="1">
                <a:latin typeface="Avenir Next Condensed Regular" charset="0"/>
                <a:ea typeface="Avenir Next Condensed Regular" charset="0"/>
                <a:cs typeface="Avenir Next Condensed Regular" charset="0"/>
                <a:sym typeface="Avenir Next Condensed Regular" charset="0"/>
              </a:endParaRPr>
            </a:p>
          </p:txBody>
        </p:sp>
        <p:sp>
          <p:nvSpPr>
            <p:cNvPr id="38033" name="10">
              <a:extLst>
                <a:ext uri="{FF2B5EF4-FFF2-40B4-BE49-F238E27FC236}">
                  <a16:creationId xmlns:a16="http://schemas.microsoft.com/office/drawing/2014/main" id="{3648FF27-08A6-1FB8-F85C-77E46DD815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3" y="71108"/>
              <a:ext cx="248589" cy="2413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</a:extLst>
          </p:spPr>
          <p:txBody>
            <a:bodyPr lIns="0" tIns="0" rIns="0" bIns="0" anchor="ctr">
              <a:spAutoFit/>
            </a:bodyPr>
            <a:lstStyle>
              <a:lvl1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1pPr>
              <a:lvl2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2pPr>
              <a:lvl3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3pPr>
              <a:lvl4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4pPr>
              <a:lvl5pPr defTabSz="1154113">
                <a:lnSpc>
                  <a:spcPct val="90000"/>
                </a:lnSpc>
                <a:spcBef>
                  <a:spcPts val="4500"/>
                </a:spcBef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5pPr>
              <a:lvl6pPr marL="4572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6pPr>
              <a:lvl7pPr marL="9144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7pPr>
              <a:lvl8pPr marL="13716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8pPr>
              <a:lvl9pPr marL="1828800" indent="1828800" defTabSz="1154113" eaLnBrk="0" fontAlgn="base" hangingPunct="0">
                <a:lnSpc>
                  <a:spcPct val="90000"/>
                </a:lnSpc>
                <a:spcBef>
                  <a:spcPts val="4500"/>
                </a:spcBef>
                <a:spcAft>
                  <a:spcPct val="0"/>
                </a:spcAft>
                <a:defRPr sz="4800">
                  <a:solidFill>
                    <a:srgbClr val="000000"/>
                  </a:solidFill>
                  <a:latin typeface="Helvetica Neue" charset="0"/>
                  <a:ea typeface="Helvetica Neue" charset="0"/>
                  <a:cs typeface="Helvetica Neue" charset="0"/>
                  <a:sym typeface="Helvetica Neue" charset="0"/>
                </a:defRPr>
              </a:lvl9pPr>
            </a:lstStyle>
            <a:p>
              <a:pPr algn="ctr" eaLnBrk="1">
                <a:lnSpc>
                  <a:spcPct val="100000"/>
                </a:lnSpc>
                <a:spcBef>
                  <a:spcPct val="0"/>
                </a:spcBef>
              </a:pPr>
              <a:r>
                <a:rPr lang="LID4096" altLang="LID4096" sz="1400" b="1">
                  <a:latin typeface="Avenir Next Condensed Regular" charset="0"/>
                  <a:ea typeface="Avenir Next Condensed Regular" charset="0"/>
                  <a:cs typeface="Avenir Next Condensed Regular" charset="0"/>
                  <a:sym typeface="Avenir Next Condensed Regular" charset="0"/>
                </a:rPr>
                <a:t>10</a:t>
              </a:r>
            </a:p>
          </p:txBody>
        </p:sp>
      </p:grpSp>
      <p:sp>
        <p:nvSpPr>
          <p:cNvPr id="910" name="TextBox 31">
            <a:extLst>
              <a:ext uri="{FF2B5EF4-FFF2-40B4-BE49-F238E27FC236}">
                <a16:creationId xmlns:a16="http://schemas.microsoft.com/office/drawing/2014/main" id="{A40DCCF4-326C-232C-C1CB-B6E51F25C0A7}"/>
              </a:ext>
            </a:extLst>
          </p:cNvPr>
          <p:cNvSpPr txBox="1"/>
          <p:nvPr/>
        </p:nvSpPr>
        <p:spPr>
          <a:xfrm>
            <a:off x="2609850" y="11553825"/>
            <a:ext cx="1555750" cy="16764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xx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xx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xx</a:t>
            </a:r>
          </a:p>
          <a:p>
            <a:pPr defTabSz="1285875" eaLnBrk="1" fontAlgn="auto">
              <a:spcBef>
                <a:spcPts val="0"/>
              </a:spcBef>
              <a:spcAft>
                <a:spcPts val="0"/>
              </a:spcAft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sz="24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xx</a:t>
            </a:r>
          </a:p>
        </p:txBody>
      </p:sp>
      <p:pic>
        <p:nvPicPr>
          <p:cNvPr id="37996" name="Logo_Scisports.png" descr="Logo_Scisports.png">
            <a:hlinkClick r:id="rId2"/>
            <a:extLst>
              <a:ext uri="{FF2B5EF4-FFF2-40B4-BE49-F238E27FC236}">
                <a16:creationId xmlns:a16="http://schemas.microsoft.com/office/drawing/2014/main" id="{5B17C65D-613F-588D-5998-8B00410F7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778"/>
          <a:stretch>
            <a:fillRect/>
          </a:stretch>
        </p:blipFill>
        <p:spPr bwMode="auto">
          <a:xfrm>
            <a:off x="16586200" y="785813"/>
            <a:ext cx="92392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912" name="Browse…">
            <a:extLst>
              <a:ext uri="{FF2B5EF4-FFF2-40B4-BE49-F238E27FC236}">
                <a16:creationId xmlns:a16="http://schemas.microsoft.com/office/drawing/2014/main" id="{90A04918-8CA1-08AE-7C6D-28ADF696C705}"/>
              </a:ext>
            </a:extLst>
          </p:cNvPr>
          <p:cNvSpPr/>
          <p:nvPr/>
        </p:nvSpPr>
        <p:spPr>
          <a:xfrm>
            <a:off x="463550" y="296863"/>
            <a:ext cx="1397000" cy="1397000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8" eaLnBrk="1" fontAlgn="auto">
              <a:spcBef>
                <a:spcPts val="0"/>
              </a:spcBef>
              <a:spcAft>
                <a:spcPts val="0"/>
              </a:spcAft>
              <a:defRPr sz="2600" cap="all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sz="2600" kern="0" cap="all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rPr>
              <a:t>Browse </a:t>
            </a:r>
          </a:p>
          <a:p>
            <a:pPr algn="ctr" defTabSz="2438338" eaLnBrk="1" fontAlgn="auto">
              <a:spcBef>
                <a:spcPts val="0"/>
              </a:spcBef>
              <a:spcAft>
                <a:spcPts val="0"/>
              </a:spcAft>
              <a:defRPr sz="2600" cap="all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sz="2600" kern="0" cap="all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rPr>
              <a:t>Foto</a:t>
            </a:r>
          </a:p>
        </p:txBody>
      </p:sp>
      <p:sp>
        <p:nvSpPr>
          <p:cNvPr id="913" name="Doorzettingsvermogen">
            <a:extLst>
              <a:ext uri="{FF2B5EF4-FFF2-40B4-BE49-F238E27FC236}">
                <a16:creationId xmlns:a16="http://schemas.microsoft.com/office/drawing/2014/main" id="{3948098F-0F9A-7FD7-667B-3CB714D208B1}"/>
              </a:ext>
            </a:extLst>
          </p:cNvPr>
          <p:cNvSpPr txBox="1"/>
          <p:nvPr/>
        </p:nvSpPr>
        <p:spPr>
          <a:xfrm>
            <a:off x="16864013" y="7434263"/>
            <a:ext cx="2870200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Doorzettingsvermogen</a:t>
            </a:r>
          </a:p>
        </p:txBody>
      </p:sp>
      <p:sp>
        <p:nvSpPr>
          <p:cNvPr id="914" name="Star">
            <a:extLst>
              <a:ext uri="{FF2B5EF4-FFF2-40B4-BE49-F238E27FC236}">
                <a16:creationId xmlns:a16="http://schemas.microsoft.com/office/drawing/2014/main" id="{0C43BB3D-2075-30B9-0041-A1BA2A6CD082}"/>
              </a:ext>
            </a:extLst>
          </p:cNvPr>
          <p:cNvSpPr/>
          <p:nvPr/>
        </p:nvSpPr>
        <p:spPr>
          <a:xfrm>
            <a:off x="20491450" y="740410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15" name="Star">
            <a:extLst>
              <a:ext uri="{FF2B5EF4-FFF2-40B4-BE49-F238E27FC236}">
                <a16:creationId xmlns:a16="http://schemas.microsoft.com/office/drawing/2014/main" id="{37CA6741-3456-4083-51F4-5EAA299D1A5B}"/>
              </a:ext>
            </a:extLst>
          </p:cNvPr>
          <p:cNvSpPr/>
          <p:nvPr/>
        </p:nvSpPr>
        <p:spPr>
          <a:xfrm>
            <a:off x="20829588" y="7404100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16" name="Star">
            <a:extLst>
              <a:ext uri="{FF2B5EF4-FFF2-40B4-BE49-F238E27FC236}">
                <a16:creationId xmlns:a16="http://schemas.microsoft.com/office/drawing/2014/main" id="{C2885374-C52D-E3E7-431E-47DE6D7A1C2E}"/>
              </a:ext>
            </a:extLst>
          </p:cNvPr>
          <p:cNvSpPr/>
          <p:nvPr/>
        </p:nvSpPr>
        <p:spPr>
          <a:xfrm>
            <a:off x="21167725" y="740410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17" name="Star">
            <a:extLst>
              <a:ext uri="{FF2B5EF4-FFF2-40B4-BE49-F238E27FC236}">
                <a16:creationId xmlns:a16="http://schemas.microsoft.com/office/drawing/2014/main" id="{34E64405-F717-BAB4-2B55-328138BD0827}"/>
              </a:ext>
            </a:extLst>
          </p:cNvPr>
          <p:cNvSpPr/>
          <p:nvPr/>
        </p:nvSpPr>
        <p:spPr>
          <a:xfrm>
            <a:off x="21505863" y="7404100"/>
            <a:ext cx="298450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18" name="Star">
            <a:extLst>
              <a:ext uri="{FF2B5EF4-FFF2-40B4-BE49-F238E27FC236}">
                <a16:creationId xmlns:a16="http://schemas.microsoft.com/office/drawing/2014/main" id="{C56F8B66-793F-0156-0A47-6AB89A6D7244}"/>
              </a:ext>
            </a:extLst>
          </p:cNvPr>
          <p:cNvSpPr/>
          <p:nvPr/>
        </p:nvSpPr>
        <p:spPr>
          <a:xfrm>
            <a:off x="21840825" y="740410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19" name="Star">
            <a:extLst>
              <a:ext uri="{FF2B5EF4-FFF2-40B4-BE49-F238E27FC236}">
                <a16:creationId xmlns:a16="http://schemas.microsoft.com/office/drawing/2014/main" id="{46206777-BBE3-547C-EC09-6ACB2CEC544F}"/>
              </a:ext>
            </a:extLst>
          </p:cNvPr>
          <p:cNvSpPr/>
          <p:nvPr/>
        </p:nvSpPr>
        <p:spPr>
          <a:xfrm>
            <a:off x="22178963" y="7404100"/>
            <a:ext cx="296862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20" name="Star">
            <a:extLst>
              <a:ext uri="{FF2B5EF4-FFF2-40B4-BE49-F238E27FC236}">
                <a16:creationId xmlns:a16="http://schemas.microsoft.com/office/drawing/2014/main" id="{8FBB7125-A934-7F31-8326-4534D6494CDF}"/>
              </a:ext>
            </a:extLst>
          </p:cNvPr>
          <p:cNvSpPr/>
          <p:nvPr/>
        </p:nvSpPr>
        <p:spPr>
          <a:xfrm>
            <a:off x="22517100" y="740410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21" name="Star">
            <a:extLst>
              <a:ext uri="{FF2B5EF4-FFF2-40B4-BE49-F238E27FC236}">
                <a16:creationId xmlns:a16="http://schemas.microsoft.com/office/drawing/2014/main" id="{39FCB09B-B912-78DA-C1B7-32C3E05C64F3}"/>
              </a:ext>
            </a:extLst>
          </p:cNvPr>
          <p:cNvSpPr/>
          <p:nvPr/>
        </p:nvSpPr>
        <p:spPr>
          <a:xfrm>
            <a:off x="22856825" y="740410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22" name="Star">
            <a:extLst>
              <a:ext uri="{FF2B5EF4-FFF2-40B4-BE49-F238E27FC236}">
                <a16:creationId xmlns:a16="http://schemas.microsoft.com/office/drawing/2014/main" id="{ACDF7AD4-B95F-8EC7-8963-E6537EC83CEA}"/>
              </a:ext>
            </a:extLst>
          </p:cNvPr>
          <p:cNvSpPr/>
          <p:nvPr/>
        </p:nvSpPr>
        <p:spPr>
          <a:xfrm>
            <a:off x="23190200" y="740410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23" name="Star">
            <a:extLst>
              <a:ext uri="{FF2B5EF4-FFF2-40B4-BE49-F238E27FC236}">
                <a16:creationId xmlns:a16="http://schemas.microsoft.com/office/drawing/2014/main" id="{7C9FB51F-943D-62C8-0E2E-6E1161E1F616}"/>
              </a:ext>
            </a:extLst>
          </p:cNvPr>
          <p:cNvSpPr/>
          <p:nvPr/>
        </p:nvSpPr>
        <p:spPr>
          <a:xfrm>
            <a:off x="23529925" y="7404100"/>
            <a:ext cx="296863" cy="3302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24" name="Onverstoorbaarheid">
            <a:extLst>
              <a:ext uri="{FF2B5EF4-FFF2-40B4-BE49-F238E27FC236}">
                <a16:creationId xmlns:a16="http://schemas.microsoft.com/office/drawing/2014/main" id="{BD3CDFD2-FEB2-E58F-3BB9-499BC8B475ED}"/>
              </a:ext>
            </a:extLst>
          </p:cNvPr>
          <p:cNvSpPr txBox="1"/>
          <p:nvPr/>
        </p:nvSpPr>
        <p:spPr>
          <a:xfrm>
            <a:off x="16862425" y="7834313"/>
            <a:ext cx="2870200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Onverstoorbaarheid</a:t>
            </a:r>
          </a:p>
        </p:txBody>
      </p:sp>
      <p:sp>
        <p:nvSpPr>
          <p:cNvPr id="925" name="Star">
            <a:extLst>
              <a:ext uri="{FF2B5EF4-FFF2-40B4-BE49-F238E27FC236}">
                <a16:creationId xmlns:a16="http://schemas.microsoft.com/office/drawing/2014/main" id="{8C3340A2-D5E1-1A05-E5C8-D7D2030F7BDA}"/>
              </a:ext>
            </a:extLst>
          </p:cNvPr>
          <p:cNvSpPr/>
          <p:nvPr/>
        </p:nvSpPr>
        <p:spPr>
          <a:xfrm>
            <a:off x="20494625" y="78009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26" name="Star">
            <a:extLst>
              <a:ext uri="{FF2B5EF4-FFF2-40B4-BE49-F238E27FC236}">
                <a16:creationId xmlns:a16="http://schemas.microsoft.com/office/drawing/2014/main" id="{2E584DDA-08B3-6E02-B7A1-5A24D2243A7A}"/>
              </a:ext>
            </a:extLst>
          </p:cNvPr>
          <p:cNvSpPr/>
          <p:nvPr/>
        </p:nvSpPr>
        <p:spPr>
          <a:xfrm>
            <a:off x="20832763" y="7800975"/>
            <a:ext cx="298450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27" name="Star">
            <a:extLst>
              <a:ext uri="{FF2B5EF4-FFF2-40B4-BE49-F238E27FC236}">
                <a16:creationId xmlns:a16="http://schemas.microsoft.com/office/drawing/2014/main" id="{B75538B8-AB80-AC26-0886-81782C127F22}"/>
              </a:ext>
            </a:extLst>
          </p:cNvPr>
          <p:cNvSpPr/>
          <p:nvPr/>
        </p:nvSpPr>
        <p:spPr>
          <a:xfrm>
            <a:off x="21172488" y="7800975"/>
            <a:ext cx="296862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28" name="Star">
            <a:extLst>
              <a:ext uri="{FF2B5EF4-FFF2-40B4-BE49-F238E27FC236}">
                <a16:creationId xmlns:a16="http://schemas.microsoft.com/office/drawing/2014/main" id="{289FD08C-D956-B5B0-F958-3F3B31B1D407}"/>
              </a:ext>
            </a:extLst>
          </p:cNvPr>
          <p:cNvSpPr/>
          <p:nvPr/>
        </p:nvSpPr>
        <p:spPr>
          <a:xfrm>
            <a:off x="21510625" y="78009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29" name="Star">
            <a:extLst>
              <a:ext uri="{FF2B5EF4-FFF2-40B4-BE49-F238E27FC236}">
                <a16:creationId xmlns:a16="http://schemas.microsoft.com/office/drawing/2014/main" id="{02B278A4-8A91-DA4F-27E9-60B0C2D694CC}"/>
              </a:ext>
            </a:extLst>
          </p:cNvPr>
          <p:cNvSpPr/>
          <p:nvPr/>
        </p:nvSpPr>
        <p:spPr>
          <a:xfrm>
            <a:off x="21844000" y="78009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30" name="Star">
            <a:extLst>
              <a:ext uri="{FF2B5EF4-FFF2-40B4-BE49-F238E27FC236}">
                <a16:creationId xmlns:a16="http://schemas.microsoft.com/office/drawing/2014/main" id="{86221572-4DE7-99B0-07F8-F4BCF0F1CC39}"/>
              </a:ext>
            </a:extLst>
          </p:cNvPr>
          <p:cNvSpPr/>
          <p:nvPr/>
        </p:nvSpPr>
        <p:spPr>
          <a:xfrm>
            <a:off x="22183725" y="78009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31" name="Star">
            <a:extLst>
              <a:ext uri="{FF2B5EF4-FFF2-40B4-BE49-F238E27FC236}">
                <a16:creationId xmlns:a16="http://schemas.microsoft.com/office/drawing/2014/main" id="{7C0C3BC5-6699-8937-CF60-6A3B0FEA8524}"/>
              </a:ext>
            </a:extLst>
          </p:cNvPr>
          <p:cNvSpPr/>
          <p:nvPr/>
        </p:nvSpPr>
        <p:spPr>
          <a:xfrm>
            <a:off x="22521863" y="7800975"/>
            <a:ext cx="296862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32" name="Star">
            <a:extLst>
              <a:ext uri="{FF2B5EF4-FFF2-40B4-BE49-F238E27FC236}">
                <a16:creationId xmlns:a16="http://schemas.microsoft.com/office/drawing/2014/main" id="{1059030C-1B78-40BF-4ADB-46F650FB78EA}"/>
              </a:ext>
            </a:extLst>
          </p:cNvPr>
          <p:cNvSpPr/>
          <p:nvPr/>
        </p:nvSpPr>
        <p:spPr>
          <a:xfrm>
            <a:off x="22860000" y="78009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33" name="Star">
            <a:extLst>
              <a:ext uri="{FF2B5EF4-FFF2-40B4-BE49-F238E27FC236}">
                <a16:creationId xmlns:a16="http://schemas.microsoft.com/office/drawing/2014/main" id="{B441500D-FECA-FCB6-CD7B-D891EFE5B9DE}"/>
              </a:ext>
            </a:extLst>
          </p:cNvPr>
          <p:cNvSpPr/>
          <p:nvPr/>
        </p:nvSpPr>
        <p:spPr>
          <a:xfrm>
            <a:off x="23194963" y="7800975"/>
            <a:ext cx="296862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34" name="Star">
            <a:extLst>
              <a:ext uri="{FF2B5EF4-FFF2-40B4-BE49-F238E27FC236}">
                <a16:creationId xmlns:a16="http://schemas.microsoft.com/office/drawing/2014/main" id="{FE0F1A72-E385-181F-A6F5-3BAD6BFD6ABC}"/>
              </a:ext>
            </a:extLst>
          </p:cNvPr>
          <p:cNvSpPr/>
          <p:nvPr/>
        </p:nvSpPr>
        <p:spPr>
          <a:xfrm>
            <a:off x="23533100" y="78009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35" name="Deep lying playmaker #06">
            <a:extLst>
              <a:ext uri="{FF2B5EF4-FFF2-40B4-BE49-F238E27FC236}">
                <a16:creationId xmlns:a16="http://schemas.microsoft.com/office/drawing/2014/main" id="{163E2C12-FE1E-63F3-20AC-6E7D7871B579}"/>
              </a:ext>
            </a:extLst>
          </p:cNvPr>
          <p:cNvSpPr txBox="1"/>
          <p:nvPr/>
        </p:nvSpPr>
        <p:spPr>
          <a:xfrm>
            <a:off x="374650" y="10045700"/>
            <a:ext cx="2870200" cy="112236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7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38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Deep lying playmaker #06</a:t>
            </a:r>
          </a:p>
        </p:txBody>
      </p:sp>
      <p:sp>
        <p:nvSpPr>
          <p:cNvPr id="936" name="Dribbelen met bal">
            <a:extLst>
              <a:ext uri="{FF2B5EF4-FFF2-40B4-BE49-F238E27FC236}">
                <a16:creationId xmlns:a16="http://schemas.microsoft.com/office/drawing/2014/main" id="{F1D525AB-38D3-8248-191C-6E62AF9E9934}"/>
              </a:ext>
            </a:extLst>
          </p:cNvPr>
          <p:cNvSpPr txBox="1"/>
          <p:nvPr/>
        </p:nvSpPr>
        <p:spPr>
          <a:xfrm>
            <a:off x="16862425" y="5426075"/>
            <a:ext cx="2139950" cy="3429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sz="2000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Dribbelen met bal</a:t>
            </a:r>
          </a:p>
        </p:txBody>
      </p:sp>
      <p:sp>
        <p:nvSpPr>
          <p:cNvPr id="937" name="Star">
            <a:extLst>
              <a:ext uri="{FF2B5EF4-FFF2-40B4-BE49-F238E27FC236}">
                <a16:creationId xmlns:a16="http://schemas.microsoft.com/office/drawing/2014/main" id="{27B9F422-C21D-1348-7F7E-9BFF2AB4EE95}"/>
              </a:ext>
            </a:extLst>
          </p:cNvPr>
          <p:cNvSpPr/>
          <p:nvPr/>
        </p:nvSpPr>
        <p:spPr>
          <a:xfrm>
            <a:off x="20494625" y="53879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38" name="Star">
            <a:extLst>
              <a:ext uri="{FF2B5EF4-FFF2-40B4-BE49-F238E27FC236}">
                <a16:creationId xmlns:a16="http://schemas.microsoft.com/office/drawing/2014/main" id="{CB8E1A11-14EC-EF03-552D-5AB74EAE3B65}"/>
              </a:ext>
            </a:extLst>
          </p:cNvPr>
          <p:cNvSpPr/>
          <p:nvPr/>
        </p:nvSpPr>
        <p:spPr>
          <a:xfrm>
            <a:off x="20832763" y="5387975"/>
            <a:ext cx="298450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39" name="Star">
            <a:extLst>
              <a:ext uri="{FF2B5EF4-FFF2-40B4-BE49-F238E27FC236}">
                <a16:creationId xmlns:a16="http://schemas.microsoft.com/office/drawing/2014/main" id="{D07F91F8-00A1-C274-2DCC-7E9E79D8F0C2}"/>
              </a:ext>
            </a:extLst>
          </p:cNvPr>
          <p:cNvSpPr/>
          <p:nvPr/>
        </p:nvSpPr>
        <p:spPr>
          <a:xfrm>
            <a:off x="21172488" y="5387975"/>
            <a:ext cx="296862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40" name="Star">
            <a:extLst>
              <a:ext uri="{FF2B5EF4-FFF2-40B4-BE49-F238E27FC236}">
                <a16:creationId xmlns:a16="http://schemas.microsoft.com/office/drawing/2014/main" id="{DD07B430-4B67-346E-EC56-39D2DD198C9C}"/>
              </a:ext>
            </a:extLst>
          </p:cNvPr>
          <p:cNvSpPr/>
          <p:nvPr/>
        </p:nvSpPr>
        <p:spPr>
          <a:xfrm>
            <a:off x="21510625" y="53879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41" name="Star">
            <a:extLst>
              <a:ext uri="{FF2B5EF4-FFF2-40B4-BE49-F238E27FC236}">
                <a16:creationId xmlns:a16="http://schemas.microsoft.com/office/drawing/2014/main" id="{7410DC6E-279A-D2A1-45C6-51964E590EEB}"/>
              </a:ext>
            </a:extLst>
          </p:cNvPr>
          <p:cNvSpPr/>
          <p:nvPr/>
        </p:nvSpPr>
        <p:spPr>
          <a:xfrm>
            <a:off x="21844000" y="53879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42" name="Star">
            <a:extLst>
              <a:ext uri="{FF2B5EF4-FFF2-40B4-BE49-F238E27FC236}">
                <a16:creationId xmlns:a16="http://schemas.microsoft.com/office/drawing/2014/main" id="{80FD1874-B2DC-A08D-0BE2-65CDE60144FC}"/>
              </a:ext>
            </a:extLst>
          </p:cNvPr>
          <p:cNvSpPr/>
          <p:nvPr/>
        </p:nvSpPr>
        <p:spPr>
          <a:xfrm>
            <a:off x="22183725" y="53879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43" name="Star">
            <a:extLst>
              <a:ext uri="{FF2B5EF4-FFF2-40B4-BE49-F238E27FC236}">
                <a16:creationId xmlns:a16="http://schemas.microsoft.com/office/drawing/2014/main" id="{8DF2F352-4A62-AE4A-3AF1-23003DC686F4}"/>
              </a:ext>
            </a:extLst>
          </p:cNvPr>
          <p:cNvSpPr/>
          <p:nvPr/>
        </p:nvSpPr>
        <p:spPr>
          <a:xfrm>
            <a:off x="22521863" y="5387975"/>
            <a:ext cx="296862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44" name="Star">
            <a:extLst>
              <a:ext uri="{FF2B5EF4-FFF2-40B4-BE49-F238E27FC236}">
                <a16:creationId xmlns:a16="http://schemas.microsoft.com/office/drawing/2014/main" id="{25351D9A-4C53-ADD3-BBE7-F4B52EE76036}"/>
              </a:ext>
            </a:extLst>
          </p:cNvPr>
          <p:cNvSpPr/>
          <p:nvPr/>
        </p:nvSpPr>
        <p:spPr>
          <a:xfrm>
            <a:off x="22860000" y="53879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45" name="Star">
            <a:extLst>
              <a:ext uri="{FF2B5EF4-FFF2-40B4-BE49-F238E27FC236}">
                <a16:creationId xmlns:a16="http://schemas.microsoft.com/office/drawing/2014/main" id="{221E5F11-8A9F-98AD-ADDA-5B0E17213C37}"/>
              </a:ext>
            </a:extLst>
          </p:cNvPr>
          <p:cNvSpPr/>
          <p:nvPr/>
        </p:nvSpPr>
        <p:spPr>
          <a:xfrm>
            <a:off x="23194963" y="5387975"/>
            <a:ext cx="296862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46" name="Star">
            <a:extLst>
              <a:ext uri="{FF2B5EF4-FFF2-40B4-BE49-F238E27FC236}">
                <a16:creationId xmlns:a16="http://schemas.microsoft.com/office/drawing/2014/main" id="{B234C668-9A76-1110-381C-3995F427BE1C}"/>
              </a:ext>
            </a:extLst>
          </p:cNvPr>
          <p:cNvSpPr/>
          <p:nvPr/>
        </p:nvSpPr>
        <p:spPr>
          <a:xfrm>
            <a:off x="23533100" y="5387975"/>
            <a:ext cx="296863" cy="331788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48" name="Tabel 1">
            <a:extLst>
              <a:ext uri="{FF2B5EF4-FFF2-40B4-BE49-F238E27FC236}">
                <a16:creationId xmlns:a16="http://schemas.microsoft.com/office/drawing/2014/main" id="{32503682-4F7E-630F-21BC-EEA93C51312E}"/>
              </a:ext>
            </a:extLst>
          </p:cNvPr>
          <p:cNvGraphicFramePr/>
          <p:nvPr/>
        </p:nvGraphicFramePr>
        <p:xfrm>
          <a:off x="4078288" y="673100"/>
          <a:ext cx="17865725" cy="1236980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35731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3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2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4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73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30817">
                <a:tc>
                  <a:txBody>
                    <a:bodyPr/>
                    <a:lstStyle/>
                    <a:p>
                      <a:pPr defTabSz="914400"/>
                      <a:r>
                        <a:rPr sz="2900"/>
                        <a:t>Deep lying playmaker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Rating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900"/>
                        <a:t>Multiplication factor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Result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081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Passing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081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Positie kiezen (v)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081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Dribbelen met bal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3081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Positie kiezen (A)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3081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Duelkracht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3081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Uithoudings
vermogen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3081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Snelheid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3081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Doorzettings
vermogen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1.1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30817">
                <a:tc>
                  <a:txBody>
                    <a:bodyPr/>
                    <a:lstStyle/>
                    <a:p>
                      <a:pPr defTabSz="1285875"/>
                      <a:r>
                        <a: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Onverstoor
baarheid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30817">
                <a:tc>
                  <a:txBody>
                    <a:bodyPr/>
                    <a:lstStyle/>
                    <a:p>
                      <a:pPr defTabSz="1285875">
                        <a:defRPr sz="2600" b="1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defRPr>
                      </a:pPr>
                      <a:endParaRPr sz="26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030817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Average rating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0.00</a:t>
                      </a:r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  <a:endParaRPr sz="3200"/>
                    </a:p>
                  </a:txBody>
                  <a:tcPr marL="50798" marR="50798" marT="50799" marB="50799" anchor="ctr" horzOverflow="overflow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Deep lying playmaker #06">
            <a:extLst>
              <a:ext uri="{FF2B5EF4-FFF2-40B4-BE49-F238E27FC236}">
                <a16:creationId xmlns:a16="http://schemas.microsoft.com/office/drawing/2014/main" id="{D1926FB9-AF14-D2FC-C18A-6A25E7C0E896}"/>
              </a:ext>
            </a:extLst>
          </p:cNvPr>
          <p:cNvSpPr txBox="1"/>
          <p:nvPr/>
        </p:nvSpPr>
        <p:spPr>
          <a:xfrm>
            <a:off x="5159375" y="42863"/>
            <a:ext cx="11134725" cy="927100"/>
          </a:xfrm>
          <a:prstGeom prst="rect">
            <a:avLst/>
          </a:prstGeom>
          <a:ln w="12700">
            <a:miter lim="400000"/>
          </a:ln>
          <a:effectLst>
            <a:outerShdw blurRad="38100" dist="57611" dir="5400000" rotWithShape="0">
              <a:srgbClr val="000000">
                <a:alpha val="50000"/>
              </a:srgbClr>
            </a:outerShdw>
          </a:effectLst>
        </p:spPr>
        <p:txBody>
          <a:bodyPr lIns="0" tIns="0" rIns="0" bIns="0" anchor="ctr">
            <a:spAutoFit/>
          </a:bodyPr>
          <a:lstStyle>
            <a:lvl1pPr defTabSz="12700">
              <a:lnSpc>
                <a:spcPct val="60000"/>
              </a:lnSpc>
              <a:spcBef>
                <a:spcPts val="0"/>
              </a:spcBef>
              <a:defRPr sz="6000" b="1" cap="all">
                <a:solidFill>
                  <a:srgbClr val="18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Deep lying playmaker #06</a:t>
            </a:r>
          </a:p>
        </p:txBody>
      </p:sp>
      <p:sp>
        <p:nvSpPr>
          <p:cNvPr id="39939" name="9">
            <a:extLst>
              <a:ext uri="{FF2B5EF4-FFF2-40B4-BE49-F238E27FC236}">
                <a16:creationId xmlns:a16="http://schemas.microsoft.com/office/drawing/2014/main" id="{8F1AD1B2-5D86-FD8C-8C54-D5FE77766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27950" y="4954588"/>
            <a:ext cx="657225" cy="68262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9</a:t>
            </a:r>
          </a:p>
        </p:txBody>
      </p:sp>
      <p:sp>
        <p:nvSpPr>
          <p:cNvPr id="39940" name="11">
            <a:extLst>
              <a:ext uri="{FF2B5EF4-FFF2-40B4-BE49-F238E27FC236}">
                <a16:creationId xmlns:a16="http://schemas.microsoft.com/office/drawing/2014/main" id="{560DFD04-7923-6353-0BED-DB6C55E0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96025" y="5275263"/>
            <a:ext cx="657225" cy="68262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7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11</a:t>
            </a:r>
          </a:p>
        </p:txBody>
      </p:sp>
      <p:sp>
        <p:nvSpPr>
          <p:cNvPr id="39941" name="7">
            <a:extLst>
              <a:ext uri="{FF2B5EF4-FFF2-40B4-BE49-F238E27FC236}">
                <a16:creationId xmlns:a16="http://schemas.microsoft.com/office/drawing/2014/main" id="{931834C4-70B0-5E19-53DC-A3BCED452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8288" y="5275263"/>
            <a:ext cx="658812" cy="68262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7</a:t>
            </a:r>
          </a:p>
        </p:txBody>
      </p:sp>
      <p:sp>
        <p:nvSpPr>
          <p:cNvPr id="39942" name="5">
            <a:extLst>
              <a:ext uri="{FF2B5EF4-FFF2-40B4-BE49-F238E27FC236}">
                <a16:creationId xmlns:a16="http://schemas.microsoft.com/office/drawing/2014/main" id="{AF45643C-01D6-C90C-2916-9646616CB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00775" y="8342313"/>
            <a:ext cx="657225" cy="68103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5</a:t>
            </a:r>
          </a:p>
        </p:txBody>
      </p:sp>
      <p:sp>
        <p:nvSpPr>
          <p:cNvPr id="39943" name="2">
            <a:extLst>
              <a:ext uri="{FF2B5EF4-FFF2-40B4-BE49-F238E27FC236}">
                <a16:creationId xmlns:a16="http://schemas.microsoft.com/office/drawing/2014/main" id="{1721EB7C-3BED-1C5A-1F1D-7D7A2229A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85288" y="8342313"/>
            <a:ext cx="657225" cy="681037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2</a:t>
            </a:r>
          </a:p>
        </p:txBody>
      </p:sp>
      <p:sp>
        <p:nvSpPr>
          <p:cNvPr id="39944" name="4">
            <a:extLst>
              <a:ext uri="{FF2B5EF4-FFF2-40B4-BE49-F238E27FC236}">
                <a16:creationId xmlns:a16="http://schemas.microsoft.com/office/drawing/2014/main" id="{CABF32A3-4CFF-0E52-1783-FDDB595B74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31038" y="8901113"/>
            <a:ext cx="657225" cy="68262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4</a:t>
            </a:r>
          </a:p>
        </p:txBody>
      </p:sp>
      <p:sp>
        <p:nvSpPr>
          <p:cNvPr id="39945" name="3">
            <a:extLst>
              <a:ext uri="{FF2B5EF4-FFF2-40B4-BE49-F238E27FC236}">
                <a16:creationId xmlns:a16="http://schemas.microsoft.com/office/drawing/2014/main" id="{A46B8D90-593F-7FCD-777D-98F4581563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28038" y="8901113"/>
            <a:ext cx="657225" cy="68262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3</a:t>
            </a:r>
          </a:p>
        </p:txBody>
      </p:sp>
      <p:sp>
        <p:nvSpPr>
          <p:cNvPr id="39946" name="1">
            <a:extLst>
              <a:ext uri="{FF2B5EF4-FFF2-40B4-BE49-F238E27FC236}">
                <a16:creationId xmlns:a16="http://schemas.microsoft.com/office/drawing/2014/main" id="{BD65FCB2-863D-A4AE-7E18-B23C02D38A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27950" y="9761538"/>
            <a:ext cx="657225" cy="68262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1</a:t>
            </a:r>
          </a:p>
        </p:txBody>
      </p:sp>
      <p:sp>
        <p:nvSpPr>
          <p:cNvPr id="39947" name="6">
            <a:extLst>
              <a:ext uri="{FF2B5EF4-FFF2-40B4-BE49-F238E27FC236}">
                <a16:creationId xmlns:a16="http://schemas.microsoft.com/office/drawing/2014/main" id="{A32C7A26-9626-76DF-AE9C-41B1E74F51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53375" y="7600950"/>
            <a:ext cx="657225" cy="682625"/>
          </a:xfrm>
          <a:prstGeom prst="ellipse">
            <a:avLst/>
          </a:prstGeom>
          <a:solidFill>
            <a:srgbClr val="173883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solidFill>
                  <a:srgbClr val="FFFFFF"/>
                </a:solidFill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6</a:t>
            </a:r>
          </a:p>
        </p:txBody>
      </p:sp>
      <p:sp>
        <p:nvSpPr>
          <p:cNvPr id="39948" name="8">
            <a:extLst>
              <a:ext uri="{FF2B5EF4-FFF2-40B4-BE49-F238E27FC236}">
                <a16:creationId xmlns:a16="http://schemas.microsoft.com/office/drawing/2014/main" id="{B5C43221-51A2-885C-93BE-CEA370C377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21538" y="6913563"/>
            <a:ext cx="657225" cy="68262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8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8</a:t>
            </a:r>
          </a:p>
        </p:txBody>
      </p:sp>
      <p:sp>
        <p:nvSpPr>
          <p:cNvPr id="39949" name="10">
            <a:extLst>
              <a:ext uri="{FF2B5EF4-FFF2-40B4-BE49-F238E27FC236}">
                <a16:creationId xmlns:a16="http://schemas.microsoft.com/office/drawing/2014/main" id="{3D288EED-EA76-5F4F-237E-9E13D25381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32775" y="6424613"/>
            <a:ext cx="658813" cy="68262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  <a:headEnd/>
            <a:tailEnd/>
          </a:ln>
        </p:spPr>
        <p:txBody>
          <a:bodyPr lIns="71437" tIns="71437" rIns="71437" bIns="71437" anchor="ctr"/>
          <a:lstStyle>
            <a:lvl1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1pPr>
            <a:lvl2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2pPr>
            <a:lvl3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3pPr>
            <a:lvl4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4pPr>
            <a:lvl5pPr defTabSz="820738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5pPr>
            <a:lvl6pPr marL="4572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6pPr>
            <a:lvl7pPr marL="9144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7pPr>
            <a:lvl8pPr marL="13716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8pPr>
            <a:lvl9pPr marL="1828800" indent="1828800" defTabSz="820738" eaLnBrk="0" fontAlgn="base" hangingPunct="0">
              <a:lnSpc>
                <a:spcPct val="90000"/>
              </a:lnSpc>
              <a:spcBef>
                <a:spcPts val="4500"/>
              </a:spcBef>
              <a:spcAft>
                <a:spcPct val="0"/>
              </a:spcAft>
              <a:defRPr sz="4800">
                <a:solidFill>
                  <a:srgbClr val="000000"/>
                </a:solidFill>
                <a:latin typeface="Helvetica Neue" charset="0"/>
                <a:ea typeface="Helvetica Neue" charset="0"/>
                <a:cs typeface="Helvetica Neue" charset="0"/>
                <a:sym typeface="Helvetica Neue" charset="0"/>
              </a:defRPr>
            </a:lvl9pPr>
          </a:lstStyle>
          <a:p>
            <a:pPr algn="ctr" eaLnBrk="1">
              <a:lnSpc>
                <a:spcPct val="100000"/>
              </a:lnSpc>
              <a:spcBef>
                <a:spcPct val="0"/>
              </a:spcBef>
            </a:pPr>
            <a:r>
              <a:rPr lang="LID4096" altLang="LID4096" sz="2600">
                <a:latin typeface="Futura Condensed" charset="0"/>
                <a:ea typeface="Futura Condensed" charset="0"/>
                <a:cs typeface="Futura Condensed" charset="0"/>
                <a:sym typeface="Futura Condensed" charset="0"/>
              </a:rPr>
              <a:t>10</a:t>
            </a:r>
          </a:p>
        </p:txBody>
      </p:sp>
      <p:sp>
        <p:nvSpPr>
          <p:cNvPr id="962" name="TextBox 17">
            <a:extLst>
              <a:ext uri="{FF2B5EF4-FFF2-40B4-BE49-F238E27FC236}">
                <a16:creationId xmlns:a16="http://schemas.microsoft.com/office/drawing/2014/main" id="{511F7519-EEDA-10D2-36FF-43EC9588841D}"/>
              </a:ext>
            </a:extLst>
          </p:cNvPr>
          <p:cNvSpPr txBox="1"/>
          <p:nvPr/>
        </p:nvSpPr>
        <p:spPr>
          <a:xfrm>
            <a:off x="2655888" y="6149975"/>
            <a:ext cx="4370387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Passing</a:t>
            </a:r>
          </a:p>
        </p:txBody>
      </p:sp>
      <p:sp>
        <p:nvSpPr>
          <p:cNvPr id="963" name="TextBox 17">
            <a:extLst>
              <a:ext uri="{FF2B5EF4-FFF2-40B4-BE49-F238E27FC236}">
                <a16:creationId xmlns:a16="http://schemas.microsoft.com/office/drawing/2014/main" id="{10955CF3-961B-2C4D-F4CD-D5E58E014507}"/>
              </a:ext>
            </a:extLst>
          </p:cNvPr>
          <p:cNvSpPr txBox="1"/>
          <p:nvPr/>
        </p:nvSpPr>
        <p:spPr>
          <a:xfrm>
            <a:off x="7588250" y="6169025"/>
            <a:ext cx="4371975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Duelkracht</a:t>
            </a:r>
          </a:p>
        </p:txBody>
      </p:sp>
      <p:sp>
        <p:nvSpPr>
          <p:cNvPr id="964" name="TextBox 17">
            <a:extLst>
              <a:ext uri="{FF2B5EF4-FFF2-40B4-BE49-F238E27FC236}">
                <a16:creationId xmlns:a16="http://schemas.microsoft.com/office/drawing/2014/main" id="{74AA2FE5-1C9A-321B-DF15-079FC53C0E6F}"/>
              </a:ext>
            </a:extLst>
          </p:cNvPr>
          <p:cNvSpPr txBox="1"/>
          <p:nvPr/>
        </p:nvSpPr>
        <p:spPr>
          <a:xfrm>
            <a:off x="12366625" y="6157913"/>
            <a:ext cx="4370388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Doorzettingsvermogen</a:t>
            </a:r>
          </a:p>
        </p:txBody>
      </p:sp>
      <p:sp>
        <p:nvSpPr>
          <p:cNvPr id="965" name="TextBox 17">
            <a:extLst>
              <a:ext uri="{FF2B5EF4-FFF2-40B4-BE49-F238E27FC236}">
                <a16:creationId xmlns:a16="http://schemas.microsoft.com/office/drawing/2014/main" id="{721E5241-76F3-4DA1-630D-B403975716CB}"/>
              </a:ext>
            </a:extLst>
          </p:cNvPr>
          <p:cNvSpPr txBox="1"/>
          <p:nvPr/>
        </p:nvSpPr>
        <p:spPr>
          <a:xfrm>
            <a:off x="2700338" y="9967913"/>
            <a:ext cx="4371975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Dribbelen met bal</a:t>
            </a:r>
          </a:p>
        </p:txBody>
      </p:sp>
      <p:sp>
        <p:nvSpPr>
          <p:cNvPr id="966" name="TextBox 17">
            <a:extLst>
              <a:ext uri="{FF2B5EF4-FFF2-40B4-BE49-F238E27FC236}">
                <a16:creationId xmlns:a16="http://schemas.microsoft.com/office/drawing/2014/main" id="{CD4CFAAB-F2A4-4166-5B36-09FC990EFD1F}"/>
              </a:ext>
            </a:extLst>
          </p:cNvPr>
          <p:cNvSpPr txBox="1"/>
          <p:nvPr/>
        </p:nvSpPr>
        <p:spPr>
          <a:xfrm>
            <a:off x="7588250" y="9977438"/>
            <a:ext cx="4371975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Snelheid</a:t>
            </a:r>
          </a:p>
        </p:txBody>
      </p:sp>
      <p:sp>
        <p:nvSpPr>
          <p:cNvPr id="967" name="TextBox 17">
            <a:extLst>
              <a:ext uri="{FF2B5EF4-FFF2-40B4-BE49-F238E27FC236}">
                <a16:creationId xmlns:a16="http://schemas.microsoft.com/office/drawing/2014/main" id="{F60AC853-A51D-93CE-F94F-E674AD4B5FE6}"/>
              </a:ext>
            </a:extLst>
          </p:cNvPr>
          <p:cNvSpPr txBox="1"/>
          <p:nvPr/>
        </p:nvSpPr>
        <p:spPr>
          <a:xfrm>
            <a:off x="2700338" y="7219950"/>
            <a:ext cx="4371975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Positie kiezen (v)</a:t>
            </a:r>
          </a:p>
        </p:txBody>
      </p:sp>
      <p:sp>
        <p:nvSpPr>
          <p:cNvPr id="968" name="TextBox 17">
            <a:extLst>
              <a:ext uri="{FF2B5EF4-FFF2-40B4-BE49-F238E27FC236}">
                <a16:creationId xmlns:a16="http://schemas.microsoft.com/office/drawing/2014/main" id="{B63E9F09-CA03-2EAD-2A6B-BC5003D27045}"/>
              </a:ext>
            </a:extLst>
          </p:cNvPr>
          <p:cNvSpPr txBox="1"/>
          <p:nvPr/>
        </p:nvSpPr>
        <p:spPr>
          <a:xfrm>
            <a:off x="7588250" y="7212013"/>
            <a:ext cx="4371975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Uithoudingsvermogen</a:t>
            </a:r>
          </a:p>
        </p:txBody>
      </p:sp>
      <p:sp>
        <p:nvSpPr>
          <p:cNvPr id="969" name="TextBox 17">
            <a:extLst>
              <a:ext uri="{FF2B5EF4-FFF2-40B4-BE49-F238E27FC236}">
                <a16:creationId xmlns:a16="http://schemas.microsoft.com/office/drawing/2014/main" id="{535DDECA-7711-B8B7-BA59-8EE18A12ED24}"/>
              </a:ext>
            </a:extLst>
          </p:cNvPr>
          <p:cNvSpPr txBox="1"/>
          <p:nvPr/>
        </p:nvSpPr>
        <p:spPr>
          <a:xfrm>
            <a:off x="12366625" y="9967913"/>
            <a:ext cx="4370388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Onverstoorbaarheid</a:t>
            </a:r>
          </a:p>
        </p:txBody>
      </p:sp>
      <p:sp>
        <p:nvSpPr>
          <p:cNvPr id="970" name="TextBox 17">
            <a:extLst>
              <a:ext uri="{FF2B5EF4-FFF2-40B4-BE49-F238E27FC236}">
                <a16:creationId xmlns:a16="http://schemas.microsoft.com/office/drawing/2014/main" id="{10407438-130A-18FC-DE22-25DDFF0E8E44}"/>
              </a:ext>
            </a:extLst>
          </p:cNvPr>
          <p:cNvSpPr txBox="1"/>
          <p:nvPr/>
        </p:nvSpPr>
        <p:spPr>
          <a:xfrm>
            <a:off x="2700338" y="11031538"/>
            <a:ext cx="4371975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5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Positie kiezen (A)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TextBox 31">
            <a:extLst>
              <a:ext uri="{FF2B5EF4-FFF2-40B4-BE49-F238E27FC236}">
                <a16:creationId xmlns:a16="http://schemas.microsoft.com/office/drawing/2014/main" id="{FAACCFA7-8D31-DAF0-9A82-F381EDD42FBD}"/>
              </a:ext>
            </a:extLst>
          </p:cNvPr>
          <p:cNvSpPr txBox="1"/>
          <p:nvPr/>
        </p:nvSpPr>
        <p:spPr>
          <a:xfrm>
            <a:off x="469900" y="4584700"/>
            <a:ext cx="4887913" cy="25146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Snelheid van acties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Type passes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Beide benen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Richting &amp; timing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Snelheid &amp; hoogte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Voorbereiding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Hoe vaak?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973" name="TextBox 30">
            <a:extLst>
              <a:ext uri="{FF2B5EF4-FFF2-40B4-BE49-F238E27FC236}">
                <a16:creationId xmlns:a16="http://schemas.microsoft.com/office/drawing/2014/main" id="{1310DC15-ACB6-58A5-AB6D-F9910943B914}"/>
              </a:ext>
            </a:extLst>
          </p:cNvPr>
          <p:cNvSpPr txBox="1"/>
          <p:nvPr/>
        </p:nvSpPr>
        <p:spPr>
          <a:xfrm>
            <a:off x="241300" y="2293938"/>
            <a:ext cx="5889625" cy="1219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/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“Passing korter dan 10-15m 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(onder druk of door de linies) 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of passing langer dan 30m</a:t>
            </a:r>
          </a:p>
        </p:txBody>
      </p:sp>
      <p:sp>
        <p:nvSpPr>
          <p:cNvPr id="974" name="TextBox 17">
            <a:extLst>
              <a:ext uri="{FF2B5EF4-FFF2-40B4-BE49-F238E27FC236}">
                <a16:creationId xmlns:a16="http://schemas.microsoft.com/office/drawing/2014/main" id="{D38BC262-B8DB-F140-1081-88EC380250AB}"/>
              </a:ext>
            </a:extLst>
          </p:cNvPr>
          <p:cNvSpPr txBox="1"/>
          <p:nvPr/>
        </p:nvSpPr>
        <p:spPr>
          <a:xfrm>
            <a:off x="242888" y="1227138"/>
            <a:ext cx="5878512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Passing</a:t>
            </a:r>
          </a:p>
        </p:txBody>
      </p:sp>
      <p:sp>
        <p:nvSpPr>
          <p:cNvPr id="975" name="TextBox 31">
            <a:extLst>
              <a:ext uri="{FF2B5EF4-FFF2-40B4-BE49-F238E27FC236}">
                <a16:creationId xmlns:a16="http://schemas.microsoft.com/office/drawing/2014/main" id="{823554A6-DBEE-4638-BFA1-2094ABB82111}"/>
              </a:ext>
            </a:extLst>
          </p:cNvPr>
          <p:cNvSpPr txBox="1"/>
          <p:nvPr/>
        </p:nvSpPr>
        <p:spPr>
          <a:xfrm>
            <a:off x="6438900" y="4584700"/>
            <a:ext cx="4887913" cy="2235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indent="-190500" defTabSz="1285875" eaLnBrk="1" fontAlgn="auto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Man &amp; bal?</a:t>
            </a:r>
            <a:endParaRPr sz="18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190500" indent="-190500" defTabSz="1285875" eaLnBrk="1" fontAlgn="auto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Lichaamspositie</a:t>
            </a:r>
            <a:endParaRPr sz="18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190500" indent="-190500" defTabSz="1285875" eaLnBrk="1" fontAlgn="auto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Hoge of lage lijn?</a:t>
            </a:r>
            <a:endParaRPr sz="18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190500" indent="-190500" defTabSz="1285875" eaLnBrk="1" fontAlgn="auto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Gevaarherkenning</a:t>
            </a:r>
          </a:p>
          <a:p>
            <a:pPr marL="190500" indent="-190500" defTabSz="1285875" eaLnBrk="1" fontAlgn="auto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Afstanden linies</a:t>
            </a:r>
            <a:endParaRPr sz="18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190500" indent="-190500" defTabSz="1285875" eaLnBrk="1" fontAlgn="auto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Drukzetten / doordekken</a:t>
            </a:r>
            <a:endParaRPr sz="18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190500" indent="-190500" defTabSz="1285875" eaLnBrk="1" fontAlgn="auto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Lijnen dichtzetten</a:t>
            </a:r>
          </a:p>
          <a:p>
            <a:pPr marL="190500" indent="-190500" defTabSz="1285875" eaLnBrk="1" fontAlgn="auto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976" name="TextBox 17">
            <a:extLst>
              <a:ext uri="{FF2B5EF4-FFF2-40B4-BE49-F238E27FC236}">
                <a16:creationId xmlns:a16="http://schemas.microsoft.com/office/drawing/2014/main" id="{B908A85B-3A87-F049-108E-30AB16C23221}"/>
              </a:ext>
            </a:extLst>
          </p:cNvPr>
          <p:cNvSpPr txBox="1"/>
          <p:nvPr/>
        </p:nvSpPr>
        <p:spPr>
          <a:xfrm>
            <a:off x="6232525" y="1220788"/>
            <a:ext cx="5883275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Positie kiezen (V)</a:t>
            </a:r>
          </a:p>
        </p:txBody>
      </p:sp>
      <p:sp>
        <p:nvSpPr>
          <p:cNvPr id="977" name="TextBox 30">
            <a:extLst>
              <a:ext uri="{FF2B5EF4-FFF2-40B4-BE49-F238E27FC236}">
                <a16:creationId xmlns:a16="http://schemas.microsoft.com/office/drawing/2014/main" id="{A743B6CB-BA5F-7936-462A-3A14E619F47B}"/>
              </a:ext>
            </a:extLst>
          </p:cNvPr>
          <p:cNvSpPr txBox="1"/>
          <p:nvPr/>
        </p:nvSpPr>
        <p:spPr>
          <a:xfrm>
            <a:off x="6272213" y="2112963"/>
            <a:ext cx="5778500" cy="16256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“Voorkomen van doelpogingen of potentieel gevaar (voorzet, dribbel, pass of schot) van de tegenstander d.m.v. de positiekeuze”</a:t>
            </a:r>
          </a:p>
        </p:txBody>
      </p:sp>
      <p:sp>
        <p:nvSpPr>
          <p:cNvPr id="978" name="TextBox 30">
            <a:extLst>
              <a:ext uri="{FF2B5EF4-FFF2-40B4-BE49-F238E27FC236}">
                <a16:creationId xmlns:a16="http://schemas.microsoft.com/office/drawing/2014/main" id="{717E24EE-2C10-E504-3320-0C142EF20020}"/>
              </a:ext>
            </a:extLst>
          </p:cNvPr>
          <p:cNvSpPr txBox="1"/>
          <p:nvPr/>
        </p:nvSpPr>
        <p:spPr>
          <a:xfrm>
            <a:off x="12222163" y="2522538"/>
            <a:ext cx="5891212" cy="77152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kern="0"/>
              <a:t>"Voorwaarts dribbelen met bal richting de open ruimtes”</a:t>
            </a:r>
          </a:p>
        </p:txBody>
      </p:sp>
      <p:sp>
        <p:nvSpPr>
          <p:cNvPr id="979" name="TextBox 17">
            <a:extLst>
              <a:ext uri="{FF2B5EF4-FFF2-40B4-BE49-F238E27FC236}">
                <a16:creationId xmlns:a16="http://schemas.microsoft.com/office/drawing/2014/main" id="{467E6CBC-EF47-FF04-9ADD-D0094738F62E}"/>
              </a:ext>
            </a:extLst>
          </p:cNvPr>
          <p:cNvSpPr txBox="1"/>
          <p:nvPr/>
        </p:nvSpPr>
        <p:spPr>
          <a:xfrm>
            <a:off x="12223750" y="1231900"/>
            <a:ext cx="5878513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Dribbelen met bal</a:t>
            </a:r>
          </a:p>
        </p:txBody>
      </p:sp>
      <p:sp>
        <p:nvSpPr>
          <p:cNvPr id="980" name="TextBox 31">
            <a:extLst>
              <a:ext uri="{FF2B5EF4-FFF2-40B4-BE49-F238E27FC236}">
                <a16:creationId xmlns:a16="http://schemas.microsoft.com/office/drawing/2014/main" id="{996AEEED-EC4A-059B-47EE-956CA31C3386}"/>
              </a:ext>
            </a:extLst>
          </p:cNvPr>
          <p:cNvSpPr txBox="1"/>
          <p:nvPr/>
        </p:nvSpPr>
        <p:spPr>
          <a:xfrm>
            <a:off x="12439650" y="4584700"/>
            <a:ext cx="4100513" cy="25146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Mobiliteit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Controle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Snelheid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Beide benen?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Voorbereiding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Afstand overbruggen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Hoe vaak?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981" name="TextBox 31">
            <a:extLst>
              <a:ext uri="{FF2B5EF4-FFF2-40B4-BE49-F238E27FC236}">
                <a16:creationId xmlns:a16="http://schemas.microsoft.com/office/drawing/2014/main" id="{CD87FB9E-A50E-88EF-1AEF-95E024843739}"/>
              </a:ext>
            </a:extLst>
          </p:cNvPr>
          <p:cNvSpPr txBox="1"/>
          <p:nvPr/>
        </p:nvSpPr>
        <p:spPr>
          <a:xfrm>
            <a:off x="18441988" y="4584700"/>
            <a:ext cx="3779837" cy="2235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Ruimte herkenning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Scannen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Inzicht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Overload / 3e man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Aanspeelbaar zijn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Roteren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Actieve zones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982" name="TextBox 30">
            <a:extLst>
              <a:ext uri="{FF2B5EF4-FFF2-40B4-BE49-F238E27FC236}">
                <a16:creationId xmlns:a16="http://schemas.microsoft.com/office/drawing/2014/main" id="{1E0AF58A-84CA-4478-262E-89ED9A703067}"/>
              </a:ext>
            </a:extLst>
          </p:cNvPr>
          <p:cNvSpPr txBox="1"/>
          <p:nvPr/>
        </p:nvSpPr>
        <p:spPr>
          <a:xfrm>
            <a:off x="18203863" y="2298700"/>
            <a:ext cx="5889625" cy="1219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“Passes ontvangen of geslaagde vrijloop-acties voor teamgenoten in de half-spaces en/of final third”</a:t>
            </a:r>
          </a:p>
        </p:txBody>
      </p:sp>
      <p:sp>
        <p:nvSpPr>
          <p:cNvPr id="983" name="TextBox 17">
            <a:extLst>
              <a:ext uri="{FF2B5EF4-FFF2-40B4-BE49-F238E27FC236}">
                <a16:creationId xmlns:a16="http://schemas.microsoft.com/office/drawing/2014/main" id="{994B7DE8-3094-1887-F186-69E58AB5EC22}"/>
              </a:ext>
            </a:extLst>
          </p:cNvPr>
          <p:cNvSpPr txBox="1"/>
          <p:nvPr/>
        </p:nvSpPr>
        <p:spPr>
          <a:xfrm>
            <a:off x="18205450" y="1231900"/>
            <a:ext cx="5878513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Positie kiezen (A)</a:t>
            </a:r>
          </a:p>
        </p:txBody>
      </p:sp>
      <p:sp>
        <p:nvSpPr>
          <p:cNvPr id="984" name="TextBox 31">
            <a:extLst>
              <a:ext uri="{FF2B5EF4-FFF2-40B4-BE49-F238E27FC236}">
                <a16:creationId xmlns:a16="http://schemas.microsoft.com/office/drawing/2014/main" id="{B076EF2A-D4DF-6D6A-9BC3-1668C18BCEBD}"/>
              </a:ext>
            </a:extLst>
          </p:cNvPr>
          <p:cNvSpPr txBox="1"/>
          <p:nvPr/>
        </p:nvSpPr>
        <p:spPr>
          <a:xfrm>
            <a:off x="479425" y="10841038"/>
            <a:ext cx="3914775" cy="2235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Lichaamsdeel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Grondduels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Luchtduels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Timing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Voorbereiding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Hoe vaak?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985" name="TextBox 30">
            <a:extLst>
              <a:ext uri="{FF2B5EF4-FFF2-40B4-BE49-F238E27FC236}">
                <a16:creationId xmlns:a16="http://schemas.microsoft.com/office/drawing/2014/main" id="{D439A65E-5493-DDCB-40C3-9F5422263E96}"/>
              </a:ext>
            </a:extLst>
          </p:cNvPr>
          <p:cNvSpPr txBox="1"/>
          <p:nvPr/>
        </p:nvSpPr>
        <p:spPr>
          <a:xfrm>
            <a:off x="239713" y="8561388"/>
            <a:ext cx="5891212" cy="1138237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/>
          <a:p>
            <a:pPr algn="ctr" defTabSz="1285875" eaLnBrk="1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“Geslaagde pogingen om de bal </a:t>
            </a:r>
          </a:p>
          <a:p>
            <a:pPr algn="ctr" defTabSz="1285875" eaLnBrk="1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te winnen / behouden </a:t>
            </a:r>
          </a:p>
          <a:p>
            <a:pPr algn="ctr" defTabSz="1285875" eaLnBrk="1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in fysieke duels”</a:t>
            </a:r>
          </a:p>
        </p:txBody>
      </p:sp>
      <p:sp>
        <p:nvSpPr>
          <p:cNvPr id="986" name="TextBox 17">
            <a:extLst>
              <a:ext uri="{FF2B5EF4-FFF2-40B4-BE49-F238E27FC236}">
                <a16:creationId xmlns:a16="http://schemas.microsoft.com/office/drawing/2014/main" id="{EE237F54-713D-EB50-04C0-3F656BC7DA2D}"/>
              </a:ext>
            </a:extLst>
          </p:cNvPr>
          <p:cNvSpPr txBox="1"/>
          <p:nvPr/>
        </p:nvSpPr>
        <p:spPr>
          <a:xfrm>
            <a:off x="241300" y="7453313"/>
            <a:ext cx="5878513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Duelkracht</a:t>
            </a:r>
          </a:p>
        </p:txBody>
      </p:sp>
      <p:sp>
        <p:nvSpPr>
          <p:cNvPr id="987" name="TextBox 17">
            <a:extLst>
              <a:ext uri="{FF2B5EF4-FFF2-40B4-BE49-F238E27FC236}">
                <a16:creationId xmlns:a16="http://schemas.microsoft.com/office/drawing/2014/main" id="{05C471E5-A456-9B7A-5F51-8856BEA17CF7}"/>
              </a:ext>
            </a:extLst>
          </p:cNvPr>
          <p:cNvSpPr txBox="1"/>
          <p:nvPr/>
        </p:nvSpPr>
        <p:spPr>
          <a:xfrm>
            <a:off x="6249988" y="7473950"/>
            <a:ext cx="5883275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Uithoudingsvermogen</a:t>
            </a:r>
          </a:p>
        </p:txBody>
      </p:sp>
      <p:sp>
        <p:nvSpPr>
          <p:cNvPr id="988" name="TextBox 30">
            <a:extLst>
              <a:ext uri="{FF2B5EF4-FFF2-40B4-BE49-F238E27FC236}">
                <a16:creationId xmlns:a16="http://schemas.microsoft.com/office/drawing/2014/main" id="{2EF0D968-5FBB-F76F-A991-376D5F87840B}"/>
              </a:ext>
            </a:extLst>
          </p:cNvPr>
          <p:cNvSpPr txBox="1"/>
          <p:nvPr/>
        </p:nvSpPr>
        <p:spPr>
          <a:xfrm>
            <a:off x="6537325" y="8758238"/>
            <a:ext cx="5359400" cy="812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“Volhouden van de positie specifieke voetbalacties”</a:t>
            </a:r>
          </a:p>
        </p:txBody>
      </p:sp>
      <p:sp>
        <p:nvSpPr>
          <p:cNvPr id="989" name="TextBox 31">
            <a:extLst>
              <a:ext uri="{FF2B5EF4-FFF2-40B4-BE49-F238E27FC236}">
                <a16:creationId xmlns:a16="http://schemas.microsoft.com/office/drawing/2014/main" id="{2A131534-1548-0B1F-A766-C16DF0A21896}"/>
              </a:ext>
            </a:extLst>
          </p:cNvPr>
          <p:cNvSpPr txBox="1"/>
          <p:nvPr/>
        </p:nvSpPr>
        <p:spPr>
          <a:xfrm>
            <a:off x="6445250" y="10841038"/>
            <a:ext cx="2751138" cy="1955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Intensiteit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Total distance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HI-runs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Sprints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90 min volhouden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Gemiddelde p/w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990" name="TextBox 31">
            <a:extLst>
              <a:ext uri="{FF2B5EF4-FFF2-40B4-BE49-F238E27FC236}">
                <a16:creationId xmlns:a16="http://schemas.microsoft.com/office/drawing/2014/main" id="{1CE85C21-B3D5-9ADA-FEA7-9E6534D6876E}"/>
              </a:ext>
            </a:extLst>
          </p:cNvPr>
          <p:cNvSpPr txBox="1"/>
          <p:nvPr/>
        </p:nvSpPr>
        <p:spPr>
          <a:xfrm>
            <a:off x="12446000" y="10841038"/>
            <a:ext cx="4087813" cy="1955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Topsnelheid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Acceleratie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Paslengte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Grote / kleine afstanden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1e meters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Eindresultaat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991" name="TextBox 30">
            <a:extLst>
              <a:ext uri="{FF2B5EF4-FFF2-40B4-BE49-F238E27FC236}">
                <a16:creationId xmlns:a16="http://schemas.microsoft.com/office/drawing/2014/main" id="{F7D0A33E-7E0F-CAF2-23D0-EBAA508640B1}"/>
              </a:ext>
            </a:extLst>
          </p:cNvPr>
          <p:cNvSpPr txBox="1"/>
          <p:nvPr/>
        </p:nvSpPr>
        <p:spPr>
          <a:xfrm>
            <a:off x="12222163" y="8526463"/>
            <a:ext cx="5889625" cy="1219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“Absolute snelheid zonder bal” “Snelheid in de acties met bal” “Startsnelheid”</a:t>
            </a:r>
          </a:p>
        </p:txBody>
      </p:sp>
      <p:sp>
        <p:nvSpPr>
          <p:cNvPr id="992" name="TextBox 17">
            <a:extLst>
              <a:ext uri="{FF2B5EF4-FFF2-40B4-BE49-F238E27FC236}">
                <a16:creationId xmlns:a16="http://schemas.microsoft.com/office/drawing/2014/main" id="{B479E65E-F950-9C0E-812F-C456DC979C54}"/>
              </a:ext>
            </a:extLst>
          </p:cNvPr>
          <p:cNvSpPr txBox="1"/>
          <p:nvPr/>
        </p:nvSpPr>
        <p:spPr>
          <a:xfrm>
            <a:off x="12223750" y="7458075"/>
            <a:ext cx="5878513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Snelheid</a:t>
            </a:r>
          </a:p>
        </p:txBody>
      </p:sp>
      <p:sp>
        <p:nvSpPr>
          <p:cNvPr id="993" name="TextBox 17">
            <a:extLst>
              <a:ext uri="{FF2B5EF4-FFF2-40B4-BE49-F238E27FC236}">
                <a16:creationId xmlns:a16="http://schemas.microsoft.com/office/drawing/2014/main" id="{AFD0C88D-843C-2991-F0B2-99E102F9A681}"/>
              </a:ext>
            </a:extLst>
          </p:cNvPr>
          <p:cNvSpPr txBox="1"/>
          <p:nvPr/>
        </p:nvSpPr>
        <p:spPr>
          <a:xfrm>
            <a:off x="18222913" y="7473950"/>
            <a:ext cx="5856287" cy="520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4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Doorzettingsvermogen</a:t>
            </a:r>
          </a:p>
        </p:txBody>
      </p:sp>
      <p:sp>
        <p:nvSpPr>
          <p:cNvPr id="994" name="TextBox 30">
            <a:extLst>
              <a:ext uri="{FF2B5EF4-FFF2-40B4-BE49-F238E27FC236}">
                <a16:creationId xmlns:a16="http://schemas.microsoft.com/office/drawing/2014/main" id="{68DEF96C-8D98-2766-C485-D4284364B833}"/>
              </a:ext>
            </a:extLst>
          </p:cNvPr>
          <p:cNvSpPr txBox="1"/>
          <p:nvPr/>
        </p:nvSpPr>
        <p:spPr>
          <a:xfrm>
            <a:off x="18522950" y="8351838"/>
            <a:ext cx="5357813" cy="16256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/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“Heeft een echte winnaarsmentaliteit, geeft nooit op en probeert teamgenoten </a:t>
            </a:r>
          </a:p>
          <a:p>
            <a:pPr algn="ctr" defTabSz="1285875" eaLnBrk="1" fontAlgn="auto">
              <a:spcBef>
                <a:spcPts val="0"/>
              </a:spcBef>
              <a:spcAft>
                <a:spcPts val="0"/>
              </a:spcAft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2600" kern="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te stimuleren”</a:t>
            </a:r>
          </a:p>
        </p:txBody>
      </p:sp>
      <p:sp>
        <p:nvSpPr>
          <p:cNvPr id="995" name="TextBox 31">
            <a:extLst>
              <a:ext uri="{FF2B5EF4-FFF2-40B4-BE49-F238E27FC236}">
                <a16:creationId xmlns:a16="http://schemas.microsoft.com/office/drawing/2014/main" id="{CAFF85BB-FA6E-EB16-E977-891538BC3282}"/>
              </a:ext>
            </a:extLst>
          </p:cNvPr>
          <p:cNvSpPr txBox="1"/>
          <p:nvPr/>
        </p:nvSpPr>
        <p:spPr>
          <a:xfrm>
            <a:off x="18448338" y="10841038"/>
            <a:ext cx="2749550" cy="2235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Emotie controle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Gedrag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Rouwmomenten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Anderen inspireren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Nooit opgeven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Tot het einde vechten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Altijd 100%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TextBox 31">
            <a:extLst>
              <a:ext uri="{FF2B5EF4-FFF2-40B4-BE49-F238E27FC236}">
                <a16:creationId xmlns:a16="http://schemas.microsoft.com/office/drawing/2014/main" id="{D580BBC9-A3C8-1875-BDAE-00131A9FF54C}"/>
              </a:ext>
            </a:extLst>
          </p:cNvPr>
          <p:cNvSpPr txBox="1"/>
          <p:nvPr/>
        </p:nvSpPr>
        <p:spPr>
          <a:xfrm>
            <a:off x="469900" y="4584700"/>
            <a:ext cx="4887913" cy="22352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Stabiel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Beïnvloeden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Solide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In control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Bewust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Reactie na een fout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Omgaan met stress</a:t>
            </a:r>
          </a:p>
          <a:p>
            <a:pPr marL="190500" lvl="1" indent="-190500" defTabSz="1285875" eaLnBrk="1" fontAlgn="auto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1800" kern="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rPr>
              <a:t>?</a:t>
            </a:r>
          </a:p>
        </p:txBody>
      </p:sp>
      <p:sp>
        <p:nvSpPr>
          <p:cNvPr id="998" name="TextBox 30">
            <a:extLst>
              <a:ext uri="{FF2B5EF4-FFF2-40B4-BE49-F238E27FC236}">
                <a16:creationId xmlns:a16="http://schemas.microsoft.com/office/drawing/2014/main" id="{2EFF2A84-058C-6013-5E86-8DC2158DA650}"/>
              </a:ext>
            </a:extLst>
          </p:cNvPr>
          <p:cNvSpPr txBox="1"/>
          <p:nvPr/>
        </p:nvSpPr>
        <p:spPr>
          <a:xfrm>
            <a:off x="241300" y="2530475"/>
            <a:ext cx="5889625" cy="747713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25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kern="0"/>
              <a:t>“Voert zijn taken uit ongeacht de omstandigheden”</a:t>
            </a:r>
          </a:p>
        </p:txBody>
      </p:sp>
      <p:sp>
        <p:nvSpPr>
          <p:cNvPr id="999" name="TextBox 17">
            <a:extLst>
              <a:ext uri="{FF2B5EF4-FFF2-40B4-BE49-F238E27FC236}">
                <a16:creationId xmlns:a16="http://schemas.microsoft.com/office/drawing/2014/main" id="{9E0CCA4E-6873-5BDF-6156-A76BCD1CC9AF}"/>
              </a:ext>
            </a:extLst>
          </p:cNvPr>
          <p:cNvSpPr txBox="1"/>
          <p:nvPr/>
        </p:nvSpPr>
        <p:spPr>
          <a:xfrm>
            <a:off x="242888" y="1227138"/>
            <a:ext cx="5878512" cy="5588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3600"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 eaLnBrk="1" fontAlgn="auto">
              <a:spcAft>
                <a:spcPts val="0"/>
              </a:spcAft>
              <a:defRPr/>
            </a:pPr>
            <a:r>
              <a:rPr kern="0"/>
              <a:t>Onverstoorbaarheid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extBox 31">
            <a:extLst>
              <a:ext uri="{FF2B5EF4-FFF2-40B4-BE49-F238E27FC236}">
                <a16:creationId xmlns:a16="http://schemas.microsoft.com/office/drawing/2014/main" id="{D59F4C47-0D3F-2492-B809-7DCB383DAA1F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002" name="Star">
            <a:extLst>
              <a:ext uri="{FF2B5EF4-FFF2-40B4-BE49-F238E27FC236}">
                <a16:creationId xmlns:a16="http://schemas.microsoft.com/office/drawing/2014/main" id="{5429957D-BC6C-E997-380D-9BD24EEA07C8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03" name="Star">
            <a:extLst>
              <a:ext uri="{FF2B5EF4-FFF2-40B4-BE49-F238E27FC236}">
                <a16:creationId xmlns:a16="http://schemas.microsoft.com/office/drawing/2014/main" id="{45B24D27-ED85-B269-B133-A84D14704873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04" name="Star">
            <a:extLst>
              <a:ext uri="{FF2B5EF4-FFF2-40B4-BE49-F238E27FC236}">
                <a16:creationId xmlns:a16="http://schemas.microsoft.com/office/drawing/2014/main" id="{23571A65-53D8-9BDC-E56A-FFFD88E8F640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05" name="Star">
            <a:extLst>
              <a:ext uri="{FF2B5EF4-FFF2-40B4-BE49-F238E27FC236}">
                <a16:creationId xmlns:a16="http://schemas.microsoft.com/office/drawing/2014/main" id="{75090D75-DDA4-A713-C5B0-DBBBA9E21062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06" name="Star">
            <a:extLst>
              <a:ext uri="{FF2B5EF4-FFF2-40B4-BE49-F238E27FC236}">
                <a16:creationId xmlns:a16="http://schemas.microsoft.com/office/drawing/2014/main" id="{EC30970F-244B-C4D2-E6E4-6286F91EF592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07" name="Star">
            <a:extLst>
              <a:ext uri="{FF2B5EF4-FFF2-40B4-BE49-F238E27FC236}">
                <a16:creationId xmlns:a16="http://schemas.microsoft.com/office/drawing/2014/main" id="{FFB2A458-3719-A3B0-EF81-F101586505B7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08" name="Star">
            <a:extLst>
              <a:ext uri="{FF2B5EF4-FFF2-40B4-BE49-F238E27FC236}">
                <a16:creationId xmlns:a16="http://schemas.microsoft.com/office/drawing/2014/main" id="{1281184D-5D49-E215-2E1D-3765C3463BAE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09" name="Star">
            <a:extLst>
              <a:ext uri="{FF2B5EF4-FFF2-40B4-BE49-F238E27FC236}">
                <a16:creationId xmlns:a16="http://schemas.microsoft.com/office/drawing/2014/main" id="{18011225-BC2D-C927-4565-BB33E6127B7B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10" name="Star">
            <a:extLst>
              <a:ext uri="{FF2B5EF4-FFF2-40B4-BE49-F238E27FC236}">
                <a16:creationId xmlns:a16="http://schemas.microsoft.com/office/drawing/2014/main" id="{78C23B8C-6A09-7B77-EEB7-A9B0C637BBAD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11" name="Star">
            <a:extLst>
              <a:ext uri="{FF2B5EF4-FFF2-40B4-BE49-F238E27FC236}">
                <a16:creationId xmlns:a16="http://schemas.microsoft.com/office/drawing/2014/main" id="{8E275144-16AD-1AD5-D9FE-D63872FBCDEF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43021" name="FC DEN BOSCH LOGO.png" descr="FC DEN BOSCH LOGO.png">
            <a:hlinkClick r:id="rId2" action="ppaction://hlinksldjump"/>
            <a:extLst>
              <a:ext uri="{FF2B5EF4-FFF2-40B4-BE49-F238E27FC236}">
                <a16:creationId xmlns:a16="http://schemas.microsoft.com/office/drawing/2014/main" id="{ED1A253E-8448-CF80-5275-34A38C9F76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pic>
        <p:nvPicPr>
          <p:cNvPr id="43022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9D514618-39EB-7EB4-7BA5-67814F3E09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TextBox 31">
            <a:extLst>
              <a:ext uri="{FF2B5EF4-FFF2-40B4-BE49-F238E27FC236}">
                <a16:creationId xmlns:a16="http://schemas.microsoft.com/office/drawing/2014/main" id="{6D6B3B1E-99EE-8B48-036D-4D5927BB5671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016" name="Star">
            <a:extLst>
              <a:ext uri="{FF2B5EF4-FFF2-40B4-BE49-F238E27FC236}">
                <a16:creationId xmlns:a16="http://schemas.microsoft.com/office/drawing/2014/main" id="{883EE5EC-4644-1C4E-ADFF-7BB7BB0CC059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17" name="Star">
            <a:extLst>
              <a:ext uri="{FF2B5EF4-FFF2-40B4-BE49-F238E27FC236}">
                <a16:creationId xmlns:a16="http://schemas.microsoft.com/office/drawing/2014/main" id="{24C90F99-7CF2-F184-8843-918C65FE17AB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18" name="Star">
            <a:extLst>
              <a:ext uri="{FF2B5EF4-FFF2-40B4-BE49-F238E27FC236}">
                <a16:creationId xmlns:a16="http://schemas.microsoft.com/office/drawing/2014/main" id="{ABBBD6B0-607F-3A13-9214-5D3DF64AA88B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19" name="Star">
            <a:extLst>
              <a:ext uri="{FF2B5EF4-FFF2-40B4-BE49-F238E27FC236}">
                <a16:creationId xmlns:a16="http://schemas.microsoft.com/office/drawing/2014/main" id="{6C7322D5-C6D5-6C57-1D32-316D5C44D9A1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20" name="Star">
            <a:extLst>
              <a:ext uri="{FF2B5EF4-FFF2-40B4-BE49-F238E27FC236}">
                <a16:creationId xmlns:a16="http://schemas.microsoft.com/office/drawing/2014/main" id="{0717D5D0-CE9A-360D-0D0E-59B762611158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21" name="Star">
            <a:extLst>
              <a:ext uri="{FF2B5EF4-FFF2-40B4-BE49-F238E27FC236}">
                <a16:creationId xmlns:a16="http://schemas.microsoft.com/office/drawing/2014/main" id="{32E579B5-BB03-956A-ECEA-793B20233B78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22" name="Star">
            <a:extLst>
              <a:ext uri="{FF2B5EF4-FFF2-40B4-BE49-F238E27FC236}">
                <a16:creationId xmlns:a16="http://schemas.microsoft.com/office/drawing/2014/main" id="{5F9785C6-921A-4BFA-9AF6-AE274C82972E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23" name="Star">
            <a:extLst>
              <a:ext uri="{FF2B5EF4-FFF2-40B4-BE49-F238E27FC236}">
                <a16:creationId xmlns:a16="http://schemas.microsoft.com/office/drawing/2014/main" id="{C48181CD-34BA-3629-3EAA-0FAFDC6DCC23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24" name="Star">
            <a:extLst>
              <a:ext uri="{FF2B5EF4-FFF2-40B4-BE49-F238E27FC236}">
                <a16:creationId xmlns:a16="http://schemas.microsoft.com/office/drawing/2014/main" id="{789A6AFC-46EC-74D0-D51B-0A119C42902E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25" name="Star">
            <a:extLst>
              <a:ext uri="{FF2B5EF4-FFF2-40B4-BE49-F238E27FC236}">
                <a16:creationId xmlns:a16="http://schemas.microsoft.com/office/drawing/2014/main" id="{1FF344E8-9DF3-7C75-79C0-5B8FBD6588FC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44045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1A45DDEE-8145-C537-50F0-CC77F21DD4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046" name="FC DEN BOSCH LOGO.png" descr="FC DEN BOSCH LOGO.png">
            <a:hlinkClick r:id="rId3" action="ppaction://hlinksldjump"/>
            <a:extLst>
              <a:ext uri="{FF2B5EF4-FFF2-40B4-BE49-F238E27FC236}">
                <a16:creationId xmlns:a16="http://schemas.microsoft.com/office/drawing/2014/main" id="{5822E2AD-4821-98C1-65D6-3426F5FC4A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>
    <p:wipe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TextBox 31">
            <a:extLst>
              <a:ext uri="{FF2B5EF4-FFF2-40B4-BE49-F238E27FC236}">
                <a16:creationId xmlns:a16="http://schemas.microsoft.com/office/drawing/2014/main" id="{9F64B89C-2CAE-81E7-7FC0-66BCDF9AE6A2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030" name="Star">
            <a:extLst>
              <a:ext uri="{FF2B5EF4-FFF2-40B4-BE49-F238E27FC236}">
                <a16:creationId xmlns:a16="http://schemas.microsoft.com/office/drawing/2014/main" id="{46953456-CB50-348C-7D91-48248DF56E9A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31" name="Star">
            <a:extLst>
              <a:ext uri="{FF2B5EF4-FFF2-40B4-BE49-F238E27FC236}">
                <a16:creationId xmlns:a16="http://schemas.microsoft.com/office/drawing/2014/main" id="{14BB5A84-AD9C-5123-9E35-87EFF5D8421D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32" name="Star">
            <a:extLst>
              <a:ext uri="{FF2B5EF4-FFF2-40B4-BE49-F238E27FC236}">
                <a16:creationId xmlns:a16="http://schemas.microsoft.com/office/drawing/2014/main" id="{69EA9634-FBE4-6BBA-A211-9143FF823A5E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33" name="Star">
            <a:extLst>
              <a:ext uri="{FF2B5EF4-FFF2-40B4-BE49-F238E27FC236}">
                <a16:creationId xmlns:a16="http://schemas.microsoft.com/office/drawing/2014/main" id="{240FF100-346A-7E46-FEAB-05108F8377B1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34" name="Star">
            <a:extLst>
              <a:ext uri="{FF2B5EF4-FFF2-40B4-BE49-F238E27FC236}">
                <a16:creationId xmlns:a16="http://schemas.microsoft.com/office/drawing/2014/main" id="{58D594EC-6222-88CA-5360-8951FD096646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35" name="Star">
            <a:extLst>
              <a:ext uri="{FF2B5EF4-FFF2-40B4-BE49-F238E27FC236}">
                <a16:creationId xmlns:a16="http://schemas.microsoft.com/office/drawing/2014/main" id="{9920C9CA-5FDA-6DBD-557D-FBDCB6D2AF20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36" name="Star">
            <a:extLst>
              <a:ext uri="{FF2B5EF4-FFF2-40B4-BE49-F238E27FC236}">
                <a16:creationId xmlns:a16="http://schemas.microsoft.com/office/drawing/2014/main" id="{F8566DC6-3B6E-138E-C5B8-F505095F89D9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37" name="Star">
            <a:extLst>
              <a:ext uri="{FF2B5EF4-FFF2-40B4-BE49-F238E27FC236}">
                <a16:creationId xmlns:a16="http://schemas.microsoft.com/office/drawing/2014/main" id="{2AB9C042-54E4-2D24-721F-0778B272443A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38" name="Star">
            <a:extLst>
              <a:ext uri="{FF2B5EF4-FFF2-40B4-BE49-F238E27FC236}">
                <a16:creationId xmlns:a16="http://schemas.microsoft.com/office/drawing/2014/main" id="{4FA645E4-86FA-37C2-0AEA-5E003541BFE0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39" name="Star">
            <a:extLst>
              <a:ext uri="{FF2B5EF4-FFF2-40B4-BE49-F238E27FC236}">
                <a16:creationId xmlns:a16="http://schemas.microsoft.com/office/drawing/2014/main" id="{DC21EFB8-496C-F379-3B47-42BF7692B90D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45069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C4ACCA5E-7D37-22F9-5F32-4091AE7EF1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070" name="FC DEN BOSCH LOGO.png" descr="FC DEN BOSCH LOGO.png">
            <a:hlinkClick r:id="rId3" action="ppaction://hlinksldjump"/>
            <a:extLst>
              <a:ext uri="{FF2B5EF4-FFF2-40B4-BE49-F238E27FC236}">
                <a16:creationId xmlns:a16="http://schemas.microsoft.com/office/drawing/2014/main" id="{1CF1D6DE-5A0B-CBD7-9FCE-6F4FA22A9E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>
    <p:wipe dir="r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TextBox 31">
            <a:extLst>
              <a:ext uri="{FF2B5EF4-FFF2-40B4-BE49-F238E27FC236}">
                <a16:creationId xmlns:a16="http://schemas.microsoft.com/office/drawing/2014/main" id="{FDDE07F4-A423-D0D2-172D-95F9E5B65F18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044" name="Star">
            <a:extLst>
              <a:ext uri="{FF2B5EF4-FFF2-40B4-BE49-F238E27FC236}">
                <a16:creationId xmlns:a16="http://schemas.microsoft.com/office/drawing/2014/main" id="{DFC78796-A543-A88A-9989-BEDBF93F278E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45" name="Star">
            <a:extLst>
              <a:ext uri="{FF2B5EF4-FFF2-40B4-BE49-F238E27FC236}">
                <a16:creationId xmlns:a16="http://schemas.microsoft.com/office/drawing/2014/main" id="{CA4306D2-A8D4-5BC0-F4D1-76F455A91664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46" name="Star">
            <a:extLst>
              <a:ext uri="{FF2B5EF4-FFF2-40B4-BE49-F238E27FC236}">
                <a16:creationId xmlns:a16="http://schemas.microsoft.com/office/drawing/2014/main" id="{DC29E440-1DD9-22AC-3B53-20BCF470DCBD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47" name="Star">
            <a:extLst>
              <a:ext uri="{FF2B5EF4-FFF2-40B4-BE49-F238E27FC236}">
                <a16:creationId xmlns:a16="http://schemas.microsoft.com/office/drawing/2014/main" id="{DFA0F71C-3E92-2B7D-F383-5FFFEB459929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48" name="Star">
            <a:extLst>
              <a:ext uri="{FF2B5EF4-FFF2-40B4-BE49-F238E27FC236}">
                <a16:creationId xmlns:a16="http://schemas.microsoft.com/office/drawing/2014/main" id="{E33F9C56-1308-1F7F-0736-98B87E2E0E51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49" name="Star">
            <a:extLst>
              <a:ext uri="{FF2B5EF4-FFF2-40B4-BE49-F238E27FC236}">
                <a16:creationId xmlns:a16="http://schemas.microsoft.com/office/drawing/2014/main" id="{D0EBD261-746E-EEB5-C691-9A6DC0032BFE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50" name="Star">
            <a:extLst>
              <a:ext uri="{FF2B5EF4-FFF2-40B4-BE49-F238E27FC236}">
                <a16:creationId xmlns:a16="http://schemas.microsoft.com/office/drawing/2014/main" id="{180BADFF-419F-EEC8-38C7-377D93A3E661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51" name="Star">
            <a:extLst>
              <a:ext uri="{FF2B5EF4-FFF2-40B4-BE49-F238E27FC236}">
                <a16:creationId xmlns:a16="http://schemas.microsoft.com/office/drawing/2014/main" id="{EA861421-6440-762B-FF84-E3EF3F015F04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52" name="Star">
            <a:extLst>
              <a:ext uri="{FF2B5EF4-FFF2-40B4-BE49-F238E27FC236}">
                <a16:creationId xmlns:a16="http://schemas.microsoft.com/office/drawing/2014/main" id="{1F473226-6D64-0F44-A1ED-4B65A1A9474B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53" name="Star">
            <a:extLst>
              <a:ext uri="{FF2B5EF4-FFF2-40B4-BE49-F238E27FC236}">
                <a16:creationId xmlns:a16="http://schemas.microsoft.com/office/drawing/2014/main" id="{1A3C9686-8422-4ED7-D764-BFEB9E837177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46093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51C54F01-5E21-4D13-499F-5F07293A3B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094" name="FC DEN BOSCH LOGO.png" descr="FC DEN BOSCH LOGO.png">
            <a:hlinkClick r:id="rId3" action="ppaction://hlinksldjump"/>
            <a:extLst>
              <a:ext uri="{FF2B5EF4-FFF2-40B4-BE49-F238E27FC236}">
                <a16:creationId xmlns:a16="http://schemas.microsoft.com/office/drawing/2014/main" id="{7299786D-DC01-E2B5-FE9F-AD53AC32F6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>
    <p:wipe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TextBox 31">
            <a:extLst>
              <a:ext uri="{FF2B5EF4-FFF2-40B4-BE49-F238E27FC236}">
                <a16:creationId xmlns:a16="http://schemas.microsoft.com/office/drawing/2014/main" id="{1703C888-807E-B5DB-4625-9788DA30E8C6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058" name="Star">
            <a:extLst>
              <a:ext uri="{FF2B5EF4-FFF2-40B4-BE49-F238E27FC236}">
                <a16:creationId xmlns:a16="http://schemas.microsoft.com/office/drawing/2014/main" id="{9D467D98-4DC6-D815-8A20-B93C2894A5EA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59" name="Star">
            <a:extLst>
              <a:ext uri="{FF2B5EF4-FFF2-40B4-BE49-F238E27FC236}">
                <a16:creationId xmlns:a16="http://schemas.microsoft.com/office/drawing/2014/main" id="{04817873-1CF1-443A-8858-DF01BF177ADE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60" name="Star">
            <a:extLst>
              <a:ext uri="{FF2B5EF4-FFF2-40B4-BE49-F238E27FC236}">
                <a16:creationId xmlns:a16="http://schemas.microsoft.com/office/drawing/2014/main" id="{B8D5632D-FFD8-342F-F045-1A98C89FAF93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61" name="Star">
            <a:extLst>
              <a:ext uri="{FF2B5EF4-FFF2-40B4-BE49-F238E27FC236}">
                <a16:creationId xmlns:a16="http://schemas.microsoft.com/office/drawing/2014/main" id="{547017C9-F283-5454-DDF6-87940924348B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62" name="Star">
            <a:extLst>
              <a:ext uri="{FF2B5EF4-FFF2-40B4-BE49-F238E27FC236}">
                <a16:creationId xmlns:a16="http://schemas.microsoft.com/office/drawing/2014/main" id="{99406BC1-44F2-4FF4-62E1-5B9528E79EEE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63" name="Star">
            <a:extLst>
              <a:ext uri="{FF2B5EF4-FFF2-40B4-BE49-F238E27FC236}">
                <a16:creationId xmlns:a16="http://schemas.microsoft.com/office/drawing/2014/main" id="{89711BF3-F949-F276-8764-7E6826F827A1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64" name="Star">
            <a:extLst>
              <a:ext uri="{FF2B5EF4-FFF2-40B4-BE49-F238E27FC236}">
                <a16:creationId xmlns:a16="http://schemas.microsoft.com/office/drawing/2014/main" id="{FDB62E12-B777-486D-B8B7-65D08AF3E99C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65" name="Star">
            <a:extLst>
              <a:ext uri="{FF2B5EF4-FFF2-40B4-BE49-F238E27FC236}">
                <a16:creationId xmlns:a16="http://schemas.microsoft.com/office/drawing/2014/main" id="{00444A87-84DD-2F72-2D8B-BB2F5169649B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66" name="Star">
            <a:extLst>
              <a:ext uri="{FF2B5EF4-FFF2-40B4-BE49-F238E27FC236}">
                <a16:creationId xmlns:a16="http://schemas.microsoft.com/office/drawing/2014/main" id="{244736D4-7AE1-9147-574A-5765D8622036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67" name="Star">
            <a:extLst>
              <a:ext uri="{FF2B5EF4-FFF2-40B4-BE49-F238E27FC236}">
                <a16:creationId xmlns:a16="http://schemas.microsoft.com/office/drawing/2014/main" id="{05129CC1-A138-7120-A672-2D8950B0D8ED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47117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63A36A1E-4E5F-9285-3BE6-A5D9962F73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118" name="FC DEN BOSCH LOGO.png" descr="FC DEN BOSCH LOGO.png">
            <a:hlinkClick r:id="rId3" action="ppaction://hlinksldjump"/>
            <a:extLst>
              <a:ext uri="{FF2B5EF4-FFF2-40B4-BE49-F238E27FC236}">
                <a16:creationId xmlns:a16="http://schemas.microsoft.com/office/drawing/2014/main" id="{D9E30A8A-1CCA-2553-0E04-FA33FD037C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TextBox 31">
            <a:extLst>
              <a:ext uri="{FF2B5EF4-FFF2-40B4-BE49-F238E27FC236}">
                <a16:creationId xmlns:a16="http://schemas.microsoft.com/office/drawing/2014/main" id="{A71F4F54-8548-AE5F-AEA5-7142ED3B9956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072" name="Star">
            <a:extLst>
              <a:ext uri="{FF2B5EF4-FFF2-40B4-BE49-F238E27FC236}">
                <a16:creationId xmlns:a16="http://schemas.microsoft.com/office/drawing/2014/main" id="{EDAC0C51-990A-C6CC-19AE-BBCC246691B7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73" name="Star">
            <a:extLst>
              <a:ext uri="{FF2B5EF4-FFF2-40B4-BE49-F238E27FC236}">
                <a16:creationId xmlns:a16="http://schemas.microsoft.com/office/drawing/2014/main" id="{5E36F570-56D4-407E-153D-1846D81645D6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74" name="Star">
            <a:extLst>
              <a:ext uri="{FF2B5EF4-FFF2-40B4-BE49-F238E27FC236}">
                <a16:creationId xmlns:a16="http://schemas.microsoft.com/office/drawing/2014/main" id="{B4087A66-517A-19AE-A1CE-E51E47838421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75" name="Star">
            <a:extLst>
              <a:ext uri="{FF2B5EF4-FFF2-40B4-BE49-F238E27FC236}">
                <a16:creationId xmlns:a16="http://schemas.microsoft.com/office/drawing/2014/main" id="{F17B1B94-023C-E527-FC80-96880E961E8C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76" name="Star">
            <a:extLst>
              <a:ext uri="{FF2B5EF4-FFF2-40B4-BE49-F238E27FC236}">
                <a16:creationId xmlns:a16="http://schemas.microsoft.com/office/drawing/2014/main" id="{2EFD0EA1-3E06-383D-BA43-75015206E801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77" name="Star">
            <a:extLst>
              <a:ext uri="{FF2B5EF4-FFF2-40B4-BE49-F238E27FC236}">
                <a16:creationId xmlns:a16="http://schemas.microsoft.com/office/drawing/2014/main" id="{CFB9EDA7-C52B-E9AB-72D2-9590288A87F9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78" name="Star">
            <a:extLst>
              <a:ext uri="{FF2B5EF4-FFF2-40B4-BE49-F238E27FC236}">
                <a16:creationId xmlns:a16="http://schemas.microsoft.com/office/drawing/2014/main" id="{BBA0358D-8904-CD61-C66A-A1B1995A7F55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79" name="Star">
            <a:extLst>
              <a:ext uri="{FF2B5EF4-FFF2-40B4-BE49-F238E27FC236}">
                <a16:creationId xmlns:a16="http://schemas.microsoft.com/office/drawing/2014/main" id="{7D15185D-04EB-99B7-DDE1-08CC71A65DBA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80" name="Star">
            <a:extLst>
              <a:ext uri="{FF2B5EF4-FFF2-40B4-BE49-F238E27FC236}">
                <a16:creationId xmlns:a16="http://schemas.microsoft.com/office/drawing/2014/main" id="{97744E2E-44A2-50B4-6355-16DEE3BAE27A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81" name="Star">
            <a:extLst>
              <a:ext uri="{FF2B5EF4-FFF2-40B4-BE49-F238E27FC236}">
                <a16:creationId xmlns:a16="http://schemas.microsoft.com/office/drawing/2014/main" id="{8BB93C3D-FFC2-615C-BF1F-948EE1A9092B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48141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0300D429-F65B-04D0-C727-EA3AFE17B3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142" name="FC DEN BOSCH LOGO.png" descr="FC DEN BOSCH LOGO.png">
            <a:hlinkClick r:id="rId3" action="ppaction://hlinksldjump"/>
            <a:extLst>
              <a:ext uri="{FF2B5EF4-FFF2-40B4-BE49-F238E27FC236}">
                <a16:creationId xmlns:a16="http://schemas.microsoft.com/office/drawing/2014/main" id="{1B9BF442-19FE-0AEF-7297-0E74057DDA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>
    <p:wipe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TextBox 31">
            <a:extLst>
              <a:ext uri="{FF2B5EF4-FFF2-40B4-BE49-F238E27FC236}">
                <a16:creationId xmlns:a16="http://schemas.microsoft.com/office/drawing/2014/main" id="{132E576C-112C-DA85-74B4-F08038D204FC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086" name="Star">
            <a:extLst>
              <a:ext uri="{FF2B5EF4-FFF2-40B4-BE49-F238E27FC236}">
                <a16:creationId xmlns:a16="http://schemas.microsoft.com/office/drawing/2014/main" id="{33DB98B7-B248-A49C-DE70-7A11A2907A09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87" name="Star">
            <a:extLst>
              <a:ext uri="{FF2B5EF4-FFF2-40B4-BE49-F238E27FC236}">
                <a16:creationId xmlns:a16="http://schemas.microsoft.com/office/drawing/2014/main" id="{90A2DB3F-0617-0392-47F6-ACAEB88CB43B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88" name="Star">
            <a:extLst>
              <a:ext uri="{FF2B5EF4-FFF2-40B4-BE49-F238E27FC236}">
                <a16:creationId xmlns:a16="http://schemas.microsoft.com/office/drawing/2014/main" id="{11555C16-3FF9-6D3A-14F9-ABCE28D9A4CE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89" name="Star">
            <a:extLst>
              <a:ext uri="{FF2B5EF4-FFF2-40B4-BE49-F238E27FC236}">
                <a16:creationId xmlns:a16="http://schemas.microsoft.com/office/drawing/2014/main" id="{CFB79E33-5BA4-0C37-B23A-7B1E44087262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90" name="Star">
            <a:extLst>
              <a:ext uri="{FF2B5EF4-FFF2-40B4-BE49-F238E27FC236}">
                <a16:creationId xmlns:a16="http://schemas.microsoft.com/office/drawing/2014/main" id="{46E71E00-687B-A8CB-0995-91BB5070116B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91" name="Star">
            <a:extLst>
              <a:ext uri="{FF2B5EF4-FFF2-40B4-BE49-F238E27FC236}">
                <a16:creationId xmlns:a16="http://schemas.microsoft.com/office/drawing/2014/main" id="{45C380F5-AAEB-543B-C84E-7D8AFE7E469F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92" name="Star">
            <a:extLst>
              <a:ext uri="{FF2B5EF4-FFF2-40B4-BE49-F238E27FC236}">
                <a16:creationId xmlns:a16="http://schemas.microsoft.com/office/drawing/2014/main" id="{FDD6763D-2414-F79F-2352-13F5D229454B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93" name="Star">
            <a:extLst>
              <a:ext uri="{FF2B5EF4-FFF2-40B4-BE49-F238E27FC236}">
                <a16:creationId xmlns:a16="http://schemas.microsoft.com/office/drawing/2014/main" id="{97BE04FF-D7CF-6DF5-7BEE-C3548FB01824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94" name="Star">
            <a:extLst>
              <a:ext uri="{FF2B5EF4-FFF2-40B4-BE49-F238E27FC236}">
                <a16:creationId xmlns:a16="http://schemas.microsoft.com/office/drawing/2014/main" id="{410BEFC4-935F-5440-F088-CC693F0158F8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95" name="Star">
            <a:extLst>
              <a:ext uri="{FF2B5EF4-FFF2-40B4-BE49-F238E27FC236}">
                <a16:creationId xmlns:a16="http://schemas.microsoft.com/office/drawing/2014/main" id="{ED5E94E4-4E6D-563F-B000-868450188B07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49165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636A9755-7BBD-C6B5-E2AC-3DDD66F980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166" name="FC DEN BOSCH LOGO.png" descr="FC DEN BOSCH LOGO.png">
            <a:hlinkClick r:id="rId3" action="ppaction://hlinksldjump"/>
            <a:extLst>
              <a:ext uri="{FF2B5EF4-FFF2-40B4-BE49-F238E27FC236}">
                <a16:creationId xmlns:a16="http://schemas.microsoft.com/office/drawing/2014/main" id="{2337DE49-D2F8-F5CF-6E8E-FA1772C46B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>
    <p:wipe dir="r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TextBox 31">
            <a:extLst>
              <a:ext uri="{FF2B5EF4-FFF2-40B4-BE49-F238E27FC236}">
                <a16:creationId xmlns:a16="http://schemas.microsoft.com/office/drawing/2014/main" id="{23CEFA09-1642-A9C7-EE17-4C7208507065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100" name="Star">
            <a:extLst>
              <a:ext uri="{FF2B5EF4-FFF2-40B4-BE49-F238E27FC236}">
                <a16:creationId xmlns:a16="http://schemas.microsoft.com/office/drawing/2014/main" id="{5A044384-27E9-B39A-DA96-1FFA586D15D1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01" name="Star">
            <a:extLst>
              <a:ext uri="{FF2B5EF4-FFF2-40B4-BE49-F238E27FC236}">
                <a16:creationId xmlns:a16="http://schemas.microsoft.com/office/drawing/2014/main" id="{FB39A49B-9ECB-9D77-2F4C-890AACCD9670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02" name="Star">
            <a:extLst>
              <a:ext uri="{FF2B5EF4-FFF2-40B4-BE49-F238E27FC236}">
                <a16:creationId xmlns:a16="http://schemas.microsoft.com/office/drawing/2014/main" id="{09A20622-E103-653B-FBB2-00FEB5A43BB2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03" name="Star">
            <a:extLst>
              <a:ext uri="{FF2B5EF4-FFF2-40B4-BE49-F238E27FC236}">
                <a16:creationId xmlns:a16="http://schemas.microsoft.com/office/drawing/2014/main" id="{E663A4EF-1095-78D8-8D5D-7684D13D6A1E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04" name="Star">
            <a:extLst>
              <a:ext uri="{FF2B5EF4-FFF2-40B4-BE49-F238E27FC236}">
                <a16:creationId xmlns:a16="http://schemas.microsoft.com/office/drawing/2014/main" id="{041EDDA0-1499-69D2-5EC3-3774CA980C6D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05" name="Star">
            <a:extLst>
              <a:ext uri="{FF2B5EF4-FFF2-40B4-BE49-F238E27FC236}">
                <a16:creationId xmlns:a16="http://schemas.microsoft.com/office/drawing/2014/main" id="{C6DB79F6-BCD2-D842-9F2D-B4A0955AE48B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06" name="Star">
            <a:extLst>
              <a:ext uri="{FF2B5EF4-FFF2-40B4-BE49-F238E27FC236}">
                <a16:creationId xmlns:a16="http://schemas.microsoft.com/office/drawing/2014/main" id="{86D86C4A-72FD-16F3-C945-66F048F87E0B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07" name="Star">
            <a:extLst>
              <a:ext uri="{FF2B5EF4-FFF2-40B4-BE49-F238E27FC236}">
                <a16:creationId xmlns:a16="http://schemas.microsoft.com/office/drawing/2014/main" id="{ECD916C0-2097-1755-A3ED-698F9DD392CF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08" name="Star">
            <a:extLst>
              <a:ext uri="{FF2B5EF4-FFF2-40B4-BE49-F238E27FC236}">
                <a16:creationId xmlns:a16="http://schemas.microsoft.com/office/drawing/2014/main" id="{897F5FB8-3891-5397-4F15-697D29396B8F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09" name="Star">
            <a:extLst>
              <a:ext uri="{FF2B5EF4-FFF2-40B4-BE49-F238E27FC236}">
                <a16:creationId xmlns:a16="http://schemas.microsoft.com/office/drawing/2014/main" id="{230BD344-C6A6-7BB0-CF87-88567A862945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50189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4173138B-C7E2-412D-A580-71EEF9EAF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190" name="FC DEN BOSCH LOGO.png" descr="FC DEN BOSCH LOGO.png">
            <a:hlinkClick r:id="rId3" action="ppaction://hlinksldjump"/>
            <a:extLst>
              <a:ext uri="{FF2B5EF4-FFF2-40B4-BE49-F238E27FC236}">
                <a16:creationId xmlns:a16="http://schemas.microsoft.com/office/drawing/2014/main" id="{B8BB6A3F-2471-9D9F-4856-C077311A6B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>
    <p:wipe dir="r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TextBox 31">
            <a:extLst>
              <a:ext uri="{FF2B5EF4-FFF2-40B4-BE49-F238E27FC236}">
                <a16:creationId xmlns:a16="http://schemas.microsoft.com/office/drawing/2014/main" id="{6741835A-537C-E776-3274-4EEC1D3F5EBC}"/>
              </a:ext>
            </a:extLst>
          </p:cNvPr>
          <p:cNvSpPr txBox="1"/>
          <p:nvPr/>
        </p:nvSpPr>
        <p:spPr>
          <a:xfrm>
            <a:off x="588963" y="11323638"/>
            <a:ext cx="23456900" cy="39370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 eaLnBrk="1" fontAlgn="auto">
              <a:spcBef>
                <a:spcPts val="0"/>
              </a:spcBef>
              <a:spcAft>
                <a:spcPts val="0"/>
              </a:spcAft>
              <a:buFont typeface="Arial"/>
              <a:buNone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2500" kern="0">
              <a:uFill>
                <a:solidFill>
                  <a:srgbClr val="525252"/>
                </a:solidFill>
              </a:u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114" name="Star">
            <a:extLst>
              <a:ext uri="{FF2B5EF4-FFF2-40B4-BE49-F238E27FC236}">
                <a16:creationId xmlns:a16="http://schemas.microsoft.com/office/drawing/2014/main" id="{262CC969-16E8-C478-A377-5F8A9E5FFBE5}"/>
              </a:ext>
            </a:extLst>
          </p:cNvPr>
          <p:cNvSpPr/>
          <p:nvPr/>
        </p:nvSpPr>
        <p:spPr>
          <a:xfrm>
            <a:off x="238791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15" name="Star">
            <a:extLst>
              <a:ext uri="{FF2B5EF4-FFF2-40B4-BE49-F238E27FC236}">
                <a16:creationId xmlns:a16="http://schemas.microsoft.com/office/drawing/2014/main" id="{09AD93CF-F20E-CE24-F11D-AF5486E22B3E}"/>
              </a:ext>
            </a:extLst>
          </p:cNvPr>
          <p:cNvSpPr/>
          <p:nvPr/>
        </p:nvSpPr>
        <p:spPr>
          <a:xfrm>
            <a:off x="233902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16" name="Star">
            <a:extLst>
              <a:ext uri="{FF2B5EF4-FFF2-40B4-BE49-F238E27FC236}">
                <a16:creationId xmlns:a16="http://schemas.microsoft.com/office/drawing/2014/main" id="{697D734B-325C-3B4C-8F69-59C689625073}"/>
              </a:ext>
            </a:extLst>
          </p:cNvPr>
          <p:cNvSpPr/>
          <p:nvPr/>
        </p:nvSpPr>
        <p:spPr>
          <a:xfrm>
            <a:off x="228965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17" name="Star">
            <a:extLst>
              <a:ext uri="{FF2B5EF4-FFF2-40B4-BE49-F238E27FC236}">
                <a16:creationId xmlns:a16="http://schemas.microsoft.com/office/drawing/2014/main" id="{44365092-A9F6-6197-3CC3-EB32057D5773}"/>
              </a:ext>
            </a:extLst>
          </p:cNvPr>
          <p:cNvSpPr/>
          <p:nvPr/>
        </p:nvSpPr>
        <p:spPr>
          <a:xfrm>
            <a:off x="2240756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18" name="Star">
            <a:extLst>
              <a:ext uri="{FF2B5EF4-FFF2-40B4-BE49-F238E27FC236}">
                <a16:creationId xmlns:a16="http://schemas.microsoft.com/office/drawing/2014/main" id="{8E6A0451-94DC-96DD-7F4C-4249E9B1AE5F}"/>
              </a:ext>
            </a:extLst>
          </p:cNvPr>
          <p:cNvSpPr/>
          <p:nvPr/>
        </p:nvSpPr>
        <p:spPr>
          <a:xfrm>
            <a:off x="21918613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19" name="Star">
            <a:extLst>
              <a:ext uri="{FF2B5EF4-FFF2-40B4-BE49-F238E27FC236}">
                <a16:creationId xmlns:a16="http://schemas.microsoft.com/office/drawing/2014/main" id="{212E1DBB-7F02-4F8E-EA24-66D49BE0C9DC}"/>
              </a:ext>
            </a:extLst>
          </p:cNvPr>
          <p:cNvSpPr/>
          <p:nvPr/>
        </p:nvSpPr>
        <p:spPr>
          <a:xfrm>
            <a:off x="2142490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20" name="Star">
            <a:extLst>
              <a:ext uri="{FF2B5EF4-FFF2-40B4-BE49-F238E27FC236}">
                <a16:creationId xmlns:a16="http://schemas.microsoft.com/office/drawing/2014/main" id="{88285C46-6F9B-D625-5C56-EF96FB46E2C3}"/>
              </a:ext>
            </a:extLst>
          </p:cNvPr>
          <p:cNvSpPr/>
          <p:nvPr/>
        </p:nvSpPr>
        <p:spPr>
          <a:xfrm>
            <a:off x="20935950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21" name="Star">
            <a:extLst>
              <a:ext uri="{FF2B5EF4-FFF2-40B4-BE49-F238E27FC236}">
                <a16:creationId xmlns:a16="http://schemas.microsoft.com/office/drawing/2014/main" id="{102A577A-CB26-DD99-8C23-3578DDA93CD5}"/>
              </a:ext>
            </a:extLst>
          </p:cNvPr>
          <p:cNvSpPr/>
          <p:nvPr/>
        </p:nvSpPr>
        <p:spPr>
          <a:xfrm>
            <a:off x="204438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22" name="Star">
            <a:extLst>
              <a:ext uri="{FF2B5EF4-FFF2-40B4-BE49-F238E27FC236}">
                <a16:creationId xmlns:a16="http://schemas.microsoft.com/office/drawing/2014/main" id="{E65E5797-3F49-2E8C-8DEB-11344F63A0D4}"/>
              </a:ext>
            </a:extLst>
          </p:cNvPr>
          <p:cNvSpPr/>
          <p:nvPr/>
        </p:nvSpPr>
        <p:spPr>
          <a:xfrm>
            <a:off x="1995487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23" name="Star">
            <a:extLst>
              <a:ext uri="{FF2B5EF4-FFF2-40B4-BE49-F238E27FC236}">
                <a16:creationId xmlns:a16="http://schemas.microsoft.com/office/drawing/2014/main" id="{1D80F7A8-BC7F-0B9B-0ABF-EAB93927CB51}"/>
              </a:ext>
            </a:extLst>
          </p:cNvPr>
          <p:cNvSpPr/>
          <p:nvPr/>
        </p:nvSpPr>
        <p:spPr>
          <a:xfrm>
            <a:off x="19465925" y="10496550"/>
            <a:ext cx="400050" cy="381000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eaLnBrk="1" fontAlgn="auto">
              <a:spcBef>
                <a:spcPts val="0"/>
              </a:spcBef>
              <a:spcAft>
                <a:spcPts val="0"/>
              </a:spcAft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51213" name="Schermafbeelding 2026-03-23 om 12.30.50.png" descr="Schermafbeelding 2026-03-23 om 12.30.50.png">
            <a:extLst>
              <a:ext uri="{FF2B5EF4-FFF2-40B4-BE49-F238E27FC236}">
                <a16:creationId xmlns:a16="http://schemas.microsoft.com/office/drawing/2014/main" id="{9D105BB9-D8D9-6D1C-3512-1668889331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" b="60"/>
          <a:stretch>
            <a:fillRect/>
          </a:stretch>
        </p:blipFill>
        <p:spPr bwMode="auto">
          <a:xfrm>
            <a:off x="333375" y="231775"/>
            <a:ext cx="19023013" cy="10699750"/>
          </a:xfrm>
          <a:prstGeom prst="rect">
            <a:avLst/>
          </a:prstGeom>
          <a:noFill/>
          <a:ln w="25400">
            <a:solidFill>
              <a:srgbClr val="173883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14" name="FC DEN BOSCH LOGO.png" descr="FC DEN BOSCH LOGO.png">
            <a:hlinkClick r:id="rId3" action="ppaction://hlinksldjump"/>
            <a:extLst>
              <a:ext uri="{FF2B5EF4-FFF2-40B4-BE49-F238E27FC236}">
                <a16:creationId xmlns:a16="http://schemas.microsoft.com/office/drawing/2014/main" id="{BBF9BCAD-15EB-02C4-BBE0-9E11598B8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>
    <p:wipe dir="r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TextBox 28">
            <a:extLst>
              <a:ext uri="{FF2B5EF4-FFF2-40B4-BE49-F238E27FC236}">
                <a16:creationId xmlns:a16="http://schemas.microsoft.com/office/drawing/2014/main" id="{812AF5E8-0C41-7D0E-E872-6D4471881C8C}"/>
              </a:ext>
            </a:extLst>
          </p:cNvPr>
          <p:cNvSpPr txBox="1"/>
          <p:nvPr/>
        </p:nvSpPr>
        <p:spPr>
          <a:xfrm>
            <a:off x="15308263" y="8777288"/>
            <a:ext cx="1947862" cy="110490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 eaLnBrk="1" fontAlgn="auto">
              <a:spcBef>
                <a:spcPts val="0"/>
              </a:spcBef>
              <a:spcAft>
                <a:spcPts val="0"/>
              </a:spcAft>
              <a:defRPr sz="6400" cap="all">
                <a:solidFill>
                  <a:srgbClr val="2769C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sz="6400" kern="0" cap="all">
              <a:solidFill>
                <a:srgbClr val="2769C3"/>
              </a:solidFill>
              <a:latin typeface="Avenir Next Regular"/>
              <a:ea typeface="Avenir Next Regular"/>
              <a:cs typeface="Avenir Next Regular"/>
              <a:sym typeface="Avenir Next Regular"/>
            </a:endParaRPr>
          </a:p>
        </p:txBody>
      </p:sp>
    </p:spTree>
  </p:cSld>
  <p:clrMapOvr>
    <a:masterClrMapping/>
  </p:clrMapOvr>
  <p:transition spd="slow">
    <p:wipe dir="r"/>
  </p:transition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618</Words>
  <Application>Microsoft Office PowerPoint</Application>
  <PresentationFormat>Custom</PresentationFormat>
  <Paragraphs>232</Paragraphs>
  <Slides>18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34" baseType="lpstr">
      <vt:lpstr>Helvetica Neue</vt:lpstr>
      <vt:lpstr>Arial</vt:lpstr>
      <vt:lpstr>Helvetica Neue Medium</vt:lpstr>
      <vt:lpstr>Century Gothic</vt:lpstr>
      <vt:lpstr>Calibri</vt:lpstr>
      <vt:lpstr>Avenir Next Condensed Regular</vt:lpstr>
      <vt:lpstr>Aptos</vt:lpstr>
      <vt:lpstr>Gill Sans Light</vt:lpstr>
      <vt:lpstr>Times Roman</vt:lpstr>
      <vt:lpstr>Gill Sans</vt:lpstr>
      <vt:lpstr>Avenir Next Regular</vt:lpstr>
      <vt:lpstr>Futura Condensed</vt:lpstr>
      <vt:lpstr>Cabin Bold</vt:lpstr>
      <vt:lpstr>Cabin Medium</vt:lpstr>
      <vt:lpstr>Helvetica</vt:lpstr>
      <vt:lpstr>21_BasicWhite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roeland kramer</cp:lastModifiedBy>
  <cp:revision>1</cp:revision>
  <dcterms:modified xsi:type="dcterms:W3CDTF">2026-04-01T12:06:59Z</dcterms:modified>
</cp:coreProperties>
</file>