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</p:sldMasterIdLst>
  <p:notesMasterIdLst>
    <p:notesMasterId r:id="rId30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</p:sldIdLst>
  <p:sldSz cx="24384000" cy="13716000"/>
  <p:notesSz cx="6858000" cy="9144000"/>
  <p:defaultTextStyle>
    <a:defPPr>
      <a:defRPr lang="LID4096"/>
    </a:defPPr>
    <a:lvl1pPr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4572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9144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13716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18288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6" d="100"/>
          <a:sy n="86" d="100"/>
        </p:scale>
        <p:origin x="-120" y="-1168"/>
      </p:cViewPr>
      <p:guideLst>
        <p:guide orient="horz" pos="4320"/>
        <p:guide pos="76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A67CFF25-EB40-B9F7-101C-DBA5DCC220A6}"/>
              </a:ext>
            </a:extLst>
          </p:cNvPr>
          <p:cNvSpPr>
            <a:spLocks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AB8DF8A9-F84A-ACEA-9D54-6FB8EDB19B2C}"/>
              </a:ext>
            </a:extLst>
          </p:cNvPr>
          <p:cNvSpPr>
            <a:spLocks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text styles</a:t>
            </a:r>
          </a:p>
          <a:p>
            <a:pPr lvl="1"/>
            <a:r>
              <a:rPr lang="LID4096" altLang="LID4096">
                <a:sym typeface="Helvetica Neue" charset="0"/>
              </a:rPr>
              <a:t>Second level</a:t>
            </a:r>
          </a:p>
          <a:p>
            <a:pPr lvl="2"/>
            <a:r>
              <a:rPr lang="LID4096" altLang="LID4096">
                <a:sym typeface="Helvetica Neue" charset="0"/>
              </a:rPr>
              <a:t>Third level</a:t>
            </a:r>
          </a:p>
          <a:p>
            <a:pPr lvl="3"/>
            <a:r>
              <a:rPr lang="LID4096" altLang="LID4096">
                <a:sym typeface="Helvetica Neue" charset="0"/>
              </a:rPr>
              <a:t>Fourth level</a:t>
            </a:r>
          </a:p>
          <a:p>
            <a:pPr lvl="4"/>
            <a:r>
              <a:rPr lang="LID4096" altLang="LID4096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C1C5-DAEA-E71F-2508-46F1B090E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7A836-C17D-18A5-7461-C37A804DA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20D68-77A4-A0C7-EBF1-4E8C30596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FF55800-D368-4E46-895A-A45C7E794B1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96164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601-4926-9B43-1236-2CF94096F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5DD1-B4AA-3449-8868-D7D23F803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EA850-7047-B272-4876-E2E39268D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1C729A2-BB6C-449C-9599-1F3A5F8A747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3036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30B0-6746-3D0C-EC10-3346CDB7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8D078-2144-571D-8F59-5440FD04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2E649-26AC-DF2A-FCB2-A6B631A1B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44EE0B-CE63-45E7-BC9A-07FFC677F15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808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057E-AC1C-07DD-6F5D-57F38DA4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877B0-3551-007F-4780-2BCA4A431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0150" y="7223125"/>
            <a:ext cx="109093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9E751-29A0-48C2-D1CB-BB0DFC1A7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1850" y="7223125"/>
            <a:ext cx="109093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5AECC-323E-CED9-446D-7B36A48A5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B9E85F9-34E1-4998-8D4B-BBFEEBF28B0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3380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C473-78A6-25B8-4DE9-3B3F719F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B51B0-ECEA-4C20-CCF5-98CB7E59A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9E539-FF7A-1FCD-5848-58D47E7CA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AA464-FF06-9E80-4C9E-C17A45841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82C8-7D3C-FE0D-3307-333DE57ED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58A26-8DEB-B8B7-4227-25B42E5F00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F1A402-ECA5-46ED-AE18-961CB77E0F6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8093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5A2C-59A6-C3B2-7B27-D359F376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B5E52F-0E87-AD10-2AD7-3A59B9DAE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0D8A69-70D6-4F61-BFD0-6A540E55D19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8777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C4264-2B02-E97C-E9B6-8699EAB81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C14B6D6-415B-472C-8F4A-097489E0D90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8137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FF24-103F-A52D-9D42-43240755A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3669-65C5-2911-C093-05AC7A3C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EA33C-FF9B-A773-0C26-5BA301D36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C04CD-92AE-36A5-4D5E-5A4DF71A6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253CC1-C35A-4615-9DC0-DD41F7560D8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95770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C44F-0410-DB48-9693-220C359A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4B4EB-2D04-94F1-A561-93A3997FC3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F9703-6547-CA17-E845-E152A38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F6A4D-244A-5D65-1710-5C9BB336AC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B17C37-676A-44B5-AD18-8730E783038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390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4E20-9B4E-7DC4-F2BC-31CFCC9E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3758C-17A9-C0E4-190D-89F33656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34557-4CBD-D007-AA11-0424FF13F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C918478-11DF-47C7-9EAB-453EAD38607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4743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FC0590-0725-6D3A-952D-F9611B1F2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683163" y="2574925"/>
            <a:ext cx="5494337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2E63E-D05B-A2CC-A95C-7A286B260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00150" y="2574925"/>
            <a:ext cx="16330613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2FBB0-9569-46AF-8515-D6D0BE239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037C7A-02E8-4742-B171-72836B43EEE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16791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C95C-E987-A07A-24F8-2843FC703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9B73F-8E48-36A4-BD06-5C1AAA2B9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01810-6776-260A-9CAE-CBF1AB84F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45E747-7C5E-4D3A-9F08-9EC0B5C7A1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06184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4B12B-EC8D-65BC-4231-D62311263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3EC4B-1347-0A65-A7FD-0BA9B07EE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8749-060A-F4DC-F324-086C7F890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5F2A6F-7B7A-4562-988C-BC19DE9FD2B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00363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0CC0-FC13-1448-495F-92394DEE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D3F4A-1A91-0470-3EC8-80E351EEF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5E703-B8E5-8B19-DE27-63DA2F7CA5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0DEC1D-403E-4CA1-B5AE-C65E259EB62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34881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32C7-5E05-DCE2-091D-C8885497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A885A-36C9-2A86-80C9-04F0C8EB7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9A8E1-645D-C135-05DB-0508ED935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26729-F5AD-B6EF-480A-6E8499C7E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BF15D5-63FF-4AA6-8DB5-0B3A9B1C17D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3151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8654-55F3-DDB5-FD4E-B54C4F05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D942-A552-18BD-4F9A-A7B92FABC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E5DE3-D597-E3DD-0992-991E3D6D2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2DEAD-1EAF-188B-4DDA-40B46AECF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53543-C97B-AB97-8D1C-C37B7BE1E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FF108-09BE-80E2-15E4-AEEB159E9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E26BF5-1354-4680-B544-0D09E98788C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05492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676-9C4E-3029-4539-3E737BFC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A2F405-421F-F0EE-BCB8-6A65743C7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3EF54F5-E533-4B98-B808-D1687B369AE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66468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778E77-2C62-B8A9-2B2B-F22567580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25541D1-A33D-4F15-B66E-F643E209438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95281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F997-0FE5-46EF-20FE-2851B5539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2E3E0-4FFE-8D35-7942-5D5C7F9F0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60BFF-C63F-E841-7D6F-6755354FE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AE5F4-B3C9-65CF-FF2F-65759C4D3C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229584-0EC6-4D08-9D12-1F59B663AB0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5521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184D-C5F6-ED14-82E9-8D6A39F7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530BD-06C9-3421-DB43-9F3FEB5B6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C1CFD-1423-6B34-6EC4-6BD7776A5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44D24-6A87-7166-3B8B-4E834DB04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10C24A-0130-463F-89ED-8BD516CDA40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8052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2AD0-1228-30D3-F486-8786B6C1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68731-5FC0-E6E3-F628-FCB254346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C3D14-7B47-CC1D-6C73-142676CBC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F236DA-4594-4477-B7C1-4B59D050E07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93540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63CF3-AC0E-25FA-2B06-8F9FC814A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912D3-4AB5-8293-E03C-2A8FA0736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3EDF3-9083-4D49-2A4D-E8D01D67F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F39E78-EB95-4C55-BB20-2F76896EBA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45888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72AB-D696-2C97-E2AC-E7B9B267E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E9B81-84E8-EB1F-8B3E-4DB462E02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14170-7B98-A8AA-96F3-84EC6A19C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EE38B5-DE93-4F90-93B1-AFE742DC7AF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721221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B258-3AF6-3FDD-C83A-755163F5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F6C3A-822F-0D07-5E9C-D9D86BD36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2B794-519A-9B2F-1004-FFF7BC6B7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4B1838-0872-4EDE-AF91-6224DBE0FB0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577854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10746-32C2-060E-0871-BEEB5A43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51EB6-3D56-E942-FD97-FA6D83677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76566-4731-3C3E-CAB7-BDF2A58C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63DE532-937B-44BA-8165-83B0F9C7AF7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424138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DA8E-10AA-114E-84CC-007DBD4B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B320-1DC0-D235-91DB-81ECDA891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A5A97-D6D0-985E-DBA8-725F1436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3C16C-A8A4-28FD-C357-390BD8891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192982-E980-409B-888F-88C4D31A3C2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460229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0841-9BCD-BC8D-D57B-D2171AD2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752D6-D838-8195-4848-4A2120AD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7560D-EA73-BB04-4563-49EC75927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0D459-6564-B94C-C7CA-9CC1D8F374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1612C-ADCD-B420-19AD-BB104DB1F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B744-CEC9-026A-90C7-DEA6CED5F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7C6C9A-69F6-424D-85A3-DE6BD9DA772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594255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E2D91-DD57-361C-7658-974EBA33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489653-A425-620B-E646-320BAFC9F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F623AA-E97E-4B82-BAFE-CAF55974B3B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529012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31A410-8237-B7C6-449E-4CF663A297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0F1A0A-473B-410C-801B-A79D5E5FCF9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578673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4BCE-C72F-0751-C5CA-2C0264B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998BA-20CA-CB45-8503-4DC165DE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523D9-3FCE-3214-1F9F-5A0D43DA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0DE1F-F055-9502-A405-F90A857B9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549A1D-2510-4929-BE53-62FCC3288E1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750153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9B7F-DBFC-2383-9EF4-51776C0C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BCB97-DA1A-04E2-E233-5316A602E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2B22-864E-F3E0-EE72-EE48983BA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455AF-5FD1-12D0-A8CB-AC5C305165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E4B068-8BCC-4732-BE5C-74CD51BBF61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750263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5144-699B-65E3-3B51-F0C34310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9E38D-AF40-B6AD-E222-DE9883DC7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1D7C5-C49E-BE48-CA20-F68178B3B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04CDFF-C264-4F39-BB20-DD9BE23C431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11633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1776F-9843-51A0-F316-48333E3663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D4119-95D6-1549-54DC-224C48419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FFDE9-7301-E251-B08D-17918502F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24BEA52-4768-498B-958F-FBD3D78E375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155212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10C-CBE4-2BC6-C72A-ED3D09DDD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99A1F-9F39-A09F-8915-5E25B8597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BF958-3160-539A-E055-273E99D86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1FC050-EA99-4EE0-B230-5D2023D158B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688581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F9EC-A0AB-3643-9782-26E2D8756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7CC97-8897-F287-08B6-6D5C2D6EC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17882-25D4-DE83-59D1-016BB2FAB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C5AA8C-19EB-461A-B195-B3A1BA9F2E6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206743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7FE8-5F38-B373-1C8C-9B091F12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991A7-2D6B-4CAE-C5A1-74695B240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AABB3-A204-DA19-6B91-1C8257765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CB9607-9C8B-46E6-97E4-EBBD2F03728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843157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CABD-9D92-EA1D-F6EA-4D0E4219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BF7F8-E604-C8D2-5004-E2E856800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DCF5A-3C6F-F327-C391-E874B0C02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8B58D-49CA-7E2A-5A02-90E5E338D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BA3F77-3FDB-4428-B5CB-E2832FC65F6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30373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B16E-B890-FB4F-9404-91B301A9D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5FEB9-528A-72A9-6196-F44321F57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17B6C-10F8-2BD7-7295-4928FA661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FD5AE-394D-F451-BE1D-57AF407A4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C81BE-F49F-B7E1-8563-EAE4B7430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4E69D-BF65-CDB7-C7AC-68AB55FF4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8B419F-7DA6-44D9-8DF6-607204C887A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625874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B193-F027-7BD0-F2BF-6034F90D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71C0AF-19AC-4DE6-A6E7-FF2FF432B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26C824-209E-4331-AC0D-11C23B87A26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141395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BBD88B-A43B-09F6-5130-B017DEE58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F0AFD9-60AF-46A3-872E-04F2DBB0866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479249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E8C6-DF46-25DA-0A59-9E0443DF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8352-9284-DB63-032D-328D40912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BE470-2445-2D72-5FCC-DD6579DEE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65CD5-4839-6936-52F2-EE0203136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A0AAB4-D823-408C-B3A1-FBA03DB0AF9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791876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AA01-70D0-492D-198E-CA72D5D9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90524F-AC9F-84A3-EDBE-4408F63ED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A3507-296B-8E13-2DBF-68A26BFD2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EAB76-4840-7B55-8E8B-3095D4490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17EC42-35B6-44C0-8706-FEC84D11B78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71992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93D-AE38-3D2F-F631729D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52150-636B-79EB-4C7C-A60959CD1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6E2CB-C6B3-AD72-0EA1-B9E531A18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77AD46-1B05-43E1-9B7B-3B1073D8497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16384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20836-718D-D3BC-5AAD-D60C28C85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F3FB7-F75E-65FB-0163-561BB5A16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44E71-3653-293C-774C-1276DCDCD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6E4E40-A4DB-4790-904D-B790BA28DC8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63424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1C3C-DD50-346D-40C3-C9F9F24A4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F6CD5-307A-20FF-B6E4-6636121E7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B9DAC-9B49-53EB-895A-D7F75A4E8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047ABF-2CE0-4143-883F-5F69493C659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573428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76F1-2C5C-2CAE-33FB-4AA18A0A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65EE-C227-CA9E-E281-3991B75C6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FC5AC-4364-F731-FF92-EDF471A01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CEC8EDC-31C4-429D-BCDA-E79DE563291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376820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9A76-7905-4259-CC50-6CAD53FF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B3DEC-6FA6-C657-EEC5-02EC1F8E5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47A0F-B110-BE2F-B1CB-CA2E30223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46B924-4419-495D-A72C-5505EF3B4E7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65029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E050-8207-80CD-055C-C48BE239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43E8C-7708-7D35-2088-A4E970CF2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CB427-4C20-22B1-19E4-0FCF1D36E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88610-4203-FD2A-320E-6F26B619E8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1D7769-70BE-4126-A96D-545F7829691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181053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0AE0-0B33-3526-DB5D-EADE1C83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D7EBF-50B4-A002-BA5B-B7D3FD0C1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02532-A391-A140-59DF-EDEFB68B3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6F812-617D-0B9C-2128-2C4DD0872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99014-B596-4AC0-D7BD-4D3966209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8FBC5-9D7F-D5B3-94D4-13E7F805D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8D9BCB-C1DF-4891-B520-09556E61BB6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841855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EE68-C329-B800-8F1B-274C4677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31CC83-898B-941A-8ABF-DE0C0E2F9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5B20BEF-0F73-4AD8-B0D5-0C07989EB0F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789408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8A6534-FAA6-0C1E-A487-9FF5F6CD60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C2BD2FB-3835-4B91-B879-7E5A0424F8F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026988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FFA4-AB35-0F9F-F39E-48D5FFA6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E3EE-4226-3647-BDC6-603E8B60C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6106F-F387-87EB-2092-6063C46B7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A1C69-DDD9-ED7E-AA7B-C59BF5635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B43AAC-F732-44FD-9217-BD39AF20185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244199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1D13-F8FC-B7BC-D178-0C1FF610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3A301-C810-9475-13D4-B9305F9C6C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78E3E-6A75-E2F8-F420-8B9AC08D6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BC66B-14C2-E2F6-B268-5483041D25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7D5F84-FD0D-4E66-B287-85007EBBB8B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659178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1E3B-EDE2-6549-0970-B955CA08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BFA4D-1C03-68AC-CF30-A0173FD7B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A4695-BC8A-B2EB-B3CF-DDDE19BF3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D9A575-BABA-4579-A4EF-BB2332C24B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98783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565E0-4031-9957-CE5B-928228B61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DF353-B9E1-B52A-829B-0E8CF7914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B6413-0B7D-E75E-6A2B-393595916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68B6299-1BD7-422F-A084-213D4850C57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998615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C984-AFE7-3DA8-08A1-5A77AAC92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E0527-7703-6723-C4F6-A29322808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96C41-5A66-02DF-E6EF-56F28EE11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7F62B7F-77FF-42A5-A0A9-B3B0ED2C395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705450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F10F8-5127-10B5-F5AE-54BAD400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62D29-9FD3-1F24-37C4-C34F877CD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BFC3E-995D-590F-C3F0-60F1F097D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18D71A-3DC1-4CA3-98DB-2882BDF3732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51837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6EC3-FEE4-12B3-5FDD-21E88E89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45B26-7340-2904-A651-56380F49C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144A6-2FF8-25ED-4E09-C80F3DCDE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A4FD49-99CD-4418-9AB5-48D352ADE2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516043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046C-8C73-D73A-808B-8E86C29E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20FA-419E-52EB-D59A-C5A530D07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5F7BA-994B-87EB-ECC5-86E2274C2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2C1B-AD0D-3687-5E26-23102CE97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D56E5A-BCA0-46EF-8246-5585FA1B42C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714032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93E0-099E-6BBB-228A-C55DC8AD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FCFE6-7D83-F0B5-8485-7F26C4880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1BE8-326E-056A-D10B-262D4FC1F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285385-BB71-1B81-6573-DB7957A78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5517F5-9F3C-1BB5-5418-2BCFC9E3B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EC7C0-F810-1B9F-0B27-842EF42FB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523C3D-FDBA-4930-98F0-1DB4802EF4A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652771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3605-EA30-6A78-FDA7-34428949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F404A-6BBB-9CD6-F484-33163ECE2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D415A8C-2D29-4379-BD40-8DE983825CB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594984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C2C621-511A-80D2-3497-77907719FB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30E85A-5858-404C-8B94-E41BA522FEE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328941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6387-8964-9D4E-718D-A0830AA8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475B-B0F2-243F-D641-5805A67C8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7CD1E-C95F-7762-A5AD-182710A74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79AFCC-CBF7-2021-265C-06E7901BB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A57091-81AF-4710-91AA-7E2446DD10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654511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AE8E-041D-687D-0242-92A064E4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42DD6-66E6-E40E-1D41-A3D294DE4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5FE7D-D7D7-C437-7643-7F82A1B59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16794-4346-CD44-F626-208905892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3711A2-F6DC-44D6-9BAF-C926976FAF5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798144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BEAA-2F5F-EAF9-8DA8-8FB9C55C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61BCA-051B-FA43-A5D7-588378737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96A96-8991-3D8B-E163-F0711145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9A78549-E775-42AC-BB5A-AC78266D599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087715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61BDE-EFD8-2A27-A8F5-F770F00D8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83596-F9D4-7B41-DFEF-11F774D0B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E4468-21FF-A57F-52B5-CD4A0BFEC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8CB5E3D-4E85-4D17-AD12-F4BD8EB55C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7388242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37E3-FBF8-1926-ED43-0F9FF0159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61CA9-C455-FB1B-E5AF-2E1A28549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50656-6618-6FC0-E463-7EB7C4627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AB0C33-530D-4F88-9774-A4E1247C73F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325738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13BD-2CEC-AAD7-7DA7-5E098CDF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D9794-15ED-7AC0-AB08-2AA5D23F0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A56D0-42CD-27A4-ECD3-65C46132E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528D31-4205-4663-AF61-3AA00C6376A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928091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111C-9125-677B-BCDE-AB094F4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4FD09-E8AA-6A21-5E64-D188A3C5D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64A46-CCA4-6AFB-ABF9-6E1A8A168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13FAAD-EC35-40F3-8626-637FABB5F5A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085924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5257-A19B-2A54-C3F6-EDD4742F9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274DD-C48A-9283-D52A-09C9025F1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60D7F-55E2-0989-3D75-BD1DED4D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CA9B5-2125-B1B5-2790-AEEBB21E3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21E81E-CF57-44C9-9B6B-BBA810EB9AB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8943886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6FFB-0832-F406-4419-47E97BC1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4C2C-A067-841D-2F30-3C9CD034E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06E19-E65D-4FFB-541D-363D6CD3D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C0654-141C-B707-734D-BE0D43B88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D1747-BB90-9BAE-C2BC-C289097E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47EE9-3D53-6DA7-4CB1-1ABADFE3C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DE0D9B-2165-4205-84AE-29C3483286F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6888969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06CA-B2ED-BFDA-9990-96753975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696D10-6E18-E6F1-1BB9-DC94FF8F7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F61138-39D3-42BB-B11A-1695738591F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5063740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C86314-D43B-0B92-9F2A-C860E39BB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6D6C9E-189F-41F9-83A8-39B9337D15E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531008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18D5-0B3E-56B0-571F-5C9C36719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BF2A-090D-E4A0-E5D4-1331CA38A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5F9D8-DB79-4D27-2B1A-EB84D1367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6777B-E43D-11F2-70D9-15BE7A393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5CE2836-DD58-497F-B356-C614010C123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7425371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34C0F-756E-D267-F7E8-827A3E155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C9823-AD48-3DAB-DC5B-71BCD9BEF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C06F0-DDA4-0B5E-B360-EA80802AC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FBAF4-F6AA-777B-0399-E5EA76C3A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BF1433-B495-49E1-B8DC-A13D7504EF8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069895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E028-5B08-84F8-9711-47DC569B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C9AE2-0332-0A5E-7155-F90EFE03F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E6E70-6AD0-3285-8462-83F50AB92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C85E760-312B-405F-BC37-DC32C89CBE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6312601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DAEE0-2207-CE02-FCE5-897C9378E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BCF73-AA80-4F12-E22C-D6F3C1BB1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93F2D-C95E-43E1-BF55-F4849BC5F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1237E5-88E2-4738-8ED4-3C989F25AFB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510358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4C22-20FC-0220-5A92-042295A31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88735-AA1B-DC1B-071E-57E8C0A3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C7A30-2401-5D5C-1358-B81164F0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1DDA6A-DB65-4DBB-B870-D24B2947983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144348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A16E-D05A-2135-55D1-93BDDCD2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BB0A8-D488-79C1-2638-7E9982185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CF192-44B6-6B36-9BD1-86201AB13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21777F-D20C-4A07-BA73-8548104D4E8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6907462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9F8C-530D-BD92-FA13-05C8CB70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FF2BE-B5A7-0D8E-0827-991D8760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BAACD-808A-C931-7C11-FCAEEBE9C8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487214-7345-4E65-9B6A-1120B1F98B3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9885851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AF58-47D7-3390-236A-5FE5C2AD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F952-C9A0-DC04-2F2E-AE0606346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2812D-8B45-B822-F285-7E631C8A8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0D01E-0DBE-B6AC-0209-03252413B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400327-2794-421C-ABAC-80EC1A749B6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778580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DA8-9F5C-BD27-B23B-3112FB18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C816A-0204-3DFE-0E39-CAD0FE32E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CEE25-9012-AE91-2BE9-13C0AB220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28045-9780-9AC6-117E-4231D35B1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D818-0A82-8313-40FB-80C5CFF31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6052C-0B43-BF3F-8168-909BD586A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C883C5C-F8EA-4667-95C9-1D745686C9B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9053335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F691-9A60-ACCB-6D61-6E34F3F6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B2F31-F8E4-B34D-1CDA-63F48A494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04DCCAC-E8CB-4B61-9EAB-3E55B47B45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376775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E1B22B-9B0D-B866-75AC-0E5C2DC94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153DE90-08E0-42BC-970D-BFB22FEC3DC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652656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A29E-5533-299A-4AE4-1D7C3010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B3BC-2659-B995-1895-128300EC0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C1070-EC3F-1137-078D-99FAF20C1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DAAFF-2AF6-D6D1-F9F9-3BCEE440D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FE1CEE-7425-48FE-A70D-FB3D1710475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375488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7857-D30E-1C95-3A35-E570C556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3ED83-FB25-4385-E12C-38F26FD46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DC45E-DC7D-3C8E-B064-3BEC7479E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41DBA-5438-00FF-3CA9-58959D232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956AE7-4ACC-4CEE-9E68-2E23D1BEFA2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3957445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A27A-FC66-D4BE-5DBB-132D03CF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2D916-A0FB-1AB2-9CE8-619961BB9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A8487-AB09-4CDF-C72E-3CAFD44FA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0B293E-1A82-4C51-B051-3C601DA643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379184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31A5AC-C7A9-E54A-1AE9-DB47B7370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C9FE0-3DA6-1372-06F9-F180A1509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148C5-E2AA-E793-757A-CEE80DC22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BE3F57-B7D4-4B43-9CAF-11B51897C00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298344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BD25-B3BF-F8B8-6E43-FC87DEEC1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811B7-47E2-68CD-B28C-A883B936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A0566-7CC1-FC54-4FEB-97F694A5DC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75060C-2A30-41A3-B63F-AB8005743A5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388027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6B62-3C38-0EE2-A0F3-49CBF198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2F6B0-264A-1CDF-CCDE-A0D246E87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AA93C-BA59-8830-43AE-6F65C4AE4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331A4-7FF2-4F00-B7B3-8600E0882F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809152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5322E-4F9C-8C2C-AD71-76FF511B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9FBE1-545D-B5AD-BE43-7C847C25D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A2A79-9C76-9160-C1DF-102DEB263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E62B5D-6FBA-4556-BE4A-370AD36E006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8163549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C4A9-EEA7-6F77-D8F1-08314EF8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AB94A-CA7A-2E33-4AFA-E658110DAF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4B4C1-B394-463C-8621-722529EDA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150FA-55F0-C84C-4F8E-4D9AEA977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89FC2BD-C277-424F-9D59-F99810B9DAA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8168868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186F-97F0-7A17-4DCE-66A30611C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78BD2-0E7C-C22E-7FB3-D6791DCD4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EE9DD-8F95-4D37-70E5-1412614F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87D76-8C5F-574B-BF43-15A6A52B0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FC7CA-C4FB-A2D0-BCB5-835AE4010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68A92-5930-AB88-3578-F804FA4D3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DE685B-6D87-45C4-B0AC-185630FFB59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5569154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EC46-DDC0-9A76-DF19-2DCD13A3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E95ED5-D9A9-DC86-A70B-AA6E7B16C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ABF12C-DF5C-434E-B7C8-9072BF375B8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0292270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ADD1A-E2ED-3EB2-29D2-9F7E0887D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04001EF-90DF-491C-AE44-8D7847D9F51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921748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E9B2-E8E8-9235-7EEF-93DAB2855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A857B-5AAE-AD1E-8B3F-6B2442C8E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E17FB-9B78-AF64-963C-9D40774B8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55079-4FBA-A453-C048-DA30DDBB9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5DAE07D-542E-4AF9-A60C-F4FFE925CBC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102830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3526-C311-6343-F19F-D247C4E73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FF161-F02D-5284-A926-CC2E0B639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3D77-0900-CCDC-B934-DE6B084FB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6D7A9-2956-3D64-D747-9795E45C6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38C256-08D1-46C5-95F9-4BEDA939E99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8598228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C60A-A032-D641-1631-70FE227E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2B940-0200-5AB7-27A8-4A68AE4CC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A69AD-7F0A-B88B-44CD-8B9A247F3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02EC49-38CE-4AFF-87FE-5DEC7F37AC5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6590443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B40F8-9530-699B-60EB-F15F5BBE1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2F9AC-6DCB-817C-3A67-43CD93224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AF37-ADBF-2B8A-0DD6-EFDEEB587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D34DE-D3AA-49F1-94F7-4273FEC8A2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038947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8236-C487-234B-E886-811F62D9C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9A420-2344-051C-2717-ED841632C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FD1D9-F4F2-CCC4-9233-63F592B26F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5ACF06-9703-4201-A59A-0851F5AA51D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9052189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33CF-9EE1-093C-512D-9C51B49A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E8063-5D13-056C-B3F5-1278D78F9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39A7E-E4D0-F119-5C93-E406C93CA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6122AD-546A-4B4F-8DCA-E3C029EE9D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7589116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C7C1-3A6C-D821-37BE-1E54D38A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63BCE-37D5-66DD-33DB-33FBF307F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B689F-58CE-5435-5355-964EB8F0C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02D3F3-0045-4FE8-BB98-8E045344E5F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7169054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7543-9612-31CA-3512-A8C310AA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3BE6-FC0E-8243-B22F-AE04FE379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5A694-2245-F837-4ED2-2993DBCAA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462F4-F95D-BC55-C6C3-C8607713C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A63BC2-C093-4F68-8365-DA715FA5CA0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3920086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D0B3-710D-8857-1C1A-3D10661D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01EF0-1520-81A3-F157-5E27F1094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58CB6-9366-0196-6C19-F9E2E99EF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9DA5C-B94A-C1F6-8C68-1E867A03A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70AAD-D5EF-B9F0-97A5-A2EA9EC4C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934B9-91AD-B904-386E-4A9E312B0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60BE6B-5805-4F70-904D-ADE2348AB6D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3135115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FE18-6F0E-7D62-1681-D9786B004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E4A7A-7451-51F1-6581-ABBBE4688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9A4EF8D-2C15-454A-BEF1-284824E7DEB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0260029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A775B-96F2-2DB5-092E-F42319258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E97AF0-E912-44D0-9BAA-7AF8162E0CE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6751971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3557-C936-AD6A-6290-498CFE86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0FB9E-32E7-90A6-4A7C-2953CE553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7B77D-015D-A8F2-383A-6F34DBA80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1BB98-C117-26E8-6799-119F2533D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F49713-A673-4B85-92FE-CFD96E409A4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8341347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2531-B351-8A55-5218-3F1EB13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FB027-A763-CF59-6E74-E8685D7B9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5A278-6479-770C-8DF3-9E3BA27C1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FC0A1-06E5-EE5E-0885-E93A75774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49E25B-BE0A-4D03-AE53-615B2DAFB2C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9190840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A677-4816-D7C9-9222-11B9B299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2012-69D1-0C23-08C1-4065DDFF2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5864A-B995-8B53-F9F0-8B04BBF2A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C2BB79-88C7-405F-B2F8-88FEC41A06E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7338447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53F8A-AE7B-6AE0-85FF-B495C043E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D8622-A58F-367C-9F7A-DEFA0F4C8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0598A-8A4A-D024-C0B3-F6ED673B7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663D7C-4385-4FA5-9D11-B230E39A880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3648950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E1A7-CAB9-B969-CACE-0B86515C1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59879-655A-45B8-0DFB-DD967F371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B4A85-9B7B-BB41-9E82-9C429020C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6EF50F3-F151-4E80-B523-9E1DE48ABBD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0520981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BE04-678B-A819-7ABF-A6B59695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4B83-C8BD-B971-BEE0-12844FDD0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FAD9F-686A-3831-F9F5-4FC552893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C842DA-4EC0-43F9-92C7-62810D1266C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5761634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09BD-896C-09F9-DEFB-B61D61D2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637EE-5376-8C90-4E55-42A2C070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3785-1C3A-F62F-6489-9DE3F65CC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69D9317-82E5-423F-87D2-9480D760FE4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4458816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FF31-CC46-5400-B074-44F86E79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7649-EA79-252B-58BE-136F154CD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4A01B-A9BE-0A38-3558-D54333DEF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2BB94-9B88-C59E-81A9-910FEEA36B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1E3D4F-B8BA-425B-9B64-69D093C4C61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53492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4BEA-1DC5-B91B-A456-388F6250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E80D4-A4C5-D1C1-A896-51E9148D2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FA998-FA48-A001-7C2E-09F34B32E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0C0BC-A3B1-537B-E859-D57813CF2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81CD8-A3C9-BEC9-3F8B-7C336D264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5CAA3-157A-6EB1-E454-F666B02C3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3729C5-3C65-4573-8F02-BB50957E0C1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9838281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6B9E-B759-BE41-A660-80F333DF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49039-9F22-0A5E-994E-E50331E5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9C2551-F293-4087-B479-D84DF83B53E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6182723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840D40-215E-C5E0-55B5-B02E6E103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241316-B238-4F62-8090-016CEFCF551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649117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F006-46C6-1DB7-0A17-B6392350C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396C-0D16-E839-D160-088F941D3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3109-530D-8A32-E9A1-577B53FE1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8D390-7BE4-7752-6B40-2D8CED21D7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34612F-7B4C-4CE9-B822-D55A88354A4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8620478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EB2F-8EE0-A386-C9C4-935DBEA3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9F6F0-0D1B-3951-C689-79B7C2F91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65732-588F-8675-A1CF-A8EDAC5C8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2FDE0-4268-E5DF-8B55-FB3119C6A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4AEF97-EA72-46FC-B513-8D61B489FC1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9992994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91A7-CE6C-4E80-1490-6B27EFB6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AEE16-A385-CE70-5961-49F3CE914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B97FA-51B7-D65D-D4B3-52280A80A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6B6A17-6A84-4999-8A4C-9324591DAD1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0593029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CBA9F-A30E-1ADD-72AD-484981AE9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4528C-63EC-0586-5CFB-5E1643661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E5973-A2E9-FC35-7C07-64B9D99F3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CE4FA7-AB29-45DB-B916-E1B96A080C2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1995931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416F-D594-0A19-2816-7A13AFD2B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6B3F7-C710-3B1C-22E6-C37B3A0C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35E8B-C85D-6E09-A14A-1D5CE0B35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3352BF-C741-4E7C-BBEC-2463ECFE32F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6574558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6D469-D14A-BB82-2BB4-8FF19364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A90B1-6774-951D-B2AC-639736E46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4AE76-092B-1446-DCA7-DCF46F1C5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C3230C-E298-452F-BA92-14B2415E2C5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504470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259A-9D30-91C4-F3CA-805D8F63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2E113-9138-1146-8C7A-38267D647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0C20-3F61-6C7E-41A3-9FD727D5D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082651-85BC-40E2-8B57-0F5D59C149E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2347359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2E79-EC72-84C1-FB53-DE6D19F3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10AE2-933F-D773-0228-B58BBD538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0EC6B-2E58-2644-14AB-D35567DBF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BA7F8-581C-ED27-E955-83E4BEE3F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C89B7C-2D2F-4083-9881-B39191DE93F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2999550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45BF-3F48-ED9A-4054-892C9CE8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0C473-3D07-5078-1550-F84F82F55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C98A5-40E3-38F8-0049-DFD1366D4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B06FE-4791-93F7-725B-B0AABC3E0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6DE5D-9E28-9B82-0683-C74ECA4F9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2FB98-C716-F1CD-F7F5-90871E07C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37787C-8B1C-4851-B09B-D6FCCF749BE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4788281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AB6C-359D-94C8-FFDD-7FFCEEDC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729F9D-3481-1CC5-D53A-F81013738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821A2F-992A-47AC-B3A5-EB0EFD0C0D8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4075873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6FE6E-2CEA-4645-927F-88911233C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66542F-5C85-40AB-9305-1DE48A3EB02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3118997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13CA-36E0-4CD6-F046-8E9B012B5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BDE61-94E7-BCBA-1942-25326B15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9E30B-909E-F628-C551-89C74FFEB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F69D6-5D21-FDA3-0241-97664165E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7A2702-F05A-43C1-B39B-79F9A0A22BD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264472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1403-663E-0AD3-0CD9-FA68D1EC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0E3A3-3DFC-1E19-E0B7-EFAA43263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FC50F-1D26-39A8-7165-F452F0E94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A9E01-CC8D-BA8E-127C-D26EF86809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8ED295-1208-4FCE-A9DD-028B7C09F98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2892648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2959-93BC-4BBF-E025-0B7E0C33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97E2C-AF8B-5CAB-32CF-C332B3BBE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10CEB-1D08-B930-0A13-B966FDA54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9E5276-A089-42CA-A732-230BDAF9F16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567757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B7200-684F-FA68-3DE0-B63B6C9CC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3F46F-87E2-876E-3D2A-2C25B4CB4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4E79A-F509-E230-7ED2-CBA830C52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7903E-D951-4C3F-964A-B92938D6F55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7869041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2277-8116-A1D7-2CDD-8E5CFE266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6333D-65FD-95AB-0581-D9B748CB1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955C-82EE-794C-02D5-887ECABA8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F521027-A20F-4A20-865F-E277D81BA8D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0971923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445D-12B1-C07A-8EB9-D86EE84F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57AF3-0D9E-D453-DC6B-72056E5A0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12308-E03A-FB65-EF34-C6AD17E99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3BDC2C-B29D-498B-BF76-5B8AD29F04B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8406612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4531-976D-28EC-0C0A-296F3ECC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83B6-6C22-9159-80D8-BFEC178B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68D69-0400-E8B9-68A7-06C51A047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2264F1-4373-49AF-B95E-84DD6581C4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7233231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C624-EF81-06A3-7FED-1FA66287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B1DC5-9DF8-6B48-C321-0DA1F0FD4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9AF46-FFA2-4561-2129-5682A9D1A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F87C9-29D5-3F54-A08E-5F015AD00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A60AC2-0150-4EEB-AE03-C200EE4736F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0496337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EF9D-E9AC-9682-9DAD-0822D4B9F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773D1-AA40-6AFA-2739-69926C977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B1880-BFC6-EEA5-979C-DA01A4FF0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441F5-908B-9EA2-4F63-50C3AFD78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FE23-F435-52FA-5565-4301DD4FA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87B39-E557-8744-518C-048917F25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836717-C4AB-480B-A92F-A984474D3D6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0333976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295F-B0D2-F515-5B7E-3C7384C4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F86297-6A37-1692-0245-36575A9BE1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8C84EE-03A0-4C85-AF5C-C0507D7556B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203361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9A1B0-B744-0427-03D5-EAC53FC17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7B1FF9-8062-467B-8FD3-27F76E82F44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0145895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166E-AA3A-A964-F813-779F694F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82052-D39B-1178-8856-E77B6D9D8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3BF8F-22B5-16BE-D0C1-B3FE90CC6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6211B-2372-B430-AC42-BF2E0D7B5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28F5FE-2DE0-4C49-88F1-AF1A0D9BA37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791978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6E1D-C8F6-D5D4-B004-1C86F84A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07E3B-A8D9-1366-913D-7DF129DFD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EC384-D392-72BF-8703-8E8D2EC14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E74BC-AF58-9A61-E2C2-39B26CBA3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82EC66-D162-426B-ABAD-95B530D7514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7959372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C00A-17D8-7F45-EA64-F44BBCDB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8B7AA-EAC7-AAD9-9040-D67C2C5D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2AFA1-424D-0E66-E12F-ECE19CA48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2BBD78-F350-414C-AE80-8612A50BF5A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9078181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05D337-B2A3-D514-BC5E-38C6FA444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37D07-D303-DB28-6FB1-7113408F8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0A08E-BA59-73E6-4BFB-6A5C5B6A3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37CCD8F-06B8-4B55-9D39-17B39394658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7035242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1DA2-EDDA-08C6-2FD1-2110C7190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977D5-2FB1-B855-FE6F-06D981B27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9D0D-2955-E046-A841-6DEADA4CA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745492-4EFD-48FA-BBD6-99C22AAD950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0637849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B1FC-A175-90D4-81BB-DA8DFCD4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7B75-51EB-4333-96D8-915DCC2B5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7CB75-BF50-6B75-70E0-9BC9E11D7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C7EA5B6-CF70-44C4-9EE5-6037F5698F2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6245006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3C52-29BE-5881-94B6-E074C845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C3886-587A-C969-BDA8-27C72C044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2B5E-5F23-599B-EA7E-DFAF4E339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EFBE38-2D94-41B4-95AD-EA7BED2D8DA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853313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C847-58E6-54D6-4D85-001E6FDF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4C1E-0EFA-BA78-EA86-4841D9A63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B5D74-1CF6-0C54-7A61-230A0D790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82C82-5086-8130-DACD-BDF151511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D0C02D-03E1-416D-A1C6-33432255222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0965043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73A6-39C6-F192-3149-59D691C96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18C9A-50C0-256B-8036-300FA501C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8A9AA-6582-2FDD-E8A6-19ED5D114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7F51D-EF64-356D-F755-0088E0221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D59D4-6BA6-C354-3A61-39397ACA7F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B2522-2897-1D68-7DE0-6539FD0D6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8B97C2-1898-4B17-B0A0-552C05D46FE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0815418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0F3C-4BB6-DA7D-6D15-12BD109D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35AF9-B93A-6286-3DF1-A9745E2EB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45DAFE-857A-41C3-B1E2-5B0343A7C27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4530407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F0DE4-A33C-4075-97E1-E4F3D00DE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9649D69-6AAC-49F4-8F5B-66F41D861AB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4174760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D7A8-4F15-CF62-E5D2-C607A88E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5748-3EE6-0025-B10F-D92F8F67A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17093-7F7B-0DBF-9439-966BB03B6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523BD-236D-5C88-F47D-8C598C6E2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6E48B5-7014-482C-9255-0B43052EE2B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0735764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F2E6-9997-B1A3-79EF-624DF31D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E2814-0D8F-1C80-A59B-56DB3CE89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C75FB-C417-9613-54DE-C403C5DA1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39D5-2E7C-A542-9B41-1966C1A0B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DAF7C3-17FA-452B-B6A6-E78850166B8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1487127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BB8C-3D95-FC16-5B00-EBBADCFF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55413-AE56-3ED2-EB2B-E3FBA7E67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8A70A-13AE-E67F-29E7-D8A18A971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01EF34-6289-459B-9744-EDEABAD482B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4111659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2256D-5EA9-5F35-1451-35DB07830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992E8-C2B0-B961-B043-2BD553326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567BF-7F95-F360-42D3-4C6C90A04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0DA39A-3BEE-4F52-97BD-7B80EDBAB36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5295142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2CF2-815A-304A-3491-F96E0D4EF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E03D9-79BA-E65F-0935-F573901F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DB84A-E6D2-E186-1D7D-BD625F780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F276C9B-A8D4-42D4-AA45-A3437F4C03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7986962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8F2C-2254-127D-A176-342E1B14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6DF35-E856-12ED-E686-59DB514C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FF295-7721-8CEF-CFB9-F459809F2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0ACE007-3A55-40C0-A9B3-8B5FFD4CABA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6099049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B72A-A908-0395-B52A-9CE97212C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98BE6-0987-45CD-50B8-D8DF74411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22272-84F5-A71E-604D-40A48600A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B0FA061-2FBE-4017-9547-8430B6139C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443192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1CAB-4B5C-857B-EE18-E0D0B6A6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DFF31-309D-5359-F3D1-464658F82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E2FCB-7993-EFAF-ADD9-103EE697C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AC7E9-953B-41F9-78CD-C2A8083B3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44DDD4-2D97-4990-BB68-D01C42DA4DD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7117655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B5B0-82C9-5B65-A433-8F961124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36D60-321A-6FA1-0024-B7990A0AE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3E9BB-BDD1-9689-3467-97A872A87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5EEC8-F9A2-D274-8CFF-95B2E03F0D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80866-8B6B-4DAF-D923-BDA5A97E0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54AB8-72DE-4DC4-3B86-FC76BC8C9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FCBB44-23B1-489A-BCD9-085A622AFD6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7225622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E6B3-B5BF-2A60-E5E8-02BABD66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DB239-D74D-32E6-CD54-158673512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11A7097-5153-46F4-BF50-E2BB89961E5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9961997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88E3ED-CCEA-E1AA-7E6A-368F8236B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1AC6F3-34A8-43E5-91F7-65F4F3B6B01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7788857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797D-1634-C0B9-26C5-7BBD0C32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ECDA-5CDE-A585-0395-D7C71D38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EBB26-5A28-D99C-70AD-CCDCADA17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7E998-A706-15D0-BC95-ADB2A17EE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BEFC04-AB97-4003-B6DE-CD682E21EFF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4433584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B14C-5386-C19A-8CBE-4A50FEAC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A0A497-60B5-51D9-F905-6871195F4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5849C-C59E-24F2-0CDE-79506D59F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17F4B-470A-CD2D-08F1-31CD2F84F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4D5443E-D508-4DA8-9E68-7885A564152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7341140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C324-58DD-0CDD-3FF9-E380D839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DA27A-53CF-81EB-EBA3-1D534C92F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569B7-4004-4595-406B-5B7CC655E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AE1E306-1593-4B43-B95B-9518205CBB2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5032680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122AC-AEE9-D2CE-8B7C-00716306A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0E933-A7A9-965E-7FC5-D31A82029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38614-C115-4026-9E1A-D327E6A49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DF62575-7D5D-47FD-9E60-A687BE40310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0247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1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9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1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DA3832"/>
            </a:gs>
            <a:gs pos="100000">
              <a:srgbClr val="00000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Afbeelding">
            <a:extLst>
              <a:ext uri="{FF2B5EF4-FFF2-40B4-BE49-F238E27FC236}">
                <a16:creationId xmlns:a16="http://schemas.microsoft.com/office/drawing/2014/main" id="{BF124083-387A-A1E7-0491-C1D5196EE0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026" name="Group 2">
            <a:extLst>
              <a:ext uri="{FF2B5EF4-FFF2-40B4-BE49-F238E27FC236}">
                <a16:creationId xmlns:a16="http://schemas.microsoft.com/office/drawing/2014/main" id="{FA4949DE-B763-AB62-30B1-98A60630FAF0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59212" cy="5818187"/>
            <a:chOff x="0" y="0"/>
            <a:chExt cx="3860155" cy="5817685"/>
          </a:xfrm>
        </p:grpSpPr>
        <p:sp>
          <p:nvSpPr>
            <p:cNvPr id="1027" name="AutoShape 3">
              <a:extLst>
                <a:ext uri="{FF2B5EF4-FFF2-40B4-BE49-F238E27FC236}">
                  <a16:creationId xmlns:a16="http://schemas.microsoft.com/office/drawing/2014/main" id="{610D3AD3-BEE6-E094-64C4-45EABDE3B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0155" cy="5817685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EE220C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D05DF60-329A-152E-A166-14CF1E5A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765973" y="1105008"/>
              <a:ext cx="5391945" cy="3630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D77EF3-89EC-5232-BA9C-C30B9B672193}"/>
              </a:ext>
            </a:extLst>
          </p:cNvPr>
          <p:cNvSpPr>
            <a:spLocks/>
          </p:cNvSpPr>
          <p:nvPr/>
        </p:nvSpPr>
        <p:spPr bwMode="auto">
          <a:xfrm>
            <a:off x="4545013" y="7483475"/>
            <a:ext cx="10890250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30" name="Text Box 6" descr="TextBox 28">
            <a:extLst>
              <a:ext uri="{FF2B5EF4-FFF2-40B4-BE49-F238E27FC236}">
                <a16:creationId xmlns:a16="http://schemas.microsoft.com/office/drawing/2014/main" id="{1F58B8E8-322F-F6F7-A464-0405C8ED01EC}"/>
              </a:ext>
            </a:extLst>
          </p:cNvPr>
          <p:cNvSpPr txBox="1">
            <a:spLocks/>
          </p:cNvSpPr>
          <p:nvPr/>
        </p:nvSpPr>
        <p:spPr bwMode="auto">
          <a:xfrm>
            <a:off x="8532813" y="5949950"/>
            <a:ext cx="6938962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0400" b="1">
                <a:solidFill>
                  <a:srgbClr val="FFFFFF"/>
                </a:solidFill>
                <a:latin typeface="Avenir Next Regular" charset="0"/>
                <a:ea typeface="Avenir Next Regular" charset="0"/>
                <a:cs typeface="Avenir Next Regular" charset="0"/>
                <a:sym typeface="Avenir Next Regular" charset="0"/>
              </a:rPr>
              <a:t>WELCOME</a:t>
            </a:r>
          </a:p>
        </p:txBody>
      </p:sp>
      <p:sp>
        <p:nvSpPr>
          <p:cNvPr id="1031" name="Oval 7">
            <a:extLst>
              <a:ext uri="{FF2B5EF4-FFF2-40B4-BE49-F238E27FC236}">
                <a16:creationId xmlns:a16="http://schemas.microsoft.com/office/drawing/2014/main" id="{37799A7C-B162-13A0-E0D1-51F038D5E984}"/>
              </a:ext>
            </a:extLst>
          </p:cNvPr>
          <p:cNvSpPr>
            <a:spLocks/>
          </p:cNvSpPr>
          <p:nvPr/>
        </p:nvSpPr>
        <p:spPr bwMode="auto">
          <a:xfrm>
            <a:off x="16536988" y="40322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1032" name="Oval 8">
            <a:extLst>
              <a:ext uri="{FF2B5EF4-FFF2-40B4-BE49-F238E27FC236}">
                <a16:creationId xmlns:a16="http://schemas.microsoft.com/office/drawing/2014/main" id="{66D9927C-3654-3D70-A65D-A0F3C3AEF957}"/>
              </a:ext>
            </a:extLst>
          </p:cNvPr>
          <p:cNvSpPr>
            <a:spLocks/>
          </p:cNvSpPr>
          <p:nvPr/>
        </p:nvSpPr>
        <p:spPr bwMode="auto">
          <a:xfrm>
            <a:off x="18834100" y="4032250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1033" name="Oval 9">
            <a:extLst>
              <a:ext uri="{FF2B5EF4-FFF2-40B4-BE49-F238E27FC236}">
                <a16:creationId xmlns:a16="http://schemas.microsoft.com/office/drawing/2014/main" id="{7DCB2A79-97AB-785F-27D7-6B5CE7525CAF}"/>
              </a:ext>
            </a:extLst>
          </p:cNvPr>
          <p:cNvSpPr>
            <a:spLocks/>
          </p:cNvSpPr>
          <p:nvPr/>
        </p:nvSpPr>
        <p:spPr bwMode="auto">
          <a:xfrm>
            <a:off x="164607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1034" name="Oval 10">
            <a:extLst>
              <a:ext uri="{FF2B5EF4-FFF2-40B4-BE49-F238E27FC236}">
                <a16:creationId xmlns:a16="http://schemas.microsoft.com/office/drawing/2014/main" id="{B8A115A4-C58F-FB2D-C991-B203281332B2}"/>
              </a:ext>
            </a:extLst>
          </p:cNvPr>
          <p:cNvSpPr>
            <a:spLocks/>
          </p:cNvSpPr>
          <p:nvPr/>
        </p:nvSpPr>
        <p:spPr bwMode="auto">
          <a:xfrm>
            <a:off x="18935700" y="64944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1035" name="Oval 11">
            <a:extLst>
              <a:ext uri="{FF2B5EF4-FFF2-40B4-BE49-F238E27FC236}">
                <a16:creationId xmlns:a16="http://schemas.microsoft.com/office/drawing/2014/main" id="{C714D5EC-EC28-82A9-1F25-8264D3E735D9}"/>
              </a:ext>
            </a:extLst>
          </p:cNvPr>
          <p:cNvSpPr>
            <a:spLocks/>
          </p:cNvSpPr>
          <p:nvPr/>
        </p:nvSpPr>
        <p:spPr bwMode="auto">
          <a:xfrm>
            <a:off x="17125950" y="69421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1036" name="Oval 12">
            <a:extLst>
              <a:ext uri="{FF2B5EF4-FFF2-40B4-BE49-F238E27FC236}">
                <a16:creationId xmlns:a16="http://schemas.microsoft.com/office/drawing/2014/main" id="{AB43FDA2-B549-56EE-37FF-B1204721AE71}"/>
              </a:ext>
            </a:extLst>
          </p:cNvPr>
          <p:cNvSpPr>
            <a:spLocks/>
          </p:cNvSpPr>
          <p:nvPr/>
        </p:nvSpPr>
        <p:spPr bwMode="auto">
          <a:xfrm>
            <a:off x="18248313" y="6942138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037" name="Oval 13">
            <a:extLst>
              <a:ext uri="{FF2B5EF4-FFF2-40B4-BE49-F238E27FC236}">
                <a16:creationId xmlns:a16="http://schemas.microsoft.com/office/drawing/2014/main" id="{021B05D9-D1DC-5A01-FCBD-08CA0B00E102}"/>
              </a:ext>
            </a:extLst>
          </p:cNvPr>
          <p:cNvSpPr>
            <a:spLocks/>
          </p:cNvSpPr>
          <p:nvPr/>
        </p:nvSpPr>
        <p:spPr bwMode="auto">
          <a:xfrm>
            <a:off x="17684750" y="763428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1038" name="Oval 14">
            <a:extLst>
              <a:ext uri="{FF2B5EF4-FFF2-40B4-BE49-F238E27FC236}">
                <a16:creationId xmlns:a16="http://schemas.microsoft.com/office/drawing/2014/main" id="{DCBFDF93-AB8B-E292-D23E-E54FD2F50A5B}"/>
              </a:ext>
            </a:extLst>
          </p:cNvPr>
          <p:cNvSpPr>
            <a:spLocks/>
          </p:cNvSpPr>
          <p:nvPr/>
        </p:nvSpPr>
        <p:spPr bwMode="auto">
          <a:xfrm>
            <a:off x="17684750" y="35639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1039" name="Oval 15">
            <a:extLst>
              <a:ext uri="{FF2B5EF4-FFF2-40B4-BE49-F238E27FC236}">
                <a16:creationId xmlns:a16="http://schemas.microsoft.com/office/drawing/2014/main" id="{D6034678-B20E-124F-6379-B4EF27520451}"/>
              </a:ext>
            </a:extLst>
          </p:cNvPr>
          <p:cNvSpPr>
            <a:spLocks/>
          </p:cNvSpPr>
          <p:nvPr/>
        </p:nvSpPr>
        <p:spPr bwMode="auto">
          <a:xfrm>
            <a:off x="18040350" y="4945063"/>
            <a:ext cx="528638" cy="547687"/>
          </a:xfrm>
          <a:prstGeom prst="ellipse">
            <a:avLst/>
          </a:prstGeom>
          <a:solidFill>
            <a:srgbClr val="EE220C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040" name="Oval 16">
            <a:extLst>
              <a:ext uri="{FF2B5EF4-FFF2-40B4-BE49-F238E27FC236}">
                <a16:creationId xmlns:a16="http://schemas.microsoft.com/office/drawing/2014/main" id="{21EF3647-E870-DFFE-2FB6-A0603505157A}"/>
              </a:ext>
            </a:extLst>
          </p:cNvPr>
          <p:cNvSpPr>
            <a:spLocks/>
          </p:cNvSpPr>
          <p:nvPr/>
        </p:nvSpPr>
        <p:spPr bwMode="auto">
          <a:xfrm>
            <a:off x="17227550" y="5337175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1041" name="Oval 17">
            <a:extLst>
              <a:ext uri="{FF2B5EF4-FFF2-40B4-BE49-F238E27FC236}">
                <a16:creationId xmlns:a16="http://schemas.microsoft.com/office/drawing/2014/main" id="{CC950795-60BF-C63E-B886-C15A0B4A22F2}"/>
              </a:ext>
            </a:extLst>
          </p:cNvPr>
          <p:cNvSpPr>
            <a:spLocks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pic>
        <p:nvPicPr>
          <p:cNvPr id="1042" name="Picture 18" descr="Afbeelding">
            <a:extLst>
              <a:ext uri="{FF2B5EF4-FFF2-40B4-BE49-F238E27FC236}">
                <a16:creationId xmlns:a16="http://schemas.microsoft.com/office/drawing/2014/main" id="{1CC13423-75AD-C4CC-C778-52A55B210C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43" name="Picture 19">
            <a:extLst>
              <a:ext uri="{FF2B5EF4-FFF2-40B4-BE49-F238E27FC236}">
                <a16:creationId xmlns:a16="http://schemas.microsoft.com/office/drawing/2014/main" id="{4509F096-942F-2384-DB00-C652E26951D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82DF6C9B-4001-F55A-6496-A981513D17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1634788"/>
            <a:ext cx="1265238" cy="174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45" name="Rectangle 21">
            <a:extLst>
              <a:ext uri="{FF2B5EF4-FFF2-40B4-BE49-F238E27FC236}">
                <a16:creationId xmlns:a16="http://schemas.microsoft.com/office/drawing/2014/main" id="{0BDFB181-E734-62E9-76BF-379661E09842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04913" y="2574925"/>
            <a:ext cx="21972587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title style</a:t>
            </a:r>
          </a:p>
        </p:txBody>
      </p:sp>
      <p:sp>
        <p:nvSpPr>
          <p:cNvPr id="1046" name="Rectangle 22">
            <a:extLst>
              <a:ext uri="{FF2B5EF4-FFF2-40B4-BE49-F238E27FC236}">
                <a16:creationId xmlns:a16="http://schemas.microsoft.com/office/drawing/2014/main" id="{82E425E2-4193-D011-FA90-854D6190B9F2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00150" y="7223125"/>
            <a:ext cx="21971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text styles</a:t>
            </a:r>
          </a:p>
          <a:p>
            <a:pPr lvl="1"/>
            <a:r>
              <a:rPr lang="LID4096" altLang="LID4096">
                <a:sym typeface="Helvetica Neue" charset="0"/>
              </a:rPr>
              <a:t>Second level</a:t>
            </a:r>
          </a:p>
          <a:p>
            <a:pPr lvl="2"/>
            <a:r>
              <a:rPr lang="LID4096" altLang="LID4096">
                <a:sym typeface="Helvetica Neue" charset="0"/>
              </a:rPr>
              <a:t>Third level</a:t>
            </a:r>
          </a:p>
          <a:p>
            <a:pPr lvl="3"/>
            <a:r>
              <a:rPr lang="LID4096" altLang="LID4096">
                <a:sym typeface="Helvetica Neue" charset="0"/>
              </a:rPr>
              <a:t>Fourth level</a:t>
            </a:r>
          </a:p>
          <a:p>
            <a:pPr lvl="4"/>
            <a:r>
              <a:rPr lang="LID4096" altLang="LID4096">
                <a:sym typeface="Helvetica Neue" charset="0"/>
              </a:rPr>
              <a:t>Fifth level</a:t>
            </a:r>
          </a:p>
        </p:txBody>
      </p:sp>
      <p:sp>
        <p:nvSpPr>
          <p:cNvPr id="1047" name="Rectangle 23">
            <a:extLst>
              <a:ext uri="{FF2B5EF4-FFF2-40B4-BE49-F238E27FC236}">
                <a16:creationId xmlns:a16="http://schemas.microsoft.com/office/drawing/2014/main" id="{A761FE62-B0C7-6593-E609-83166548E715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BCDF858A-A021-4A42-946D-7805E133E66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9BF4624F-7AF4-6558-6CE8-B4E5544CE9BD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8D41D8FF-24D9-A57E-F566-57ED92C753A7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5AC5AC8-D5BA-AD3D-588C-BDA591F61BFD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3F15C3-9A8F-158D-4DF2-DFBA69EE63A7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" name="Line 5">
            <a:extLst>
              <a:ext uri="{FF2B5EF4-FFF2-40B4-BE49-F238E27FC236}">
                <a16:creationId xmlns:a16="http://schemas.microsoft.com/office/drawing/2014/main" id="{893D3002-78B1-3FF6-8F3A-9F5ED7D41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2054" name="Rectangle 6" descr="Freeform 7">
            <a:extLst>
              <a:ext uri="{FF2B5EF4-FFF2-40B4-BE49-F238E27FC236}">
                <a16:creationId xmlns:a16="http://schemas.microsoft.com/office/drawing/2014/main" id="{3BF1F88A-8011-60AD-F794-3AC0A049405C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5" name="Line 7">
            <a:extLst>
              <a:ext uri="{FF2B5EF4-FFF2-40B4-BE49-F238E27FC236}">
                <a16:creationId xmlns:a16="http://schemas.microsoft.com/office/drawing/2014/main" id="{CB0BAA65-7925-5E5A-C073-2FA69193D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2056" name="Text Box 8" descr="TextBox 20">
            <a:extLst>
              <a:ext uri="{FF2B5EF4-FFF2-40B4-BE49-F238E27FC236}">
                <a16:creationId xmlns:a16="http://schemas.microsoft.com/office/drawing/2014/main" id="{005BEE7F-9A18-4108-7BA5-A3F455B309E8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2057" name="Text Box 9">
            <a:extLst>
              <a:ext uri="{FF2B5EF4-FFF2-40B4-BE49-F238E27FC236}">
                <a16:creationId xmlns:a16="http://schemas.microsoft.com/office/drawing/2014/main" id="{24F6EC23-4550-81E2-7902-0F1E621391D8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UITHOUDINGS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VERMOGEN</a:t>
            </a:r>
          </a:p>
        </p:txBody>
      </p:sp>
      <p:sp>
        <p:nvSpPr>
          <p:cNvPr id="2058" name="Text Box 10" descr="TextBox 30">
            <a:extLst>
              <a:ext uri="{FF2B5EF4-FFF2-40B4-BE49-F238E27FC236}">
                <a16:creationId xmlns:a16="http://schemas.microsoft.com/office/drawing/2014/main" id="{ED4F7C14-2A65-A39D-92BD-CA1CB94E494A}"/>
              </a:ext>
            </a:extLst>
          </p:cNvPr>
          <p:cNvSpPr txBox="1">
            <a:spLocks/>
          </p:cNvSpPr>
          <p:nvPr/>
        </p:nvSpPr>
        <p:spPr bwMode="auto">
          <a:xfrm>
            <a:off x="19791363" y="2397125"/>
            <a:ext cx="4159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“Volhouden van de positie specifieke voetbalacties”</a:t>
            </a:r>
          </a:p>
        </p:txBody>
      </p:sp>
      <p:sp>
        <p:nvSpPr>
          <p:cNvPr id="2059" name="Text Box 11" descr="TextBox 31">
            <a:extLst>
              <a:ext uri="{FF2B5EF4-FFF2-40B4-BE49-F238E27FC236}">
                <a16:creationId xmlns:a16="http://schemas.microsoft.com/office/drawing/2014/main" id="{36D7B922-BC66-0807-F51A-1205FF2E6410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Intensiteit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Total distance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HI-runs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Sprints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90 min volhouden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Gemiddelde p/w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FFA06A5D-D710-F538-B0CD-EA69EB671B78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CC5A0D5E-DF26-40BC-A1AB-FCB98C92789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93E940A2-5501-2DFF-9134-EEAF7342BCD6}"/>
              </a:ext>
            </a:extLst>
          </p:cNvPr>
          <p:cNvSpPr>
            <a:spLocks/>
          </p:cNvSpPr>
          <p:nvPr/>
        </p:nvSpPr>
        <p:spPr bwMode="auto">
          <a:xfrm>
            <a:off x="227013" y="9285288"/>
            <a:ext cx="7297737" cy="4157662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551961C5-F08D-0EF6-E6CB-3C5FFAA0C583}"/>
              </a:ext>
            </a:extLst>
          </p:cNvPr>
          <p:cNvSpPr>
            <a:spLocks/>
          </p:cNvSpPr>
          <p:nvPr/>
        </p:nvSpPr>
        <p:spPr bwMode="auto">
          <a:xfrm>
            <a:off x="16451263" y="4481513"/>
            <a:ext cx="7807325" cy="384333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CC9A9FE-1469-1C69-652F-83AA93AA58C3}"/>
              </a:ext>
            </a:extLst>
          </p:cNvPr>
          <p:cNvSpPr>
            <a:spLocks/>
          </p:cNvSpPr>
          <p:nvPr/>
        </p:nvSpPr>
        <p:spPr bwMode="auto">
          <a:xfrm>
            <a:off x="7856538" y="8532813"/>
            <a:ext cx="8289925" cy="4921250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E70D4AF-EB76-FE41-D8DE-FF1E20EF082C}"/>
              </a:ext>
            </a:extLst>
          </p:cNvPr>
          <p:cNvSpPr>
            <a:spLocks/>
          </p:cNvSpPr>
          <p:nvPr/>
        </p:nvSpPr>
        <p:spPr bwMode="auto">
          <a:xfrm>
            <a:off x="16451263" y="8532813"/>
            <a:ext cx="7807325" cy="4919662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AB9E390-0219-7F0F-A8B3-2A4680C17A88}"/>
              </a:ext>
            </a:extLst>
          </p:cNvPr>
          <p:cNvSpPr>
            <a:spLocks/>
          </p:cNvSpPr>
          <p:nvPr/>
        </p:nvSpPr>
        <p:spPr bwMode="auto">
          <a:xfrm>
            <a:off x="16451263" y="238125"/>
            <a:ext cx="7807325" cy="4035425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84A4F26-AE99-8ABC-198D-EE1B0BA848A6}"/>
              </a:ext>
            </a:extLst>
          </p:cNvPr>
          <p:cNvSpPr>
            <a:spLocks/>
          </p:cNvSpPr>
          <p:nvPr/>
        </p:nvSpPr>
        <p:spPr bwMode="auto">
          <a:xfrm>
            <a:off x="7813675" y="4484688"/>
            <a:ext cx="3971925" cy="383698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28348A57-5708-2B60-79CE-A06CB4DBBE24}"/>
              </a:ext>
            </a:extLst>
          </p:cNvPr>
          <p:cNvSpPr>
            <a:spLocks/>
          </p:cNvSpPr>
          <p:nvPr/>
        </p:nvSpPr>
        <p:spPr bwMode="auto">
          <a:xfrm>
            <a:off x="7813675" y="238125"/>
            <a:ext cx="8291513" cy="4035425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2A7020C9-542A-F14B-E518-2F94DBF6A31B}"/>
              </a:ext>
            </a:extLst>
          </p:cNvPr>
          <p:cNvSpPr>
            <a:spLocks/>
          </p:cNvSpPr>
          <p:nvPr/>
        </p:nvSpPr>
        <p:spPr bwMode="auto">
          <a:xfrm>
            <a:off x="236538" y="238125"/>
            <a:ext cx="7296150" cy="8629650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1" name="Text Box 9" descr="TextBox 38">
            <a:extLst>
              <a:ext uri="{FF2B5EF4-FFF2-40B4-BE49-F238E27FC236}">
                <a16:creationId xmlns:a16="http://schemas.microsoft.com/office/drawing/2014/main" id="{094A270A-9B2B-3154-8BDE-C91F44BB9B56}"/>
              </a:ext>
            </a:extLst>
          </p:cNvPr>
          <p:cNvSpPr txBox="1">
            <a:spLocks/>
          </p:cNvSpPr>
          <p:nvPr/>
        </p:nvSpPr>
        <p:spPr bwMode="auto">
          <a:xfrm>
            <a:off x="890588" y="1795463"/>
            <a:ext cx="2232025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</a:t>
            </a:r>
          </a:p>
        </p:txBody>
      </p:sp>
      <p:sp>
        <p:nvSpPr>
          <p:cNvPr id="3082" name="Text Box 10" descr="TextBox 38">
            <a:extLst>
              <a:ext uri="{FF2B5EF4-FFF2-40B4-BE49-F238E27FC236}">
                <a16:creationId xmlns:a16="http://schemas.microsoft.com/office/drawing/2014/main" id="{BE299664-9323-B549-B46E-89BFD16E777C}"/>
              </a:ext>
            </a:extLst>
          </p:cNvPr>
          <p:cNvSpPr txBox="1">
            <a:spLocks/>
          </p:cNvSpPr>
          <p:nvPr/>
        </p:nvSpPr>
        <p:spPr bwMode="auto">
          <a:xfrm>
            <a:off x="890588" y="2555875"/>
            <a:ext cx="2232025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3083" name="Text Box 11" descr="TextBox 38">
            <a:extLst>
              <a:ext uri="{FF2B5EF4-FFF2-40B4-BE49-F238E27FC236}">
                <a16:creationId xmlns:a16="http://schemas.microsoft.com/office/drawing/2014/main" id="{6EF2CF71-8C15-B52C-CC24-F000CB30493A}"/>
              </a:ext>
            </a:extLst>
          </p:cNvPr>
          <p:cNvSpPr txBox="1">
            <a:spLocks/>
          </p:cNvSpPr>
          <p:nvPr/>
        </p:nvSpPr>
        <p:spPr bwMode="auto">
          <a:xfrm>
            <a:off x="122238" y="3287713"/>
            <a:ext cx="30003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3084" name="Text Box 12" descr="TextBox 38">
            <a:extLst>
              <a:ext uri="{FF2B5EF4-FFF2-40B4-BE49-F238E27FC236}">
                <a16:creationId xmlns:a16="http://schemas.microsoft.com/office/drawing/2014/main" id="{81D69ED2-09AE-9732-B732-CB1685973B18}"/>
              </a:ext>
            </a:extLst>
          </p:cNvPr>
          <p:cNvSpPr txBox="1">
            <a:spLocks/>
          </p:cNvSpPr>
          <p:nvPr/>
        </p:nvSpPr>
        <p:spPr bwMode="auto">
          <a:xfrm>
            <a:off x="890588" y="4079875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3085" name="Text Box 13" descr="TextBox 38">
            <a:extLst>
              <a:ext uri="{FF2B5EF4-FFF2-40B4-BE49-F238E27FC236}">
                <a16:creationId xmlns:a16="http://schemas.microsoft.com/office/drawing/2014/main" id="{70EF440F-9F77-7680-210A-AA185D79E215}"/>
              </a:ext>
            </a:extLst>
          </p:cNvPr>
          <p:cNvSpPr txBox="1">
            <a:spLocks/>
          </p:cNvSpPr>
          <p:nvPr/>
        </p:nvSpPr>
        <p:spPr bwMode="auto">
          <a:xfrm>
            <a:off x="890588" y="4805363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3086" name="Text Box 14" descr="TextBox 38">
            <a:extLst>
              <a:ext uri="{FF2B5EF4-FFF2-40B4-BE49-F238E27FC236}">
                <a16:creationId xmlns:a16="http://schemas.microsoft.com/office/drawing/2014/main" id="{BF6E1715-09E9-6A30-2611-7F908638E3BC}"/>
              </a:ext>
            </a:extLst>
          </p:cNvPr>
          <p:cNvSpPr txBox="1">
            <a:spLocks/>
          </p:cNvSpPr>
          <p:nvPr/>
        </p:nvSpPr>
        <p:spPr bwMode="auto">
          <a:xfrm>
            <a:off x="890588" y="5570538"/>
            <a:ext cx="2232025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3087" name="Text Box 15" descr="TextBox 38">
            <a:extLst>
              <a:ext uri="{FF2B5EF4-FFF2-40B4-BE49-F238E27FC236}">
                <a16:creationId xmlns:a16="http://schemas.microsoft.com/office/drawing/2014/main" id="{52D3EE70-6748-F8F3-F081-348246CC6953}"/>
              </a:ext>
            </a:extLst>
          </p:cNvPr>
          <p:cNvSpPr txBox="1">
            <a:spLocks/>
          </p:cNvSpPr>
          <p:nvPr/>
        </p:nvSpPr>
        <p:spPr bwMode="auto">
          <a:xfrm>
            <a:off x="890588" y="6262688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3088" name="Rectangle 16" descr="Freeform 5">
            <a:extLst>
              <a:ext uri="{FF2B5EF4-FFF2-40B4-BE49-F238E27FC236}">
                <a16:creationId xmlns:a16="http://schemas.microsoft.com/office/drawing/2014/main" id="{8D0D4648-6EB2-C306-402C-C8C41B4ABB79}"/>
              </a:ext>
            </a:extLst>
          </p:cNvPr>
          <p:cNvSpPr>
            <a:spLocks/>
          </p:cNvSpPr>
          <p:nvPr/>
        </p:nvSpPr>
        <p:spPr bwMode="auto">
          <a:xfrm>
            <a:off x="1390650" y="1782763"/>
            <a:ext cx="5346700" cy="25400"/>
          </a:xfrm>
          <a:prstGeom prst="rect">
            <a:avLst/>
          </a:prstGeom>
          <a:blipFill dpi="0" rotWithShape="0">
            <a:blip r:embed="rId13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89" name="Rectangle 17">
            <a:extLst>
              <a:ext uri="{FF2B5EF4-FFF2-40B4-BE49-F238E27FC236}">
                <a16:creationId xmlns:a16="http://schemas.microsoft.com/office/drawing/2014/main" id="{176E1E89-0ED7-CC15-E75B-50F5F461C75B}"/>
              </a:ext>
            </a:extLst>
          </p:cNvPr>
          <p:cNvSpPr>
            <a:spLocks/>
          </p:cNvSpPr>
          <p:nvPr/>
        </p:nvSpPr>
        <p:spPr bwMode="auto">
          <a:xfrm>
            <a:off x="11215688" y="979488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A8438EC8-F7FC-44FC-106C-34830DB026FB}"/>
              </a:ext>
            </a:extLst>
          </p:cNvPr>
          <p:cNvSpPr>
            <a:spLocks/>
          </p:cNvSpPr>
          <p:nvPr/>
        </p:nvSpPr>
        <p:spPr bwMode="auto">
          <a:xfrm>
            <a:off x="13606463" y="979488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B3B9C04C-7A23-AAB7-C1C7-D2B40CF9F564}"/>
              </a:ext>
            </a:extLst>
          </p:cNvPr>
          <p:cNvSpPr>
            <a:spLocks/>
          </p:cNvSpPr>
          <p:nvPr/>
        </p:nvSpPr>
        <p:spPr bwMode="auto">
          <a:xfrm>
            <a:off x="11215688" y="17113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138F50A2-526F-A937-54CE-54BE9A7B22D8}"/>
              </a:ext>
            </a:extLst>
          </p:cNvPr>
          <p:cNvSpPr>
            <a:spLocks/>
          </p:cNvSpPr>
          <p:nvPr/>
        </p:nvSpPr>
        <p:spPr bwMode="auto">
          <a:xfrm>
            <a:off x="13606463" y="17113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6B96A5B7-AFDE-3FF9-F643-44B212ED89DC}"/>
              </a:ext>
            </a:extLst>
          </p:cNvPr>
          <p:cNvSpPr>
            <a:spLocks/>
          </p:cNvSpPr>
          <p:nvPr/>
        </p:nvSpPr>
        <p:spPr bwMode="auto">
          <a:xfrm>
            <a:off x="11215688" y="24987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4" name="Rectangle 22">
            <a:extLst>
              <a:ext uri="{FF2B5EF4-FFF2-40B4-BE49-F238E27FC236}">
                <a16:creationId xmlns:a16="http://schemas.microsoft.com/office/drawing/2014/main" id="{872D5031-41EC-5D3E-4B8D-C4440AE8EA3D}"/>
              </a:ext>
            </a:extLst>
          </p:cNvPr>
          <p:cNvSpPr>
            <a:spLocks/>
          </p:cNvSpPr>
          <p:nvPr/>
        </p:nvSpPr>
        <p:spPr bwMode="auto">
          <a:xfrm>
            <a:off x="13606463" y="24987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DE7B4946-EB14-01E4-98C5-F16E72C608CC}"/>
              </a:ext>
            </a:extLst>
          </p:cNvPr>
          <p:cNvSpPr>
            <a:spLocks/>
          </p:cNvSpPr>
          <p:nvPr/>
        </p:nvSpPr>
        <p:spPr bwMode="auto">
          <a:xfrm>
            <a:off x="11215688" y="3275013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B9076668-78AD-5B93-09EC-A706062AA61F}"/>
              </a:ext>
            </a:extLst>
          </p:cNvPr>
          <p:cNvSpPr>
            <a:spLocks/>
          </p:cNvSpPr>
          <p:nvPr/>
        </p:nvSpPr>
        <p:spPr bwMode="auto">
          <a:xfrm>
            <a:off x="13606463" y="3275013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97" name="Text Box 25" descr="TextBox 40">
            <a:extLst>
              <a:ext uri="{FF2B5EF4-FFF2-40B4-BE49-F238E27FC236}">
                <a16:creationId xmlns:a16="http://schemas.microsoft.com/office/drawing/2014/main" id="{6E99171D-300C-5B92-9AE5-0F9B9E4C853C}"/>
              </a:ext>
            </a:extLst>
          </p:cNvPr>
          <p:cNvSpPr txBox="1">
            <a:spLocks/>
          </p:cNvSpPr>
          <p:nvPr/>
        </p:nvSpPr>
        <p:spPr bwMode="auto">
          <a:xfrm>
            <a:off x="7996238" y="130175"/>
            <a:ext cx="1806575" cy="357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  <a:endParaRPr lang="LID4096" altLang="LID4096" sz="2400">
              <a:solidFill>
                <a:srgbClr val="FFFFFF"/>
              </a:solidFill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  <a:p>
            <a:pPr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3098" name="Text Box 26" descr="TextBox 41">
            <a:extLst>
              <a:ext uri="{FF2B5EF4-FFF2-40B4-BE49-F238E27FC236}">
                <a16:creationId xmlns:a16="http://schemas.microsoft.com/office/drawing/2014/main" id="{C980A798-FC08-DEA8-781D-08DEFCB10464}"/>
              </a:ext>
            </a:extLst>
          </p:cNvPr>
          <p:cNvSpPr txBox="1">
            <a:spLocks/>
          </p:cNvSpPr>
          <p:nvPr/>
        </p:nvSpPr>
        <p:spPr bwMode="auto">
          <a:xfrm>
            <a:off x="7996238" y="4521200"/>
            <a:ext cx="2755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RATING</a:t>
            </a:r>
          </a:p>
        </p:txBody>
      </p:sp>
      <p:sp>
        <p:nvSpPr>
          <p:cNvPr id="3099" name="Text Box 27" descr="TextBox 46">
            <a:extLst>
              <a:ext uri="{FF2B5EF4-FFF2-40B4-BE49-F238E27FC236}">
                <a16:creationId xmlns:a16="http://schemas.microsoft.com/office/drawing/2014/main" id="{EA424E86-10F1-E46E-0DB1-647B5A9349BA}"/>
              </a:ext>
            </a:extLst>
          </p:cNvPr>
          <p:cNvSpPr txBox="1">
            <a:spLocks/>
          </p:cNvSpPr>
          <p:nvPr/>
        </p:nvSpPr>
        <p:spPr bwMode="auto">
          <a:xfrm>
            <a:off x="16849725" y="10360025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value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0FE9229A-2E40-13B8-8E87-228B927CE973}"/>
              </a:ext>
            </a:extLst>
          </p:cNvPr>
          <p:cNvSpPr>
            <a:spLocks/>
          </p:cNvSpPr>
          <p:nvPr/>
        </p:nvSpPr>
        <p:spPr bwMode="auto">
          <a:xfrm>
            <a:off x="19704050" y="1107122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2FC19091-6C18-9814-A6A6-1CD67FA2B233}"/>
              </a:ext>
            </a:extLst>
          </p:cNvPr>
          <p:cNvSpPr>
            <a:spLocks/>
          </p:cNvSpPr>
          <p:nvPr/>
        </p:nvSpPr>
        <p:spPr bwMode="auto">
          <a:xfrm>
            <a:off x="19704050" y="11817350"/>
            <a:ext cx="3649663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02" name="Rectangle 30">
            <a:extLst>
              <a:ext uri="{FF2B5EF4-FFF2-40B4-BE49-F238E27FC236}">
                <a16:creationId xmlns:a16="http://schemas.microsoft.com/office/drawing/2014/main" id="{F49A23EE-E6A8-0673-CA92-4F545C8552CA}"/>
              </a:ext>
            </a:extLst>
          </p:cNvPr>
          <p:cNvSpPr>
            <a:spLocks/>
          </p:cNvSpPr>
          <p:nvPr/>
        </p:nvSpPr>
        <p:spPr bwMode="auto">
          <a:xfrm>
            <a:off x="19704050" y="12547600"/>
            <a:ext cx="3649663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03" name="Rectangle 31">
            <a:extLst>
              <a:ext uri="{FF2B5EF4-FFF2-40B4-BE49-F238E27FC236}">
                <a16:creationId xmlns:a16="http://schemas.microsoft.com/office/drawing/2014/main" id="{01F57D3E-AA89-C9D8-61F1-71A611481B5C}"/>
              </a:ext>
            </a:extLst>
          </p:cNvPr>
          <p:cNvSpPr>
            <a:spLocks/>
          </p:cNvSpPr>
          <p:nvPr/>
        </p:nvSpPr>
        <p:spPr bwMode="auto">
          <a:xfrm>
            <a:off x="18195925" y="396875"/>
            <a:ext cx="5800725" cy="37179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04" name="Text Box 32" descr="TextBox 43">
            <a:extLst>
              <a:ext uri="{FF2B5EF4-FFF2-40B4-BE49-F238E27FC236}">
                <a16:creationId xmlns:a16="http://schemas.microsoft.com/office/drawing/2014/main" id="{35223697-B0E3-7F5C-975B-9B9D745D5796}"/>
              </a:ext>
            </a:extLst>
          </p:cNvPr>
          <p:cNvSpPr txBox="1">
            <a:spLocks/>
          </p:cNvSpPr>
          <p:nvPr/>
        </p:nvSpPr>
        <p:spPr bwMode="auto">
          <a:xfrm>
            <a:off x="11202988" y="333375"/>
            <a:ext cx="213836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CURRENT SEASON</a:t>
            </a:r>
          </a:p>
        </p:txBody>
      </p:sp>
      <p:sp>
        <p:nvSpPr>
          <p:cNvPr id="3105" name="Text Box 33" descr="TextBox 44">
            <a:extLst>
              <a:ext uri="{FF2B5EF4-FFF2-40B4-BE49-F238E27FC236}">
                <a16:creationId xmlns:a16="http://schemas.microsoft.com/office/drawing/2014/main" id="{133854A0-4CBD-C1C8-7DA5-1120F9E5E04E}"/>
              </a:ext>
            </a:extLst>
          </p:cNvPr>
          <p:cNvSpPr txBox="1">
            <a:spLocks/>
          </p:cNvSpPr>
          <p:nvPr/>
        </p:nvSpPr>
        <p:spPr bwMode="auto">
          <a:xfrm>
            <a:off x="14087475" y="333375"/>
            <a:ext cx="1150938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3106" name="Text Box 34" descr="TextBox 46">
            <a:extLst>
              <a:ext uri="{FF2B5EF4-FFF2-40B4-BE49-F238E27FC236}">
                <a16:creationId xmlns:a16="http://schemas.microsoft.com/office/drawing/2014/main" id="{FBF02909-5F9C-60B5-2DDA-FFDC4B4E53FD}"/>
              </a:ext>
            </a:extLst>
          </p:cNvPr>
          <p:cNvSpPr txBox="1">
            <a:spLocks/>
          </p:cNvSpPr>
          <p:nvPr/>
        </p:nvSpPr>
        <p:spPr bwMode="auto">
          <a:xfrm>
            <a:off x="16765588" y="8726488"/>
            <a:ext cx="2913062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500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DETAILS</a:t>
            </a:r>
            <a:endParaRPr lang="LID4096" altLang="LID4096" sz="2400" b="1"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07" name="Text Box 35" descr="TextBox 45">
            <a:extLst>
              <a:ext uri="{FF2B5EF4-FFF2-40B4-BE49-F238E27FC236}">
                <a16:creationId xmlns:a16="http://schemas.microsoft.com/office/drawing/2014/main" id="{AFD4BA94-28F7-DE3A-3C72-13A7C4FBEC48}"/>
              </a:ext>
            </a:extLst>
          </p:cNvPr>
          <p:cNvSpPr txBox="1">
            <a:spLocks/>
          </p:cNvSpPr>
          <p:nvPr/>
        </p:nvSpPr>
        <p:spPr bwMode="auto">
          <a:xfrm>
            <a:off x="16681450" y="387350"/>
            <a:ext cx="17430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SCOUTING</a:t>
            </a:r>
            <a:endParaRPr lang="LID4096" altLang="LID4096" sz="2400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108" name="Text Box 36" descr="TextBox 47">
            <a:extLst>
              <a:ext uri="{FF2B5EF4-FFF2-40B4-BE49-F238E27FC236}">
                <a16:creationId xmlns:a16="http://schemas.microsoft.com/office/drawing/2014/main" id="{1D02EAA7-8DAC-D68F-5204-017E5658146B}"/>
              </a:ext>
            </a:extLst>
          </p:cNvPr>
          <p:cNvSpPr txBox="1">
            <a:spLocks/>
          </p:cNvSpPr>
          <p:nvPr/>
        </p:nvSpPr>
        <p:spPr bwMode="auto">
          <a:xfrm>
            <a:off x="8043863" y="8651875"/>
            <a:ext cx="30003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SUMMARY SCOUTING:</a:t>
            </a:r>
            <a:endParaRPr lang="LID4096" altLang="LID4096" sz="2400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3109" name="Rectangle 37">
            <a:extLst>
              <a:ext uri="{FF2B5EF4-FFF2-40B4-BE49-F238E27FC236}">
                <a16:creationId xmlns:a16="http://schemas.microsoft.com/office/drawing/2014/main" id="{A817BC77-BF02-1758-1EBA-AFF12A33E717}"/>
              </a:ext>
            </a:extLst>
          </p:cNvPr>
          <p:cNvSpPr>
            <a:spLocks/>
          </p:cNvSpPr>
          <p:nvPr/>
        </p:nvSpPr>
        <p:spPr bwMode="auto">
          <a:xfrm>
            <a:off x="3602038" y="20955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0" name="Rectangle 38">
            <a:extLst>
              <a:ext uri="{FF2B5EF4-FFF2-40B4-BE49-F238E27FC236}">
                <a16:creationId xmlns:a16="http://schemas.microsoft.com/office/drawing/2014/main" id="{04FFD354-1FDD-91AD-B443-3C83CE388CB6}"/>
              </a:ext>
            </a:extLst>
          </p:cNvPr>
          <p:cNvSpPr>
            <a:spLocks/>
          </p:cNvSpPr>
          <p:nvPr/>
        </p:nvSpPr>
        <p:spPr bwMode="auto">
          <a:xfrm>
            <a:off x="3602038" y="28495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1" name="Rectangle 39">
            <a:extLst>
              <a:ext uri="{FF2B5EF4-FFF2-40B4-BE49-F238E27FC236}">
                <a16:creationId xmlns:a16="http://schemas.microsoft.com/office/drawing/2014/main" id="{CDF5711C-7D63-9291-2463-8CAA64102611}"/>
              </a:ext>
            </a:extLst>
          </p:cNvPr>
          <p:cNvSpPr>
            <a:spLocks/>
          </p:cNvSpPr>
          <p:nvPr/>
        </p:nvSpPr>
        <p:spPr bwMode="auto">
          <a:xfrm>
            <a:off x="3602038" y="36068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2" name="Rectangle 40">
            <a:extLst>
              <a:ext uri="{FF2B5EF4-FFF2-40B4-BE49-F238E27FC236}">
                <a16:creationId xmlns:a16="http://schemas.microsoft.com/office/drawing/2014/main" id="{3EAD5F34-4B8A-AE27-B38B-05BCBA14A1FF}"/>
              </a:ext>
            </a:extLst>
          </p:cNvPr>
          <p:cNvSpPr>
            <a:spLocks/>
          </p:cNvSpPr>
          <p:nvPr/>
        </p:nvSpPr>
        <p:spPr bwMode="auto">
          <a:xfrm>
            <a:off x="3602038" y="436403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3" name="Rectangle 41">
            <a:extLst>
              <a:ext uri="{FF2B5EF4-FFF2-40B4-BE49-F238E27FC236}">
                <a16:creationId xmlns:a16="http://schemas.microsoft.com/office/drawing/2014/main" id="{D5D0E3F6-2CDD-6010-E68D-95E92A0C13E6}"/>
              </a:ext>
            </a:extLst>
          </p:cNvPr>
          <p:cNvSpPr>
            <a:spLocks/>
          </p:cNvSpPr>
          <p:nvPr/>
        </p:nvSpPr>
        <p:spPr bwMode="auto">
          <a:xfrm>
            <a:off x="3602038" y="51181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4" name="Rectangle 42">
            <a:extLst>
              <a:ext uri="{FF2B5EF4-FFF2-40B4-BE49-F238E27FC236}">
                <a16:creationId xmlns:a16="http://schemas.microsoft.com/office/drawing/2014/main" id="{C4622965-C7E5-9A27-DCCD-6D4248BF6EDE}"/>
              </a:ext>
            </a:extLst>
          </p:cNvPr>
          <p:cNvSpPr>
            <a:spLocks/>
          </p:cNvSpPr>
          <p:nvPr/>
        </p:nvSpPr>
        <p:spPr bwMode="auto">
          <a:xfrm>
            <a:off x="3602038" y="586105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5" name="Rectangle 43">
            <a:extLst>
              <a:ext uri="{FF2B5EF4-FFF2-40B4-BE49-F238E27FC236}">
                <a16:creationId xmlns:a16="http://schemas.microsoft.com/office/drawing/2014/main" id="{205E2635-D5C3-E0D1-1BF6-32B530C72E79}"/>
              </a:ext>
            </a:extLst>
          </p:cNvPr>
          <p:cNvSpPr>
            <a:spLocks/>
          </p:cNvSpPr>
          <p:nvPr/>
        </p:nvSpPr>
        <p:spPr bwMode="auto">
          <a:xfrm>
            <a:off x="3602038" y="66087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6" name="Text Box 44" descr="TextBox 38">
            <a:extLst>
              <a:ext uri="{FF2B5EF4-FFF2-40B4-BE49-F238E27FC236}">
                <a16:creationId xmlns:a16="http://schemas.microsoft.com/office/drawing/2014/main" id="{A91F3CE1-0839-9540-3A05-DAFC7A8B0894}"/>
              </a:ext>
            </a:extLst>
          </p:cNvPr>
          <p:cNvSpPr txBox="1">
            <a:spLocks/>
          </p:cNvSpPr>
          <p:nvPr/>
        </p:nvSpPr>
        <p:spPr bwMode="auto">
          <a:xfrm>
            <a:off x="890588" y="6999288"/>
            <a:ext cx="2232025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</p:txBody>
      </p:sp>
      <p:sp>
        <p:nvSpPr>
          <p:cNvPr id="3117" name="Rectangle 45">
            <a:extLst>
              <a:ext uri="{FF2B5EF4-FFF2-40B4-BE49-F238E27FC236}">
                <a16:creationId xmlns:a16="http://schemas.microsoft.com/office/drawing/2014/main" id="{58482EE5-51D1-A232-E26F-76CA82887961}"/>
              </a:ext>
            </a:extLst>
          </p:cNvPr>
          <p:cNvSpPr>
            <a:spLocks/>
          </p:cNvSpPr>
          <p:nvPr/>
        </p:nvSpPr>
        <p:spPr bwMode="auto">
          <a:xfrm>
            <a:off x="3600450" y="7343775"/>
            <a:ext cx="36242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18" name="Text Box 46" descr="TextBox 38">
            <a:extLst>
              <a:ext uri="{FF2B5EF4-FFF2-40B4-BE49-F238E27FC236}">
                <a16:creationId xmlns:a16="http://schemas.microsoft.com/office/drawing/2014/main" id="{C29FFF4A-EDFB-BC53-91FE-14A42830D480}"/>
              </a:ext>
            </a:extLst>
          </p:cNvPr>
          <p:cNvSpPr txBox="1">
            <a:spLocks/>
          </p:cNvSpPr>
          <p:nvPr/>
        </p:nvSpPr>
        <p:spPr bwMode="auto">
          <a:xfrm>
            <a:off x="890588" y="7732713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3119" name="Rectangle 47">
            <a:extLst>
              <a:ext uri="{FF2B5EF4-FFF2-40B4-BE49-F238E27FC236}">
                <a16:creationId xmlns:a16="http://schemas.microsoft.com/office/drawing/2014/main" id="{5F624057-3DFB-2EF0-D280-19FC79CC903B}"/>
              </a:ext>
            </a:extLst>
          </p:cNvPr>
          <p:cNvSpPr>
            <a:spLocks/>
          </p:cNvSpPr>
          <p:nvPr/>
        </p:nvSpPr>
        <p:spPr bwMode="auto">
          <a:xfrm>
            <a:off x="3600450" y="8078788"/>
            <a:ext cx="36242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20" name="Rectangle 48">
            <a:extLst>
              <a:ext uri="{FF2B5EF4-FFF2-40B4-BE49-F238E27FC236}">
                <a16:creationId xmlns:a16="http://schemas.microsoft.com/office/drawing/2014/main" id="{6830EBB6-998A-2997-FDBC-31D7B4A80352}"/>
              </a:ext>
            </a:extLst>
          </p:cNvPr>
          <p:cNvSpPr>
            <a:spLocks/>
          </p:cNvSpPr>
          <p:nvPr/>
        </p:nvSpPr>
        <p:spPr bwMode="auto">
          <a:xfrm>
            <a:off x="19704050" y="1031557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21" name="Rectangle 49">
            <a:extLst>
              <a:ext uri="{FF2B5EF4-FFF2-40B4-BE49-F238E27FC236}">
                <a16:creationId xmlns:a16="http://schemas.microsoft.com/office/drawing/2014/main" id="{4537401D-544F-8A74-A958-64537E63C585}"/>
              </a:ext>
            </a:extLst>
          </p:cNvPr>
          <p:cNvSpPr>
            <a:spLocks/>
          </p:cNvSpPr>
          <p:nvPr/>
        </p:nvSpPr>
        <p:spPr bwMode="auto">
          <a:xfrm>
            <a:off x="19716750" y="955992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22" name="Text Box 50" descr="TextBox 46">
            <a:extLst>
              <a:ext uri="{FF2B5EF4-FFF2-40B4-BE49-F238E27FC236}">
                <a16:creationId xmlns:a16="http://schemas.microsoft.com/office/drawing/2014/main" id="{F56547BD-33F6-632E-5996-EA141C9B80D9}"/>
              </a:ext>
            </a:extLst>
          </p:cNvPr>
          <p:cNvSpPr txBox="1">
            <a:spLocks/>
          </p:cNvSpPr>
          <p:nvPr/>
        </p:nvSpPr>
        <p:spPr bwMode="auto">
          <a:xfrm>
            <a:off x="16849725" y="12641263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23" name="Text Box 51" descr="TextBox 46">
            <a:extLst>
              <a:ext uri="{FF2B5EF4-FFF2-40B4-BE49-F238E27FC236}">
                <a16:creationId xmlns:a16="http://schemas.microsoft.com/office/drawing/2014/main" id="{4315B101-8D62-D2BC-F99B-B260FC6AC0AE}"/>
              </a:ext>
            </a:extLst>
          </p:cNvPr>
          <p:cNvSpPr txBox="1">
            <a:spLocks/>
          </p:cNvSpPr>
          <p:nvPr/>
        </p:nvSpPr>
        <p:spPr bwMode="auto">
          <a:xfrm>
            <a:off x="16849725" y="11884025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24" name="Text Box 52" descr="TextBox 46">
            <a:extLst>
              <a:ext uri="{FF2B5EF4-FFF2-40B4-BE49-F238E27FC236}">
                <a16:creationId xmlns:a16="http://schemas.microsoft.com/office/drawing/2014/main" id="{D6994DCB-E01D-C0CE-AD71-52BA64B2B05A}"/>
              </a:ext>
            </a:extLst>
          </p:cNvPr>
          <p:cNvSpPr txBox="1">
            <a:spLocks/>
          </p:cNvSpPr>
          <p:nvPr/>
        </p:nvSpPr>
        <p:spPr bwMode="auto">
          <a:xfrm>
            <a:off x="16849725" y="11101388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25" name="Text Box 53" descr="TextBox 46">
            <a:extLst>
              <a:ext uri="{FF2B5EF4-FFF2-40B4-BE49-F238E27FC236}">
                <a16:creationId xmlns:a16="http://schemas.microsoft.com/office/drawing/2014/main" id="{07FFD74E-C0DA-4C5E-E015-C3FA2CF82265}"/>
              </a:ext>
            </a:extLst>
          </p:cNvPr>
          <p:cNvSpPr txBox="1">
            <a:spLocks/>
          </p:cNvSpPr>
          <p:nvPr/>
        </p:nvSpPr>
        <p:spPr bwMode="auto">
          <a:xfrm>
            <a:off x="16849725" y="9613900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3126" name="Rectangle 54">
            <a:extLst>
              <a:ext uri="{FF2B5EF4-FFF2-40B4-BE49-F238E27FC236}">
                <a16:creationId xmlns:a16="http://schemas.microsoft.com/office/drawing/2014/main" id="{562A9814-1660-2311-B3E1-3B7D6AB54484}"/>
              </a:ext>
            </a:extLst>
          </p:cNvPr>
          <p:cNvSpPr>
            <a:spLocks/>
          </p:cNvSpPr>
          <p:nvPr/>
        </p:nvSpPr>
        <p:spPr bwMode="auto">
          <a:xfrm>
            <a:off x="12133263" y="4484688"/>
            <a:ext cx="3979862" cy="383698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27" name="Text Box 55" descr="TextBox 41">
            <a:extLst>
              <a:ext uri="{FF2B5EF4-FFF2-40B4-BE49-F238E27FC236}">
                <a16:creationId xmlns:a16="http://schemas.microsoft.com/office/drawing/2014/main" id="{672A726F-345B-EDA6-BD43-B46FA76DD681}"/>
              </a:ext>
            </a:extLst>
          </p:cNvPr>
          <p:cNvSpPr txBox="1">
            <a:spLocks/>
          </p:cNvSpPr>
          <p:nvPr/>
        </p:nvSpPr>
        <p:spPr bwMode="auto">
          <a:xfrm>
            <a:off x="12315825" y="4521200"/>
            <a:ext cx="275431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AVAILABILITY</a:t>
            </a:r>
          </a:p>
        </p:txBody>
      </p:sp>
      <p:pic>
        <p:nvPicPr>
          <p:cNvPr id="3128" name="Picture 56">
            <a:extLst>
              <a:ext uri="{FF2B5EF4-FFF2-40B4-BE49-F238E27FC236}">
                <a16:creationId xmlns:a16="http://schemas.microsoft.com/office/drawing/2014/main" id="{F636F8CC-AB59-67D3-8343-C6E0F1060FF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11600" y="10134600"/>
            <a:ext cx="3792538" cy="250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4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29" name="Rectangle 57">
            <a:extLst>
              <a:ext uri="{FF2B5EF4-FFF2-40B4-BE49-F238E27FC236}">
                <a16:creationId xmlns:a16="http://schemas.microsoft.com/office/drawing/2014/main" id="{CE556194-4B5E-B9BA-4DC6-16AECDA3AB2D}"/>
              </a:ext>
            </a:extLst>
          </p:cNvPr>
          <p:cNvSpPr>
            <a:spLocks/>
          </p:cNvSpPr>
          <p:nvPr/>
        </p:nvSpPr>
        <p:spPr bwMode="auto">
          <a:xfrm>
            <a:off x="4406900" y="9340850"/>
            <a:ext cx="2808288" cy="4046538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3130" name="Text Box 58" descr="TextBox 41">
            <a:extLst>
              <a:ext uri="{FF2B5EF4-FFF2-40B4-BE49-F238E27FC236}">
                <a16:creationId xmlns:a16="http://schemas.microsoft.com/office/drawing/2014/main" id="{58D82E10-FAE9-1FBF-360D-A6808BD7C79D}"/>
              </a:ext>
            </a:extLst>
          </p:cNvPr>
          <p:cNvSpPr txBox="1">
            <a:spLocks/>
          </p:cNvSpPr>
          <p:nvPr/>
        </p:nvSpPr>
        <p:spPr bwMode="auto">
          <a:xfrm>
            <a:off x="406400" y="9494838"/>
            <a:ext cx="275431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PLAYERS PROFILE</a:t>
            </a:r>
          </a:p>
        </p:txBody>
      </p:sp>
      <p:sp>
        <p:nvSpPr>
          <p:cNvPr id="3131" name="Text Box 59" descr="TextBox 31">
            <a:extLst>
              <a:ext uri="{FF2B5EF4-FFF2-40B4-BE49-F238E27FC236}">
                <a16:creationId xmlns:a16="http://schemas.microsoft.com/office/drawing/2014/main" id="{93F2EFED-8F98-2E97-7546-99689268F063}"/>
              </a:ext>
            </a:extLst>
          </p:cNvPr>
          <p:cNvSpPr txBox="1">
            <a:spLocks/>
          </p:cNvSpPr>
          <p:nvPr/>
        </p:nvSpPr>
        <p:spPr bwMode="auto">
          <a:xfrm>
            <a:off x="388938" y="11553825"/>
            <a:ext cx="21526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4000" indent="-2540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Total Distance: 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HI-runs: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Sprints: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Top speed:</a:t>
            </a:r>
          </a:p>
        </p:txBody>
      </p:sp>
      <p:sp>
        <p:nvSpPr>
          <p:cNvPr id="3132" name="Rectangle 60">
            <a:extLst>
              <a:ext uri="{FF2B5EF4-FFF2-40B4-BE49-F238E27FC236}">
                <a16:creationId xmlns:a16="http://schemas.microsoft.com/office/drawing/2014/main" id="{F649485F-9722-613B-F6D8-9529480601E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DABC2661-D5A7-4EE4-BEB4-AB725B8755F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>
            <a:extLst>
              <a:ext uri="{FF2B5EF4-FFF2-40B4-BE49-F238E27FC236}">
                <a16:creationId xmlns:a16="http://schemas.microsoft.com/office/drawing/2014/main" id="{EEE151ED-7AE3-8A87-441F-A7B976BD3E25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7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37C50C86-6025-DD95-A736-D3B07EB3EADB}"/>
              </a:ext>
            </a:extLst>
          </p:cNvPr>
          <p:cNvSpPr>
            <a:spLocks/>
          </p:cNvSpPr>
          <p:nvPr/>
        </p:nvSpPr>
        <p:spPr bwMode="auto">
          <a:xfrm>
            <a:off x="-76200" y="-133350"/>
            <a:ext cx="24536400" cy="1281113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099" name="Line 3">
            <a:extLst>
              <a:ext uri="{FF2B5EF4-FFF2-40B4-BE49-F238E27FC236}">
                <a16:creationId xmlns:a16="http://schemas.microsoft.com/office/drawing/2014/main" id="{AAB24DDC-3F7C-77A7-74CC-DE4134591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6813"/>
            <a:ext cx="248983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4100" name="Line 4">
            <a:extLst>
              <a:ext uri="{FF2B5EF4-FFF2-40B4-BE49-F238E27FC236}">
                <a16:creationId xmlns:a16="http://schemas.microsoft.com/office/drawing/2014/main" id="{954ED34B-FA42-A844-391A-0192BB977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793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F8BB99FE-F5AD-083E-07B7-344D16004C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330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139700" dist="148131" dir="54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4102" name="Rectangle 6">
            <a:extLst>
              <a:ext uri="{FF2B5EF4-FFF2-40B4-BE49-F238E27FC236}">
                <a16:creationId xmlns:a16="http://schemas.microsoft.com/office/drawing/2014/main" id="{B4506557-95D4-3AC2-EBBC-6EB4FA910E1C}"/>
              </a:ext>
            </a:extLst>
          </p:cNvPr>
          <p:cNvSpPr>
            <a:spLocks/>
          </p:cNvSpPr>
          <p:nvPr/>
        </p:nvSpPr>
        <p:spPr bwMode="auto">
          <a:xfrm>
            <a:off x="2627313" y="3338513"/>
            <a:ext cx="4425950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103" name="Text Box 7" descr="TextBox 8">
            <a:extLst>
              <a:ext uri="{FF2B5EF4-FFF2-40B4-BE49-F238E27FC236}">
                <a16:creationId xmlns:a16="http://schemas.microsoft.com/office/drawing/2014/main" id="{87804B10-B14F-EE60-EFCF-E2B66BBFBEA3}"/>
              </a:ext>
            </a:extLst>
          </p:cNvPr>
          <p:cNvSpPr txBox="1">
            <a:spLocks/>
          </p:cNvSpPr>
          <p:nvPr/>
        </p:nvSpPr>
        <p:spPr bwMode="auto">
          <a:xfrm>
            <a:off x="2581275" y="3611563"/>
            <a:ext cx="4481513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VOETBAL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8B0BE366-250E-E69A-490A-126614A2BAB8}"/>
              </a:ext>
            </a:extLst>
          </p:cNvPr>
          <p:cNvSpPr>
            <a:spLocks/>
          </p:cNvSpPr>
          <p:nvPr/>
        </p:nvSpPr>
        <p:spPr bwMode="auto">
          <a:xfrm>
            <a:off x="7480300" y="3338513"/>
            <a:ext cx="4425950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E0367E60-3D4C-E254-93E1-B15690821ECB}"/>
              </a:ext>
            </a:extLst>
          </p:cNvPr>
          <p:cNvSpPr>
            <a:spLocks/>
          </p:cNvSpPr>
          <p:nvPr/>
        </p:nvSpPr>
        <p:spPr bwMode="auto">
          <a:xfrm>
            <a:off x="12393613" y="3338513"/>
            <a:ext cx="4424362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grpSp>
        <p:nvGrpSpPr>
          <p:cNvPr id="4106" name="Group 10">
            <a:extLst>
              <a:ext uri="{FF2B5EF4-FFF2-40B4-BE49-F238E27FC236}">
                <a16:creationId xmlns:a16="http://schemas.microsoft.com/office/drawing/2014/main" id="{129BCCFA-1AD2-4C10-9D16-B8689B85528B}"/>
              </a:ext>
            </a:extLst>
          </p:cNvPr>
          <p:cNvGrpSpPr>
            <a:grpSpLocks/>
          </p:cNvGrpSpPr>
          <p:nvPr/>
        </p:nvGrpSpPr>
        <p:grpSpPr bwMode="auto">
          <a:xfrm>
            <a:off x="18381663" y="3832225"/>
            <a:ext cx="4746625" cy="7153275"/>
            <a:chOff x="0" y="0"/>
            <a:chExt cx="4746647" cy="7153727"/>
          </a:xfrm>
        </p:grpSpPr>
        <p:sp>
          <p:nvSpPr>
            <p:cNvPr id="4107" name="AutoShape 11">
              <a:extLst>
                <a:ext uri="{FF2B5EF4-FFF2-40B4-BE49-F238E27FC236}">
                  <a16:creationId xmlns:a16="http://schemas.microsoft.com/office/drawing/2014/main" id="{FB11DF52-24D9-5FED-FD4E-8E124B64E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746647" cy="7153727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173883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4108" name="Picture 12">
              <a:extLst>
                <a:ext uri="{FF2B5EF4-FFF2-40B4-BE49-F238E27FC236}">
                  <a16:creationId xmlns:a16="http://schemas.microsoft.com/office/drawing/2014/main" id="{024E3126-C840-1335-88AC-19EAD161E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942040" y="1358955"/>
              <a:ext cx="6630195" cy="4464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4109" name="Rectangle 13" descr="Freeform 7">
            <a:extLst>
              <a:ext uri="{FF2B5EF4-FFF2-40B4-BE49-F238E27FC236}">
                <a16:creationId xmlns:a16="http://schemas.microsoft.com/office/drawing/2014/main" id="{527036F6-2F52-780E-60A2-7787C37E8F3C}"/>
              </a:ext>
            </a:extLst>
          </p:cNvPr>
          <p:cNvSpPr>
            <a:spLocks/>
          </p:cNvSpPr>
          <p:nvPr/>
        </p:nvSpPr>
        <p:spPr bwMode="auto">
          <a:xfrm>
            <a:off x="2663825" y="5924550"/>
            <a:ext cx="4443413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0" name="Rectangle 14" descr="Freeform 7">
            <a:extLst>
              <a:ext uri="{FF2B5EF4-FFF2-40B4-BE49-F238E27FC236}">
                <a16:creationId xmlns:a16="http://schemas.microsoft.com/office/drawing/2014/main" id="{6A65A28F-27C7-B21B-1C5A-502A6A211B74}"/>
              </a:ext>
            </a:extLst>
          </p:cNvPr>
          <p:cNvSpPr>
            <a:spLocks/>
          </p:cNvSpPr>
          <p:nvPr/>
        </p:nvSpPr>
        <p:spPr bwMode="auto">
          <a:xfrm>
            <a:off x="2663825" y="6988175"/>
            <a:ext cx="4443413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1" name="Rectangle 15" descr="Freeform 7">
            <a:extLst>
              <a:ext uri="{FF2B5EF4-FFF2-40B4-BE49-F238E27FC236}">
                <a16:creationId xmlns:a16="http://schemas.microsoft.com/office/drawing/2014/main" id="{598F5853-5F61-0824-D442-9D0710A81963}"/>
              </a:ext>
            </a:extLst>
          </p:cNvPr>
          <p:cNvSpPr>
            <a:spLocks/>
          </p:cNvSpPr>
          <p:nvPr/>
        </p:nvSpPr>
        <p:spPr bwMode="auto">
          <a:xfrm>
            <a:off x="2663825" y="9723438"/>
            <a:ext cx="4443413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2" name="Rectangle 16" descr="Freeform 7">
            <a:extLst>
              <a:ext uri="{FF2B5EF4-FFF2-40B4-BE49-F238E27FC236}">
                <a16:creationId xmlns:a16="http://schemas.microsoft.com/office/drawing/2014/main" id="{574ED6AE-2A22-5E13-DF89-ECA7784712CF}"/>
              </a:ext>
            </a:extLst>
          </p:cNvPr>
          <p:cNvSpPr>
            <a:spLocks/>
          </p:cNvSpPr>
          <p:nvPr/>
        </p:nvSpPr>
        <p:spPr bwMode="auto">
          <a:xfrm>
            <a:off x="2663825" y="10787063"/>
            <a:ext cx="4443413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id="{A199BCC5-C260-6482-3E3B-E704DA2E0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4114" name="Rectangle 18" descr="Freeform 7">
            <a:extLst>
              <a:ext uri="{FF2B5EF4-FFF2-40B4-BE49-F238E27FC236}">
                <a16:creationId xmlns:a16="http://schemas.microsoft.com/office/drawing/2014/main" id="{5B833454-C19A-B352-0C54-D9799DD5CB35}"/>
              </a:ext>
            </a:extLst>
          </p:cNvPr>
          <p:cNvSpPr>
            <a:spLocks/>
          </p:cNvSpPr>
          <p:nvPr/>
        </p:nvSpPr>
        <p:spPr bwMode="auto">
          <a:xfrm>
            <a:off x="7551738" y="5924550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5" name="Rectangle 19" descr="Freeform 7">
            <a:extLst>
              <a:ext uri="{FF2B5EF4-FFF2-40B4-BE49-F238E27FC236}">
                <a16:creationId xmlns:a16="http://schemas.microsoft.com/office/drawing/2014/main" id="{12A1888B-3955-8811-CC6B-53883797B985}"/>
              </a:ext>
            </a:extLst>
          </p:cNvPr>
          <p:cNvSpPr>
            <a:spLocks/>
          </p:cNvSpPr>
          <p:nvPr/>
        </p:nvSpPr>
        <p:spPr bwMode="auto">
          <a:xfrm>
            <a:off x="7551738" y="6988175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6" name="Rectangle 20" descr="Freeform 7">
            <a:extLst>
              <a:ext uri="{FF2B5EF4-FFF2-40B4-BE49-F238E27FC236}">
                <a16:creationId xmlns:a16="http://schemas.microsoft.com/office/drawing/2014/main" id="{7FBB9A5B-2DE9-4240-3F16-ECEAD7A1AAC0}"/>
              </a:ext>
            </a:extLst>
          </p:cNvPr>
          <p:cNvSpPr>
            <a:spLocks/>
          </p:cNvSpPr>
          <p:nvPr/>
        </p:nvSpPr>
        <p:spPr bwMode="auto">
          <a:xfrm>
            <a:off x="7551738" y="9723438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7" name="Rectangle 21" descr="Freeform 7">
            <a:extLst>
              <a:ext uri="{FF2B5EF4-FFF2-40B4-BE49-F238E27FC236}">
                <a16:creationId xmlns:a16="http://schemas.microsoft.com/office/drawing/2014/main" id="{61DC158B-2DF3-5C00-5828-FA1900EED4A3}"/>
              </a:ext>
            </a:extLst>
          </p:cNvPr>
          <p:cNvSpPr>
            <a:spLocks/>
          </p:cNvSpPr>
          <p:nvPr/>
        </p:nvSpPr>
        <p:spPr bwMode="auto">
          <a:xfrm>
            <a:off x="7551738" y="10787063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8" name="Rectangle 22" descr="Freeform 7">
            <a:extLst>
              <a:ext uri="{FF2B5EF4-FFF2-40B4-BE49-F238E27FC236}">
                <a16:creationId xmlns:a16="http://schemas.microsoft.com/office/drawing/2014/main" id="{7485C646-B19D-E6AD-8BF2-5952F7D04C64}"/>
              </a:ext>
            </a:extLst>
          </p:cNvPr>
          <p:cNvSpPr>
            <a:spLocks/>
          </p:cNvSpPr>
          <p:nvPr/>
        </p:nvSpPr>
        <p:spPr bwMode="auto">
          <a:xfrm>
            <a:off x="12384088" y="5924550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19" name="Rectangle 23" descr="Freeform 7">
            <a:extLst>
              <a:ext uri="{FF2B5EF4-FFF2-40B4-BE49-F238E27FC236}">
                <a16:creationId xmlns:a16="http://schemas.microsoft.com/office/drawing/2014/main" id="{6E2B99B9-7FE2-F251-A053-F648B1C842E7}"/>
              </a:ext>
            </a:extLst>
          </p:cNvPr>
          <p:cNvSpPr>
            <a:spLocks/>
          </p:cNvSpPr>
          <p:nvPr/>
        </p:nvSpPr>
        <p:spPr bwMode="auto">
          <a:xfrm>
            <a:off x="12384088" y="6988175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20" name="Rectangle 24" descr="Freeform 7">
            <a:extLst>
              <a:ext uri="{FF2B5EF4-FFF2-40B4-BE49-F238E27FC236}">
                <a16:creationId xmlns:a16="http://schemas.microsoft.com/office/drawing/2014/main" id="{5323F482-582F-40E5-3456-D8525F50F613}"/>
              </a:ext>
            </a:extLst>
          </p:cNvPr>
          <p:cNvSpPr>
            <a:spLocks/>
          </p:cNvSpPr>
          <p:nvPr/>
        </p:nvSpPr>
        <p:spPr bwMode="auto">
          <a:xfrm>
            <a:off x="12384088" y="9723438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21" name="Rectangle 25" descr="Freeform 7">
            <a:extLst>
              <a:ext uri="{FF2B5EF4-FFF2-40B4-BE49-F238E27FC236}">
                <a16:creationId xmlns:a16="http://schemas.microsoft.com/office/drawing/2014/main" id="{69D0518B-BB08-EC60-6E87-F5E1CDC46E33}"/>
              </a:ext>
            </a:extLst>
          </p:cNvPr>
          <p:cNvSpPr>
            <a:spLocks/>
          </p:cNvSpPr>
          <p:nvPr/>
        </p:nvSpPr>
        <p:spPr bwMode="auto">
          <a:xfrm>
            <a:off x="12384088" y="10787063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22" name="Text Box 26" descr="TextBox 8">
            <a:extLst>
              <a:ext uri="{FF2B5EF4-FFF2-40B4-BE49-F238E27FC236}">
                <a16:creationId xmlns:a16="http://schemas.microsoft.com/office/drawing/2014/main" id="{E62F9F22-0FAB-2FCC-0465-7B2D8C8139D4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34949" y="6556375"/>
            <a:ext cx="37719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4600" b="1">
                <a:solidFill>
                  <a:srgbClr val="173883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BEHOEFTEN</a:t>
            </a:r>
          </a:p>
        </p:txBody>
      </p:sp>
      <p:sp>
        <p:nvSpPr>
          <p:cNvPr id="4123" name="Text Box 27" descr="TextBox 8">
            <a:extLst>
              <a:ext uri="{FF2B5EF4-FFF2-40B4-BE49-F238E27FC236}">
                <a16:creationId xmlns:a16="http://schemas.microsoft.com/office/drawing/2014/main" id="{E9FFC34D-FEA9-BC08-CD45-FAECB03AFA31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38124" y="10309225"/>
            <a:ext cx="37782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4600" b="1">
                <a:solidFill>
                  <a:srgbClr val="173883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VOORKEUR</a:t>
            </a:r>
          </a:p>
        </p:txBody>
      </p:sp>
      <p:sp>
        <p:nvSpPr>
          <p:cNvPr id="4124" name="Text Box 28" descr="TextBox 8">
            <a:extLst>
              <a:ext uri="{FF2B5EF4-FFF2-40B4-BE49-F238E27FC236}">
                <a16:creationId xmlns:a16="http://schemas.microsoft.com/office/drawing/2014/main" id="{74CFA302-17D0-37A9-F7D5-C52B759F3AAC}"/>
              </a:ext>
            </a:extLst>
          </p:cNvPr>
          <p:cNvSpPr txBox="1">
            <a:spLocks/>
          </p:cNvSpPr>
          <p:nvPr/>
        </p:nvSpPr>
        <p:spPr bwMode="auto">
          <a:xfrm>
            <a:off x="7488238" y="3611563"/>
            <a:ext cx="4481512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FYSIEK</a:t>
            </a:r>
          </a:p>
        </p:txBody>
      </p:sp>
      <p:sp>
        <p:nvSpPr>
          <p:cNvPr id="4125" name="Text Box 29" descr="TextBox 8">
            <a:extLst>
              <a:ext uri="{FF2B5EF4-FFF2-40B4-BE49-F238E27FC236}">
                <a16:creationId xmlns:a16="http://schemas.microsoft.com/office/drawing/2014/main" id="{3595EBC1-0F72-3FA0-4685-6687C38DDE04}"/>
              </a:ext>
            </a:extLst>
          </p:cNvPr>
          <p:cNvSpPr txBox="1">
            <a:spLocks/>
          </p:cNvSpPr>
          <p:nvPr/>
        </p:nvSpPr>
        <p:spPr bwMode="auto">
          <a:xfrm>
            <a:off x="12390438" y="3611563"/>
            <a:ext cx="4481512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PERSOONLIJKHEID</a:t>
            </a:r>
          </a:p>
        </p:txBody>
      </p:sp>
      <p:sp>
        <p:nvSpPr>
          <p:cNvPr id="4126" name="Line 30">
            <a:extLst>
              <a:ext uri="{FF2B5EF4-FFF2-40B4-BE49-F238E27FC236}">
                <a16:creationId xmlns:a16="http://schemas.microsoft.com/office/drawing/2014/main" id="{35907EDC-57D2-6479-38A7-264833968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4127" name="Rectangle 31">
            <a:extLst>
              <a:ext uri="{FF2B5EF4-FFF2-40B4-BE49-F238E27FC236}">
                <a16:creationId xmlns:a16="http://schemas.microsoft.com/office/drawing/2014/main" id="{A9802C3A-6183-80F3-D39D-F7655C6A37E5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6BA4271A-235B-4178-90CA-4B52697F05B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>
            <a:extLst>
              <a:ext uri="{FF2B5EF4-FFF2-40B4-BE49-F238E27FC236}">
                <a16:creationId xmlns:a16="http://schemas.microsoft.com/office/drawing/2014/main" id="{3CC3F179-613B-5392-5003-A69ACB1F88BF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117B1E0C-7208-1441-ADEC-7B8FFAB49F5D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5549776-90FB-9EDB-BBA5-523080F4FB32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3C88757-9A58-2568-BF44-B098D72CB160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658D7EAD-C072-258B-D0B8-66883C62B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5126" name="Rectangle 6" descr="Freeform 7">
            <a:extLst>
              <a:ext uri="{FF2B5EF4-FFF2-40B4-BE49-F238E27FC236}">
                <a16:creationId xmlns:a16="http://schemas.microsoft.com/office/drawing/2014/main" id="{DC8559A6-14A3-8557-C464-9E4E68F7E97D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27FD7A67-B367-5980-AC24-C95B715BA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5128" name="Text Box 8" descr="TextBox 20">
            <a:extLst>
              <a:ext uri="{FF2B5EF4-FFF2-40B4-BE49-F238E27FC236}">
                <a16:creationId xmlns:a16="http://schemas.microsoft.com/office/drawing/2014/main" id="{59E47D0B-7BA6-179A-AE53-BDC786953A9D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B8F97DE8-C0FF-EA81-0478-3B3AAA06ADC5}"/>
              </a:ext>
            </a:extLst>
          </p:cNvPr>
          <p:cNvSpPr txBox="1">
            <a:spLocks/>
          </p:cNvSpPr>
          <p:nvPr/>
        </p:nvSpPr>
        <p:spPr bwMode="auto">
          <a:xfrm>
            <a:off x="19521488" y="989013"/>
            <a:ext cx="22098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  <p:sp>
        <p:nvSpPr>
          <p:cNvPr id="5130" name="Text Box 10" descr="TextBox 30">
            <a:extLst>
              <a:ext uri="{FF2B5EF4-FFF2-40B4-BE49-F238E27FC236}">
                <a16:creationId xmlns:a16="http://schemas.microsoft.com/office/drawing/2014/main" id="{73E7226E-687D-C0E7-D963-CAA156877933}"/>
              </a:ext>
            </a:extLst>
          </p:cNvPr>
          <p:cNvSpPr txBox="1">
            <a:spLocks/>
          </p:cNvSpPr>
          <p:nvPr/>
        </p:nvSpPr>
        <p:spPr bwMode="auto">
          <a:xfrm>
            <a:off x="19791363" y="2271713"/>
            <a:ext cx="41592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“Geslaagde pogingen om de bal </a:t>
            </a:r>
          </a:p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winnen / behouden </a:t>
            </a:r>
          </a:p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fysieke duels”</a:t>
            </a:r>
          </a:p>
        </p:txBody>
      </p:sp>
      <p:sp>
        <p:nvSpPr>
          <p:cNvPr id="5131" name="Text Box 11" descr="TextBox 31">
            <a:extLst>
              <a:ext uri="{FF2B5EF4-FFF2-40B4-BE49-F238E27FC236}">
                <a16:creationId xmlns:a16="http://schemas.microsoft.com/office/drawing/2014/main" id="{C96D8C8F-25AE-6989-FEA2-F5547539A8EB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Grondduels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Luchtduels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Voorbereiding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E1FCB576-2417-CA05-7798-2AEEBBA3626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A87516D5-D372-42D0-AA31-BAE4C96767D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>
            <a:extLst>
              <a:ext uri="{FF2B5EF4-FFF2-40B4-BE49-F238E27FC236}">
                <a16:creationId xmlns:a16="http://schemas.microsoft.com/office/drawing/2014/main" id="{76945628-0FD5-300A-A72F-92F0C1D35B42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09263862-BA49-C29B-B965-2BDCD10E651F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29F5435-D029-F64B-5263-2C832358D58C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4892CF1-C402-AAE0-4491-7C1A37750EEF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0710795D-E3E5-65F0-743C-32C34F52D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6150" name="Rectangle 6" descr="Freeform 7">
            <a:extLst>
              <a:ext uri="{FF2B5EF4-FFF2-40B4-BE49-F238E27FC236}">
                <a16:creationId xmlns:a16="http://schemas.microsoft.com/office/drawing/2014/main" id="{43D4B280-90B2-D75D-781D-0A39E4BAB14F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81A61101-0766-12F8-EE80-AC5A57951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6152" name="Text Box 8" descr="TextBox 20">
            <a:extLst>
              <a:ext uri="{FF2B5EF4-FFF2-40B4-BE49-F238E27FC236}">
                <a16:creationId xmlns:a16="http://schemas.microsoft.com/office/drawing/2014/main" id="{C9BF7C75-58BF-8FF6-49A3-F533486EFF6E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C2D5E625-E6B7-8B7B-A1D4-CD8562733051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VERMOGEN</a:t>
            </a:r>
          </a:p>
        </p:txBody>
      </p:sp>
      <p:sp>
        <p:nvSpPr>
          <p:cNvPr id="6154" name="Text Box 10" descr="TextBox 30">
            <a:extLst>
              <a:ext uri="{FF2B5EF4-FFF2-40B4-BE49-F238E27FC236}">
                <a16:creationId xmlns:a16="http://schemas.microsoft.com/office/drawing/2014/main" id="{620D71B9-B73F-B5D1-46CA-A0C02049A7F4}"/>
              </a:ext>
            </a:extLst>
          </p:cNvPr>
          <p:cNvSpPr txBox="1">
            <a:spLocks/>
          </p:cNvSpPr>
          <p:nvPr/>
        </p:nvSpPr>
        <p:spPr bwMode="auto">
          <a:xfrm>
            <a:off x="19791363" y="2103438"/>
            <a:ext cx="41592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“Heeft een echte winnaarsmentaliteit, geeft nooit op en probeert teamgenoten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stimuleren”</a:t>
            </a:r>
          </a:p>
        </p:txBody>
      </p:sp>
      <p:sp>
        <p:nvSpPr>
          <p:cNvPr id="6155" name="Text Box 11" descr="TextBox 31">
            <a:extLst>
              <a:ext uri="{FF2B5EF4-FFF2-40B4-BE49-F238E27FC236}">
                <a16:creationId xmlns:a16="http://schemas.microsoft.com/office/drawing/2014/main" id="{8F076825-ABA5-48D1-A29B-EA2BEFDE49FC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Emotie controle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Gedrag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Rouwmomenten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Anderen inspireren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Nooit opgeven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 het einde vechten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Altijd 100%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7BA363CC-D5BF-0CF7-7364-DAE453411E86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BF2ECCB7-0741-4598-890D-2CF7306E707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 descr="Freeform 7">
            <a:extLst>
              <a:ext uri="{FF2B5EF4-FFF2-40B4-BE49-F238E27FC236}">
                <a16:creationId xmlns:a16="http://schemas.microsoft.com/office/drawing/2014/main" id="{9245B5B4-5D70-8329-E53E-EBCF6A2D119D}"/>
              </a:ext>
            </a:extLst>
          </p:cNvPr>
          <p:cNvSpPr>
            <a:spLocks/>
          </p:cNvSpPr>
          <p:nvPr/>
        </p:nvSpPr>
        <p:spPr bwMode="auto">
          <a:xfrm>
            <a:off x="271463" y="3916363"/>
            <a:ext cx="5840412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0" name="Rectangle 2" descr="Freeform 7">
            <a:extLst>
              <a:ext uri="{FF2B5EF4-FFF2-40B4-BE49-F238E27FC236}">
                <a16:creationId xmlns:a16="http://schemas.microsoft.com/office/drawing/2014/main" id="{1F3718FA-7F51-3E65-3131-B25619FB781F}"/>
              </a:ext>
            </a:extLst>
          </p:cNvPr>
          <p:cNvSpPr>
            <a:spLocks/>
          </p:cNvSpPr>
          <p:nvPr/>
        </p:nvSpPr>
        <p:spPr bwMode="auto">
          <a:xfrm>
            <a:off x="271463" y="3916363"/>
            <a:ext cx="5838825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1" name="Rectangle 3" descr="Freeform 7">
            <a:extLst>
              <a:ext uri="{FF2B5EF4-FFF2-40B4-BE49-F238E27FC236}">
                <a16:creationId xmlns:a16="http://schemas.microsoft.com/office/drawing/2014/main" id="{484CF7FA-1F6C-E129-D39B-6259BC6F7034}"/>
              </a:ext>
            </a:extLst>
          </p:cNvPr>
          <p:cNvSpPr>
            <a:spLocks/>
          </p:cNvSpPr>
          <p:nvPr/>
        </p:nvSpPr>
        <p:spPr bwMode="auto">
          <a:xfrm>
            <a:off x="271463" y="2092325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2" name="Rectangle 4" descr="Freeform 7">
            <a:extLst>
              <a:ext uri="{FF2B5EF4-FFF2-40B4-BE49-F238E27FC236}">
                <a16:creationId xmlns:a16="http://schemas.microsoft.com/office/drawing/2014/main" id="{0F97813E-F699-189B-C092-90EFD380D4A0}"/>
              </a:ext>
            </a:extLst>
          </p:cNvPr>
          <p:cNvSpPr>
            <a:spLocks/>
          </p:cNvSpPr>
          <p:nvPr/>
        </p:nvSpPr>
        <p:spPr bwMode="auto">
          <a:xfrm>
            <a:off x="271463" y="1057275"/>
            <a:ext cx="5840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3" name="Text Box 5" descr="TextBox 20">
            <a:extLst>
              <a:ext uri="{FF2B5EF4-FFF2-40B4-BE49-F238E27FC236}">
                <a16:creationId xmlns:a16="http://schemas.microsoft.com/office/drawing/2014/main" id="{1AF8BB32-A186-30B4-3498-35CD366F86C9}"/>
              </a:ext>
            </a:extLst>
          </p:cNvPr>
          <p:cNvSpPr txBox="1">
            <a:spLocks/>
          </p:cNvSpPr>
          <p:nvPr/>
        </p:nvSpPr>
        <p:spPr bwMode="auto">
          <a:xfrm>
            <a:off x="430213" y="3997325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668B0BF0-5985-0CCE-280C-6BC1ED4E8AC9}"/>
              </a:ext>
            </a:extLst>
          </p:cNvPr>
          <p:cNvSpPr txBox="1">
            <a:spLocks/>
          </p:cNvSpPr>
          <p:nvPr/>
        </p:nvSpPr>
        <p:spPr bwMode="auto">
          <a:xfrm>
            <a:off x="290513" y="384175"/>
            <a:ext cx="563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DEFINITIES</a:t>
            </a:r>
          </a:p>
        </p:txBody>
      </p:sp>
      <p:sp>
        <p:nvSpPr>
          <p:cNvPr id="7175" name="Rectangle 7" descr="Freeform 7">
            <a:extLst>
              <a:ext uri="{FF2B5EF4-FFF2-40B4-BE49-F238E27FC236}">
                <a16:creationId xmlns:a16="http://schemas.microsoft.com/office/drawing/2014/main" id="{118F6620-F028-599B-08D4-6A22E91B9763}"/>
              </a:ext>
            </a:extLst>
          </p:cNvPr>
          <p:cNvSpPr>
            <a:spLocks/>
          </p:cNvSpPr>
          <p:nvPr/>
        </p:nvSpPr>
        <p:spPr bwMode="auto">
          <a:xfrm>
            <a:off x="6253163" y="3916363"/>
            <a:ext cx="5840412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6" name="Rectangle 8" descr="Freeform 7">
            <a:extLst>
              <a:ext uri="{FF2B5EF4-FFF2-40B4-BE49-F238E27FC236}">
                <a16:creationId xmlns:a16="http://schemas.microsoft.com/office/drawing/2014/main" id="{96778670-B40F-8279-6902-5C1B504515DF}"/>
              </a:ext>
            </a:extLst>
          </p:cNvPr>
          <p:cNvSpPr>
            <a:spLocks/>
          </p:cNvSpPr>
          <p:nvPr/>
        </p:nvSpPr>
        <p:spPr bwMode="auto">
          <a:xfrm>
            <a:off x="6253163" y="3916363"/>
            <a:ext cx="5838825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7" name="Rectangle 9" descr="Freeform 7">
            <a:extLst>
              <a:ext uri="{FF2B5EF4-FFF2-40B4-BE49-F238E27FC236}">
                <a16:creationId xmlns:a16="http://schemas.microsoft.com/office/drawing/2014/main" id="{F1D6565E-636B-33E3-0F84-A533AA8FB7FD}"/>
              </a:ext>
            </a:extLst>
          </p:cNvPr>
          <p:cNvSpPr>
            <a:spLocks/>
          </p:cNvSpPr>
          <p:nvPr/>
        </p:nvSpPr>
        <p:spPr bwMode="auto">
          <a:xfrm>
            <a:off x="6253163" y="2092325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8" name="Rectangle 10" descr="Freeform 7">
            <a:extLst>
              <a:ext uri="{FF2B5EF4-FFF2-40B4-BE49-F238E27FC236}">
                <a16:creationId xmlns:a16="http://schemas.microsoft.com/office/drawing/2014/main" id="{0342C6FF-538B-38AB-A4BA-0E33D3CF5AF7}"/>
              </a:ext>
            </a:extLst>
          </p:cNvPr>
          <p:cNvSpPr>
            <a:spLocks/>
          </p:cNvSpPr>
          <p:nvPr/>
        </p:nvSpPr>
        <p:spPr bwMode="auto">
          <a:xfrm>
            <a:off x="6253163" y="1057275"/>
            <a:ext cx="5840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79" name="Rectangle 11" descr="Freeform 7">
            <a:extLst>
              <a:ext uri="{FF2B5EF4-FFF2-40B4-BE49-F238E27FC236}">
                <a16:creationId xmlns:a16="http://schemas.microsoft.com/office/drawing/2014/main" id="{95E875E1-90AC-64EE-ED74-35107CAC16AC}"/>
              </a:ext>
            </a:extLst>
          </p:cNvPr>
          <p:cNvSpPr>
            <a:spLocks/>
          </p:cNvSpPr>
          <p:nvPr/>
        </p:nvSpPr>
        <p:spPr bwMode="auto">
          <a:xfrm>
            <a:off x="6259513" y="10161588"/>
            <a:ext cx="5838825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0" name="Rectangle 12" descr="Freeform 7">
            <a:extLst>
              <a:ext uri="{FF2B5EF4-FFF2-40B4-BE49-F238E27FC236}">
                <a16:creationId xmlns:a16="http://schemas.microsoft.com/office/drawing/2014/main" id="{6DB4E0EE-B222-3748-1EF9-42AD38105D40}"/>
              </a:ext>
            </a:extLst>
          </p:cNvPr>
          <p:cNvSpPr>
            <a:spLocks/>
          </p:cNvSpPr>
          <p:nvPr/>
        </p:nvSpPr>
        <p:spPr bwMode="auto">
          <a:xfrm>
            <a:off x="6257925" y="10161588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1" name="Rectangle 13" descr="Freeform 7">
            <a:extLst>
              <a:ext uri="{FF2B5EF4-FFF2-40B4-BE49-F238E27FC236}">
                <a16:creationId xmlns:a16="http://schemas.microsoft.com/office/drawing/2014/main" id="{148BF1E2-7030-4C13-1E28-53BC9C21F2FA}"/>
              </a:ext>
            </a:extLst>
          </p:cNvPr>
          <p:cNvSpPr>
            <a:spLocks/>
          </p:cNvSpPr>
          <p:nvPr/>
        </p:nvSpPr>
        <p:spPr bwMode="auto">
          <a:xfrm>
            <a:off x="6259513" y="8337550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2" name="Rectangle 14" descr="Freeform 7">
            <a:extLst>
              <a:ext uri="{FF2B5EF4-FFF2-40B4-BE49-F238E27FC236}">
                <a16:creationId xmlns:a16="http://schemas.microsoft.com/office/drawing/2014/main" id="{E4553EEB-42A1-C8BF-FB09-7D6A92B28B6A}"/>
              </a:ext>
            </a:extLst>
          </p:cNvPr>
          <p:cNvSpPr>
            <a:spLocks/>
          </p:cNvSpPr>
          <p:nvPr/>
        </p:nvSpPr>
        <p:spPr bwMode="auto">
          <a:xfrm>
            <a:off x="6259513" y="7302500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3" name="Rectangle 15" descr="Freeform 7">
            <a:extLst>
              <a:ext uri="{FF2B5EF4-FFF2-40B4-BE49-F238E27FC236}">
                <a16:creationId xmlns:a16="http://schemas.microsoft.com/office/drawing/2014/main" id="{007BE11A-B4B4-A2FB-E6C0-88DB2827CF97}"/>
              </a:ext>
            </a:extLst>
          </p:cNvPr>
          <p:cNvSpPr>
            <a:spLocks/>
          </p:cNvSpPr>
          <p:nvPr/>
        </p:nvSpPr>
        <p:spPr bwMode="auto">
          <a:xfrm>
            <a:off x="2714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4" name="Rectangle 16" descr="Freeform 7">
            <a:extLst>
              <a:ext uri="{FF2B5EF4-FFF2-40B4-BE49-F238E27FC236}">
                <a16:creationId xmlns:a16="http://schemas.microsoft.com/office/drawing/2014/main" id="{6D9FF4A5-01A7-6461-43BD-A3765D81BA5D}"/>
              </a:ext>
            </a:extLst>
          </p:cNvPr>
          <p:cNvSpPr>
            <a:spLocks/>
          </p:cNvSpPr>
          <p:nvPr/>
        </p:nvSpPr>
        <p:spPr bwMode="auto">
          <a:xfrm>
            <a:off x="271463" y="10161588"/>
            <a:ext cx="5838825" cy="5873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5" name="Rectangle 17" descr="Freeform 7">
            <a:extLst>
              <a:ext uri="{FF2B5EF4-FFF2-40B4-BE49-F238E27FC236}">
                <a16:creationId xmlns:a16="http://schemas.microsoft.com/office/drawing/2014/main" id="{005CE289-45FA-982D-0041-51BA472D9A8A}"/>
              </a:ext>
            </a:extLst>
          </p:cNvPr>
          <p:cNvSpPr>
            <a:spLocks/>
          </p:cNvSpPr>
          <p:nvPr/>
        </p:nvSpPr>
        <p:spPr bwMode="auto">
          <a:xfrm>
            <a:off x="271463" y="8335963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6" name="Rectangle 18" descr="Freeform 7">
            <a:extLst>
              <a:ext uri="{FF2B5EF4-FFF2-40B4-BE49-F238E27FC236}">
                <a16:creationId xmlns:a16="http://schemas.microsoft.com/office/drawing/2014/main" id="{3E373285-9726-0E54-E489-20E306E12FB4}"/>
              </a:ext>
            </a:extLst>
          </p:cNvPr>
          <p:cNvSpPr>
            <a:spLocks/>
          </p:cNvSpPr>
          <p:nvPr/>
        </p:nvSpPr>
        <p:spPr bwMode="auto">
          <a:xfrm>
            <a:off x="271463" y="7300913"/>
            <a:ext cx="5840412" cy="8810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87" name="Text Box 19" descr="TextBox 20">
            <a:extLst>
              <a:ext uri="{FF2B5EF4-FFF2-40B4-BE49-F238E27FC236}">
                <a16:creationId xmlns:a16="http://schemas.microsoft.com/office/drawing/2014/main" id="{B4DA87E3-1273-6783-44C9-0BF151EFE109}"/>
              </a:ext>
            </a:extLst>
          </p:cNvPr>
          <p:cNvSpPr txBox="1">
            <a:spLocks/>
          </p:cNvSpPr>
          <p:nvPr/>
        </p:nvSpPr>
        <p:spPr bwMode="auto">
          <a:xfrm>
            <a:off x="430213" y="10240963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188" name="Text Box 20" descr="TextBox 20">
            <a:extLst>
              <a:ext uri="{FF2B5EF4-FFF2-40B4-BE49-F238E27FC236}">
                <a16:creationId xmlns:a16="http://schemas.microsoft.com/office/drawing/2014/main" id="{3811204F-E309-E44F-B185-E15F9A51D90E}"/>
              </a:ext>
            </a:extLst>
          </p:cNvPr>
          <p:cNvSpPr txBox="1">
            <a:spLocks/>
          </p:cNvSpPr>
          <p:nvPr/>
        </p:nvSpPr>
        <p:spPr bwMode="auto">
          <a:xfrm>
            <a:off x="6473825" y="10240963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189" name="Text Box 21" descr="TextBox 20">
            <a:extLst>
              <a:ext uri="{FF2B5EF4-FFF2-40B4-BE49-F238E27FC236}">
                <a16:creationId xmlns:a16="http://schemas.microsoft.com/office/drawing/2014/main" id="{97117A38-A4BE-3E11-47E2-EBBA90D189BC}"/>
              </a:ext>
            </a:extLst>
          </p:cNvPr>
          <p:cNvSpPr txBox="1">
            <a:spLocks/>
          </p:cNvSpPr>
          <p:nvPr/>
        </p:nvSpPr>
        <p:spPr bwMode="auto">
          <a:xfrm>
            <a:off x="6473825" y="3989388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190" name="Rectangle 22" descr="Freeform 7">
            <a:extLst>
              <a:ext uri="{FF2B5EF4-FFF2-40B4-BE49-F238E27FC236}">
                <a16:creationId xmlns:a16="http://schemas.microsoft.com/office/drawing/2014/main" id="{2B2CBD91-D503-EF06-8888-C59D5D118C42}"/>
              </a:ext>
            </a:extLst>
          </p:cNvPr>
          <p:cNvSpPr>
            <a:spLocks/>
          </p:cNvSpPr>
          <p:nvPr/>
        </p:nvSpPr>
        <p:spPr bwMode="auto">
          <a:xfrm>
            <a:off x="12247563" y="3916363"/>
            <a:ext cx="5838825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1" name="Rectangle 23" descr="Freeform 7">
            <a:extLst>
              <a:ext uri="{FF2B5EF4-FFF2-40B4-BE49-F238E27FC236}">
                <a16:creationId xmlns:a16="http://schemas.microsoft.com/office/drawing/2014/main" id="{A6EA54B3-F066-ADD9-C596-1C7FB8C4B72F}"/>
              </a:ext>
            </a:extLst>
          </p:cNvPr>
          <p:cNvSpPr>
            <a:spLocks/>
          </p:cNvSpPr>
          <p:nvPr/>
        </p:nvSpPr>
        <p:spPr bwMode="auto">
          <a:xfrm>
            <a:off x="12245975" y="3916363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2" name="Rectangle 24" descr="Freeform 7">
            <a:extLst>
              <a:ext uri="{FF2B5EF4-FFF2-40B4-BE49-F238E27FC236}">
                <a16:creationId xmlns:a16="http://schemas.microsoft.com/office/drawing/2014/main" id="{8FF3A4E9-48D9-99B4-5671-1576F0A75AFF}"/>
              </a:ext>
            </a:extLst>
          </p:cNvPr>
          <p:cNvSpPr>
            <a:spLocks/>
          </p:cNvSpPr>
          <p:nvPr/>
        </p:nvSpPr>
        <p:spPr bwMode="auto">
          <a:xfrm>
            <a:off x="12247563" y="2092325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3" name="Rectangle 25" descr="Freeform 7">
            <a:extLst>
              <a:ext uri="{FF2B5EF4-FFF2-40B4-BE49-F238E27FC236}">
                <a16:creationId xmlns:a16="http://schemas.microsoft.com/office/drawing/2014/main" id="{CEC9F063-808E-3FFC-7A70-4345546A997F}"/>
              </a:ext>
            </a:extLst>
          </p:cNvPr>
          <p:cNvSpPr>
            <a:spLocks/>
          </p:cNvSpPr>
          <p:nvPr/>
        </p:nvSpPr>
        <p:spPr bwMode="auto">
          <a:xfrm>
            <a:off x="12247563" y="1057275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4" name="Text Box 26" descr="TextBox 20">
            <a:extLst>
              <a:ext uri="{FF2B5EF4-FFF2-40B4-BE49-F238E27FC236}">
                <a16:creationId xmlns:a16="http://schemas.microsoft.com/office/drawing/2014/main" id="{D88D8847-9075-EE4F-C23E-B4337EFD98A3}"/>
              </a:ext>
            </a:extLst>
          </p:cNvPr>
          <p:cNvSpPr txBox="1">
            <a:spLocks/>
          </p:cNvSpPr>
          <p:nvPr/>
        </p:nvSpPr>
        <p:spPr bwMode="auto">
          <a:xfrm>
            <a:off x="12404725" y="3997325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195" name="Rectangle 27" descr="Freeform 7">
            <a:extLst>
              <a:ext uri="{FF2B5EF4-FFF2-40B4-BE49-F238E27FC236}">
                <a16:creationId xmlns:a16="http://schemas.microsoft.com/office/drawing/2014/main" id="{45C241BD-2069-0016-D512-61D3B60997DB}"/>
              </a:ext>
            </a:extLst>
          </p:cNvPr>
          <p:cNvSpPr>
            <a:spLocks/>
          </p:cNvSpPr>
          <p:nvPr/>
        </p:nvSpPr>
        <p:spPr bwMode="auto">
          <a:xfrm>
            <a:off x="18229263" y="3916363"/>
            <a:ext cx="5838825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6" name="Rectangle 28" descr="Freeform 7">
            <a:extLst>
              <a:ext uri="{FF2B5EF4-FFF2-40B4-BE49-F238E27FC236}">
                <a16:creationId xmlns:a16="http://schemas.microsoft.com/office/drawing/2014/main" id="{914058F7-D9A2-73ED-4A41-2AA4951E0B96}"/>
              </a:ext>
            </a:extLst>
          </p:cNvPr>
          <p:cNvSpPr>
            <a:spLocks/>
          </p:cNvSpPr>
          <p:nvPr/>
        </p:nvSpPr>
        <p:spPr bwMode="auto">
          <a:xfrm>
            <a:off x="18227675" y="3916363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7" name="Rectangle 29" descr="Freeform 7">
            <a:extLst>
              <a:ext uri="{FF2B5EF4-FFF2-40B4-BE49-F238E27FC236}">
                <a16:creationId xmlns:a16="http://schemas.microsoft.com/office/drawing/2014/main" id="{5097D588-998C-FD8D-2552-4687C75E6E38}"/>
              </a:ext>
            </a:extLst>
          </p:cNvPr>
          <p:cNvSpPr>
            <a:spLocks/>
          </p:cNvSpPr>
          <p:nvPr/>
        </p:nvSpPr>
        <p:spPr bwMode="auto">
          <a:xfrm>
            <a:off x="18229263" y="2092325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8" name="Rectangle 30" descr="Freeform 7">
            <a:extLst>
              <a:ext uri="{FF2B5EF4-FFF2-40B4-BE49-F238E27FC236}">
                <a16:creationId xmlns:a16="http://schemas.microsoft.com/office/drawing/2014/main" id="{EABCAE91-809E-CB2E-2FC5-11A459DF6056}"/>
              </a:ext>
            </a:extLst>
          </p:cNvPr>
          <p:cNvSpPr>
            <a:spLocks/>
          </p:cNvSpPr>
          <p:nvPr/>
        </p:nvSpPr>
        <p:spPr bwMode="auto">
          <a:xfrm>
            <a:off x="18229263" y="1057275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99" name="Text Box 31" descr="TextBox 20">
            <a:extLst>
              <a:ext uri="{FF2B5EF4-FFF2-40B4-BE49-F238E27FC236}">
                <a16:creationId xmlns:a16="http://schemas.microsoft.com/office/drawing/2014/main" id="{3849912B-F33F-CE2B-30D1-E8466328E4E2}"/>
              </a:ext>
            </a:extLst>
          </p:cNvPr>
          <p:cNvSpPr txBox="1">
            <a:spLocks/>
          </p:cNvSpPr>
          <p:nvPr/>
        </p:nvSpPr>
        <p:spPr bwMode="auto">
          <a:xfrm>
            <a:off x="18449925" y="3989388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7200" name="Rectangle 32">
            <a:extLst>
              <a:ext uri="{FF2B5EF4-FFF2-40B4-BE49-F238E27FC236}">
                <a16:creationId xmlns:a16="http://schemas.microsoft.com/office/drawing/2014/main" id="{EF06EDCE-EB12-1AE8-B178-AC73E874962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60355852-12C6-40B0-A736-035D0E6F675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>
            <a:extLst>
              <a:ext uri="{FF2B5EF4-FFF2-40B4-BE49-F238E27FC236}">
                <a16:creationId xmlns:a16="http://schemas.microsoft.com/office/drawing/2014/main" id="{D98D61B0-9190-360C-B488-B0BD30D25B18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194" name="Rectangle 2">
            <a:extLst>
              <a:ext uri="{FF2B5EF4-FFF2-40B4-BE49-F238E27FC236}">
                <a16:creationId xmlns:a16="http://schemas.microsoft.com/office/drawing/2014/main" id="{5B2E8E5E-24F8-DBB9-1DEA-0367590AFE7F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50E19BD-FBD9-4DA4-A353-7655B13F5B8E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67B525C-9DDE-2F3A-C36E-A28890A118D5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C55172FB-117C-0160-86E3-BD30BCAD8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8198" name="Rectangle 6" descr="Freeform 7">
            <a:extLst>
              <a:ext uri="{FF2B5EF4-FFF2-40B4-BE49-F238E27FC236}">
                <a16:creationId xmlns:a16="http://schemas.microsoft.com/office/drawing/2014/main" id="{92290BF4-1764-F64E-9B24-3A2E88F06394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6E64157A-A3DD-FD9A-4503-C9128EECAE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8200" name="Text Box 8" descr="TextBox 20">
            <a:extLst>
              <a:ext uri="{FF2B5EF4-FFF2-40B4-BE49-F238E27FC236}">
                <a16:creationId xmlns:a16="http://schemas.microsoft.com/office/drawing/2014/main" id="{93F9DFA5-2047-23DE-ED05-2B68BE3FB95E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3C71C24B-58ED-207B-4BB9-D84D9F0FBE2E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DOEL-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GERICHTHEID</a:t>
            </a:r>
          </a:p>
        </p:txBody>
      </p:sp>
      <p:sp>
        <p:nvSpPr>
          <p:cNvPr id="8202" name="Text Box 10" descr="TextBox 30">
            <a:extLst>
              <a:ext uri="{FF2B5EF4-FFF2-40B4-BE49-F238E27FC236}">
                <a16:creationId xmlns:a16="http://schemas.microsoft.com/office/drawing/2014/main" id="{8D8583A1-0D40-4CCC-C2B5-934B59E6F29C}"/>
              </a:ext>
            </a:extLst>
          </p:cNvPr>
          <p:cNvSpPr txBox="1">
            <a:spLocks/>
          </p:cNvSpPr>
          <p:nvPr/>
        </p:nvSpPr>
        <p:spPr bwMode="auto">
          <a:xfrm>
            <a:off x="19854863" y="2212975"/>
            <a:ext cx="41592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“Doelpogingen uit kansen (voorzet, steekbal, individuele actie of spelhervatting) met hoofd of voet”</a:t>
            </a:r>
          </a:p>
        </p:txBody>
      </p:sp>
      <p:sp>
        <p:nvSpPr>
          <p:cNvPr id="8203" name="Text Box 11" descr="TextBox 31">
            <a:extLst>
              <a:ext uri="{FF2B5EF4-FFF2-40B4-BE49-F238E27FC236}">
                <a16:creationId xmlns:a16="http://schemas.microsoft.com/office/drawing/2014/main" id="{8D862F19-1F06-90AF-3DAC-3313D9EAB76D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Zone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 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voor de goal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Scoringskansen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Tussen de palen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 georiënteerd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8204" name="Rectangle 12">
            <a:extLst>
              <a:ext uri="{FF2B5EF4-FFF2-40B4-BE49-F238E27FC236}">
                <a16:creationId xmlns:a16="http://schemas.microsoft.com/office/drawing/2014/main" id="{7A6C9C51-13A0-DD19-5E84-6EE0C2CB2463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9F32C13B-4747-4FDB-A932-6F0A9C69443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>
            <a:extLst>
              <a:ext uri="{FF2B5EF4-FFF2-40B4-BE49-F238E27FC236}">
                <a16:creationId xmlns:a16="http://schemas.microsoft.com/office/drawing/2014/main" id="{301BEBF3-6FBA-D2F0-E47E-ADA69D6C5F94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759D947B-3785-772C-19C5-5F156A55B3DF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EF462F0-B14B-BB49-3114-422C11065901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E5C5AC17-3F55-40AA-0819-ABF51C0B9B34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E8723858-EB5F-84A6-CC65-9261E99D7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9222" name="Rectangle 6" descr="Freeform 7">
            <a:extLst>
              <a:ext uri="{FF2B5EF4-FFF2-40B4-BE49-F238E27FC236}">
                <a16:creationId xmlns:a16="http://schemas.microsoft.com/office/drawing/2014/main" id="{1702569F-C076-19C6-DD12-DB4316A2D5BD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223" name="Line 7">
            <a:extLst>
              <a:ext uri="{FF2B5EF4-FFF2-40B4-BE49-F238E27FC236}">
                <a16:creationId xmlns:a16="http://schemas.microsoft.com/office/drawing/2014/main" id="{479161FA-7597-6561-61D9-FABBA2EE4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9224" name="Text Box 8" descr="TextBox 20">
            <a:extLst>
              <a:ext uri="{FF2B5EF4-FFF2-40B4-BE49-F238E27FC236}">
                <a16:creationId xmlns:a16="http://schemas.microsoft.com/office/drawing/2014/main" id="{7F104D97-F425-3E9E-8370-0DC3F2BA66DA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21F005B7-887E-92F1-C4A4-28D8EF682CB7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KIEZEN (A)</a:t>
            </a:r>
          </a:p>
        </p:txBody>
      </p:sp>
      <p:sp>
        <p:nvSpPr>
          <p:cNvPr id="9226" name="Text Box 10" descr="TextBox 30">
            <a:extLst>
              <a:ext uri="{FF2B5EF4-FFF2-40B4-BE49-F238E27FC236}">
                <a16:creationId xmlns:a16="http://schemas.microsoft.com/office/drawing/2014/main" id="{708E3BCB-22E9-704D-EE0A-F58AD7E7FCE1}"/>
              </a:ext>
            </a:extLst>
          </p:cNvPr>
          <p:cNvSpPr txBox="1">
            <a:spLocks/>
          </p:cNvSpPr>
          <p:nvPr/>
        </p:nvSpPr>
        <p:spPr bwMode="auto">
          <a:xfrm>
            <a:off x="19854863" y="2184400"/>
            <a:ext cx="4159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“Passes ontvangen of geslaagde vrijloop-acties voor teamgenoten in de half-spaces en/of final third”</a:t>
            </a:r>
          </a:p>
        </p:txBody>
      </p:sp>
      <p:sp>
        <p:nvSpPr>
          <p:cNvPr id="9227" name="Text Box 11" descr="TextBox 31">
            <a:extLst>
              <a:ext uri="{FF2B5EF4-FFF2-40B4-BE49-F238E27FC236}">
                <a16:creationId xmlns:a16="http://schemas.microsoft.com/office/drawing/2014/main" id="{2B1D4EFD-A79F-FEF5-5F8D-D56EB5EC83C5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Ruimte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Scannen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Overload / 3e man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Aanspeelbaar zijn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Roteren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Actieve zones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2AAE25D0-0ED4-FCD5-F32D-68053814A105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EB7C5BAA-CC51-4DF0-B82E-FACE6047D0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>
            <a:extLst>
              <a:ext uri="{FF2B5EF4-FFF2-40B4-BE49-F238E27FC236}">
                <a16:creationId xmlns:a16="http://schemas.microsoft.com/office/drawing/2014/main" id="{8A8BF9AE-59A7-2069-D51B-CFB589818C1F}"/>
              </a:ext>
            </a:extLst>
          </p:cNvPr>
          <p:cNvSpPr txBox="1">
            <a:spLocks/>
          </p:cNvSpPr>
          <p:nvPr/>
        </p:nvSpPr>
        <p:spPr bwMode="auto">
          <a:xfrm>
            <a:off x="311150" y="568325"/>
            <a:ext cx="2854325" cy="14097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9000" b="1">
                <a:solidFill>
                  <a:srgbClr val="AF8B3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BFG</a:t>
            </a:r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923EBC10-48EC-9312-2199-35E52CA342CA}"/>
              </a:ext>
            </a:extLst>
          </p:cNvPr>
          <p:cNvSpPr txBox="1">
            <a:spLocks/>
          </p:cNvSpPr>
          <p:nvPr/>
        </p:nvSpPr>
        <p:spPr bwMode="auto">
          <a:xfrm>
            <a:off x="392113" y="358775"/>
            <a:ext cx="2854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CLUB</a:t>
            </a:r>
          </a:p>
        </p:txBody>
      </p:sp>
      <p:sp>
        <p:nvSpPr>
          <p:cNvPr id="10243" name="Line 3">
            <a:extLst>
              <a:ext uri="{FF2B5EF4-FFF2-40B4-BE49-F238E27FC236}">
                <a16:creationId xmlns:a16="http://schemas.microsoft.com/office/drawing/2014/main" id="{E3C0F863-079E-6832-AF2E-81B111856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4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0244" name="Text Box 4" descr="TextBox 21">
            <a:extLst>
              <a:ext uri="{FF2B5EF4-FFF2-40B4-BE49-F238E27FC236}">
                <a16:creationId xmlns:a16="http://schemas.microsoft.com/office/drawing/2014/main" id="{1EE5A809-F9F7-5AEB-7961-04D5C1019137}"/>
              </a:ext>
            </a:extLst>
          </p:cNvPr>
          <p:cNvSpPr txBox="1">
            <a:spLocks/>
          </p:cNvSpPr>
          <p:nvPr/>
        </p:nvSpPr>
        <p:spPr bwMode="auto">
          <a:xfrm>
            <a:off x="5170488" y="1739900"/>
            <a:ext cx="15079662" cy="52070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203200" indent="-2032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b="1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een Bossche club, een Bosschenaar is trots op onze stad en club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strijdbaar, we buigen wel, maar barsten niet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Met heel ons hart staan we achter FC Den Bosch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Hier leren we van tegenslagen om vervolgens samen te groeien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een hartverwarmende Bossche club, voor iedereen</a:t>
            </a:r>
            <a:endParaRPr lang="LID4096" altLang="LID4096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9975DDC4-FECC-3D5A-A7F0-63D5334AF0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62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49527128-C9DC-F91E-488A-5393B88BBE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438" y="12850813"/>
            <a:ext cx="5808662" cy="763587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247" name="AutoShape 7">
            <a:extLst>
              <a:ext uri="{FF2B5EF4-FFF2-40B4-BE49-F238E27FC236}">
                <a16:creationId xmlns:a16="http://schemas.microsoft.com/office/drawing/2014/main" id="{233F0C1B-DB1B-9D0D-83B5-D1C8F75BE050}"/>
              </a:ext>
            </a:extLst>
          </p:cNvPr>
          <p:cNvSpPr>
            <a:spLocks/>
          </p:cNvSpPr>
          <p:nvPr/>
        </p:nvSpPr>
        <p:spPr bwMode="auto">
          <a:xfrm>
            <a:off x="12036425" y="9582150"/>
            <a:ext cx="1790700" cy="1582738"/>
          </a:xfrm>
          <a:custGeom>
            <a:avLst/>
            <a:gdLst>
              <a:gd name="T0" fmla="+- 0 10807 54"/>
              <a:gd name="T1" fmla="*/ T0 w 21506"/>
              <a:gd name="T2" fmla="+- 0 10883 167"/>
              <a:gd name="T3" fmla="*/ 10883 h 21433"/>
              <a:gd name="T4" fmla="+- 0 10807 54"/>
              <a:gd name="T5" fmla="*/ T4 w 21506"/>
              <a:gd name="T6" fmla="+- 0 10883 167"/>
              <a:gd name="T7" fmla="*/ 10883 h 21433"/>
              <a:gd name="T8" fmla="+- 0 10807 54"/>
              <a:gd name="T9" fmla="*/ T8 w 21506"/>
              <a:gd name="T10" fmla="+- 0 10883 167"/>
              <a:gd name="T11" fmla="*/ 10883 h 21433"/>
              <a:gd name="T12" fmla="+- 0 10807 54"/>
              <a:gd name="T13" fmla="*/ T12 w 21506"/>
              <a:gd name="T14" fmla="+- 0 10883 167"/>
              <a:gd name="T15" fmla="*/ 10883 h 21433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06" h="21433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06331031-7182-85EF-1E14-AA3058D5F095}"/>
              </a:ext>
            </a:extLst>
          </p:cNvPr>
          <p:cNvSpPr txBox="1">
            <a:spLocks/>
          </p:cNvSpPr>
          <p:nvPr/>
        </p:nvSpPr>
        <p:spPr bwMode="auto">
          <a:xfrm>
            <a:off x="11010900" y="8174038"/>
            <a:ext cx="38417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HARTSTOCHT</a:t>
            </a:r>
          </a:p>
        </p:txBody>
      </p:sp>
      <p:sp>
        <p:nvSpPr>
          <p:cNvPr id="10249" name="AutoShape 9">
            <a:extLst>
              <a:ext uri="{FF2B5EF4-FFF2-40B4-BE49-F238E27FC236}">
                <a16:creationId xmlns:a16="http://schemas.microsoft.com/office/drawing/2014/main" id="{5148839C-8635-A9AA-3036-4BBFAFEC7F82}"/>
              </a:ext>
            </a:extLst>
          </p:cNvPr>
          <p:cNvSpPr>
            <a:spLocks/>
          </p:cNvSpPr>
          <p:nvPr/>
        </p:nvSpPr>
        <p:spPr bwMode="auto">
          <a:xfrm>
            <a:off x="16600488" y="9574213"/>
            <a:ext cx="1879600" cy="1454150"/>
          </a:xfrm>
          <a:custGeom>
            <a:avLst/>
            <a:gdLst>
              <a:gd name="T0" fmla="+- 0 10800 17"/>
              <a:gd name="T1" fmla="*/ T0 w 21566"/>
              <a:gd name="T2" fmla="+- 0 10801 2"/>
              <a:gd name="T3" fmla="*/ 10801 h 21598"/>
              <a:gd name="T4" fmla="+- 0 10800 17"/>
              <a:gd name="T5" fmla="*/ T4 w 21566"/>
              <a:gd name="T6" fmla="+- 0 10801 2"/>
              <a:gd name="T7" fmla="*/ 10801 h 21598"/>
              <a:gd name="T8" fmla="+- 0 10800 17"/>
              <a:gd name="T9" fmla="*/ T8 w 21566"/>
              <a:gd name="T10" fmla="+- 0 10801 2"/>
              <a:gd name="T11" fmla="*/ 10801 h 21598"/>
              <a:gd name="T12" fmla="+- 0 10800 17"/>
              <a:gd name="T13" fmla="*/ T12 w 21566"/>
              <a:gd name="T14" fmla="+- 0 10801 2"/>
              <a:gd name="T15" fmla="*/ 10801 h 2159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66" h="21598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E6184B19-B01A-2E3F-8863-685B9F9BC563}"/>
              </a:ext>
            </a:extLst>
          </p:cNvPr>
          <p:cNvSpPr txBox="1">
            <a:spLocks/>
          </p:cNvSpPr>
          <p:nvPr/>
        </p:nvSpPr>
        <p:spPr bwMode="auto">
          <a:xfrm>
            <a:off x="16443325" y="8174038"/>
            <a:ext cx="20002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GROEI</a:t>
            </a: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5DF2CD1A-2722-3E95-A55E-507F318CD966}"/>
              </a:ext>
            </a:extLst>
          </p:cNvPr>
          <p:cNvSpPr txBox="1">
            <a:spLocks/>
          </p:cNvSpPr>
          <p:nvPr/>
        </p:nvSpPr>
        <p:spPr bwMode="auto">
          <a:xfrm>
            <a:off x="1511300" y="8174038"/>
            <a:ext cx="2206625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BOSCH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61D7386C-1DA0-155B-40B0-F41163B6CD2D}"/>
              </a:ext>
            </a:extLst>
          </p:cNvPr>
          <p:cNvSpPr txBox="1">
            <a:spLocks/>
          </p:cNvSpPr>
          <p:nvPr/>
        </p:nvSpPr>
        <p:spPr bwMode="auto">
          <a:xfrm>
            <a:off x="5859463" y="8174038"/>
            <a:ext cx="3560762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STRIJDBAAR</a:t>
            </a:r>
          </a:p>
        </p:txBody>
      </p:sp>
      <p:sp>
        <p:nvSpPr>
          <p:cNvPr id="10253" name="Text Box 13">
            <a:extLst>
              <a:ext uri="{FF2B5EF4-FFF2-40B4-BE49-F238E27FC236}">
                <a16:creationId xmlns:a16="http://schemas.microsoft.com/office/drawing/2014/main" id="{C1F4425C-7FA8-DD89-8174-91D75C1D5307}"/>
              </a:ext>
            </a:extLst>
          </p:cNvPr>
          <p:cNvSpPr txBox="1">
            <a:spLocks/>
          </p:cNvSpPr>
          <p:nvPr/>
        </p:nvSpPr>
        <p:spPr bwMode="auto">
          <a:xfrm>
            <a:off x="20227925" y="8174038"/>
            <a:ext cx="29146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GASTVRIJ</a:t>
            </a:r>
          </a:p>
        </p:txBody>
      </p:sp>
      <p:pic>
        <p:nvPicPr>
          <p:cNvPr id="10254" name="Picture 14">
            <a:extLst>
              <a:ext uri="{FF2B5EF4-FFF2-40B4-BE49-F238E27FC236}">
                <a16:creationId xmlns:a16="http://schemas.microsoft.com/office/drawing/2014/main" id="{34F1488F-4653-61DE-AD74-AA776F70DA8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363" y="9537700"/>
            <a:ext cx="2519362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55" name="Rectangle 15">
            <a:extLst>
              <a:ext uri="{FF2B5EF4-FFF2-40B4-BE49-F238E27FC236}">
                <a16:creationId xmlns:a16="http://schemas.microsoft.com/office/drawing/2014/main" id="{AD891E96-4ACB-3C22-63BD-D65DFBC5A834}"/>
              </a:ext>
            </a:extLst>
          </p:cNvPr>
          <p:cNvSpPr>
            <a:spLocks/>
          </p:cNvSpPr>
          <p:nvPr/>
        </p:nvSpPr>
        <p:spPr bwMode="auto">
          <a:xfrm>
            <a:off x="6191250" y="10188575"/>
            <a:ext cx="995363" cy="93186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DC2C1406-E954-E127-3818-FA39FB365657}"/>
              </a:ext>
            </a:extLst>
          </p:cNvPr>
          <p:cNvSpPr>
            <a:spLocks/>
          </p:cNvSpPr>
          <p:nvPr/>
        </p:nvSpPr>
        <p:spPr bwMode="auto">
          <a:xfrm>
            <a:off x="8110538" y="10188575"/>
            <a:ext cx="993775" cy="93186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9896B470-C28C-FE7E-57D9-A42ECF7EC6BB}"/>
              </a:ext>
            </a:extLst>
          </p:cNvPr>
          <p:cNvSpPr>
            <a:spLocks/>
          </p:cNvSpPr>
          <p:nvPr/>
        </p:nvSpPr>
        <p:spPr bwMode="auto">
          <a:xfrm>
            <a:off x="7177088" y="9626600"/>
            <a:ext cx="993775" cy="149383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58" name="Text Box 18">
            <a:extLst>
              <a:ext uri="{FF2B5EF4-FFF2-40B4-BE49-F238E27FC236}">
                <a16:creationId xmlns:a16="http://schemas.microsoft.com/office/drawing/2014/main" id="{87C824A2-6025-6D2F-364D-75E673772B96}"/>
              </a:ext>
            </a:extLst>
          </p:cNvPr>
          <p:cNvSpPr txBox="1">
            <a:spLocks/>
          </p:cNvSpPr>
          <p:nvPr/>
        </p:nvSpPr>
        <p:spPr bwMode="auto">
          <a:xfrm>
            <a:off x="7410450" y="9858375"/>
            <a:ext cx="522288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</a:t>
            </a:r>
          </a:p>
        </p:txBody>
      </p:sp>
      <p:sp>
        <p:nvSpPr>
          <p:cNvPr id="10259" name="Text Box 19">
            <a:extLst>
              <a:ext uri="{FF2B5EF4-FFF2-40B4-BE49-F238E27FC236}">
                <a16:creationId xmlns:a16="http://schemas.microsoft.com/office/drawing/2014/main" id="{1DA7772F-44D0-D80D-EAFE-CE652424CBD8}"/>
              </a:ext>
            </a:extLst>
          </p:cNvPr>
          <p:cNvSpPr txBox="1">
            <a:spLocks/>
          </p:cNvSpPr>
          <p:nvPr/>
        </p:nvSpPr>
        <p:spPr bwMode="auto">
          <a:xfrm>
            <a:off x="8455025" y="10212388"/>
            <a:ext cx="520700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</a:p>
        </p:txBody>
      </p:sp>
      <p:sp>
        <p:nvSpPr>
          <p:cNvPr id="10260" name="Text Box 20">
            <a:extLst>
              <a:ext uri="{FF2B5EF4-FFF2-40B4-BE49-F238E27FC236}">
                <a16:creationId xmlns:a16="http://schemas.microsoft.com/office/drawing/2014/main" id="{434055F8-4B41-6097-E233-7CD3DF72459F}"/>
              </a:ext>
            </a:extLst>
          </p:cNvPr>
          <p:cNvSpPr txBox="1">
            <a:spLocks/>
          </p:cNvSpPr>
          <p:nvPr/>
        </p:nvSpPr>
        <p:spPr bwMode="auto">
          <a:xfrm>
            <a:off x="6426200" y="10212388"/>
            <a:ext cx="520700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</a:t>
            </a:r>
          </a:p>
        </p:txBody>
      </p:sp>
      <p:pic>
        <p:nvPicPr>
          <p:cNvPr id="10261" name="Picture 21">
            <a:extLst>
              <a:ext uri="{FF2B5EF4-FFF2-40B4-BE49-F238E27FC236}">
                <a16:creationId xmlns:a16="http://schemas.microsoft.com/office/drawing/2014/main" id="{9A90A219-F667-7E9D-D382-8DF372F6ED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8945563"/>
            <a:ext cx="2854325" cy="285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2" name="Line 22">
            <a:extLst>
              <a:ext uri="{FF2B5EF4-FFF2-40B4-BE49-F238E27FC236}">
                <a16:creationId xmlns:a16="http://schemas.microsoft.com/office/drawing/2014/main" id="{BB2AAB0B-8298-6902-1040-9A34700871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4125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63" name="Line 23">
            <a:extLst>
              <a:ext uri="{FF2B5EF4-FFF2-40B4-BE49-F238E27FC236}">
                <a16:creationId xmlns:a16="http://schemas.microsoft.com/office/drawing/2014/main" id="{8D018895-9AEA-88BC-53DF-9D04A17B3E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15563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658EA6C4-B56F-F45C-955A-DC0FB777B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25738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09032968-1829-8705-3216-16F9AEA6CE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61163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66" name="Text Box 26">
            <a:extLst>
              <a:ext uri="{FF2B5EF4-FFF2-40B4-BE49-F238E27FC236}">
                <a16:creationId xmlns:a16="http://schemas.microsoft.com/office/drawing/2014/main" id="{F84F7CFE-8F06-31B1-5C25-1B5233B964DD}"/>
              </a:ext>
            </a:extLst>
          </p:cNvPr>
          <p:cNvSpPr txBox="1">
            <a:spLocks/>
          </p:cNvSpPr>
          <p:nvPr/>
        </p:nvSpPr>
        <p:spPr bwMode="auto">
          <a:xfrm>
            <a:off x="5735638" y="15875"/>
            <a:ext cx="14379575" cy="248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5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KERNWAARDEN</a:t>
            </a:r>
          </a:p>
        </p:txBody>
      </p:sp>
      <p:sp>
        <p:nvSpPr>
          <p:cNvPr id="10267" name="Rectangle 27">
            <a:extLst>
              <a:ext uri="{FF2B5EF4-FFF2-40B4-BE49-F238E27FC236}">
                <a16:creationId xmlns:a16="http://schemas.microsoft.com/office/drawing/2014/main" id="{567AEC6B-9F78-8E69-AF3F-A74B4DA5488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7B13DFD9-B52D-42E4-981C-9F067471AF7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 descr="Afbeelding">
            <a:extLst>
              <a:ext uri="{FF2B5EF4-FFF2-40B4-BE49-F238E27FC236}">
                <a16:creationId xmlns:a16="http://schemas.microsoft.com/office/drawing/2014/main" id="{53674F7B-107E-D1AE-97D3-DB5CD98B6E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B578B3D5-3A54-05DA-510A-2A429375D106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EDABFAB9-8256-4969-9990-4785DCDCDEE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Afbeelding">
            <a:extLst>
              <a:ext uri="{FF2B5EF4-FFF2-40B4-BE49-F238E27FC236}">
                <a16:creationId xmlns:a16="http://schemas.microsoft.com/office/drawing/2014/main" id="{67B8815F-0421-B4BC-1D4F-AE5A1642B98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00191D0E-73AA-2242-1410-315D0BDE2D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1" name="Picture 3" descr="Afbeelding">
            <a:extLst>
              <a:ext uri="{FF2B5EF4-FFF2-40B4-BE49-F238E27FC236}">
                <a16:creationId xmlns:a16="http://schemas.microsoft.com/office/drawing/2014/main" id="{29BC7833-ABB5-6E45-B286-E86D951ECA3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675FF22B-D053-A63C-7372-EB6FB84107B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3" name="Rectangle 5">
            <a:extLst>
              <a:ext uri="{FF2B5EF4-FFF2-40B4-BE49-F238E27FC236}">
                <a16:creationId xmlns:a16="http://schemas.microsoft.com/office/drawing/2014/main" id="{D69DF3DF-E7EA-673C-7571-75B53CC0F472}"/>
              </a:ext>
            </a:extLst>
          </p:cNvPr>
          <p:cNvSpPr>
            <a:spLocks/>
          </p:cNvSpPr>
          <p:nvPr/>
        </p:nvSpPr>
        <p:spPr bwMode="auto">
          <a:xfrm>
            <a:off x="6745288" y="8618538"/>
            <a:ext cx="10891837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6E58C53-CC83-6DFF-D662-A4E4DBEF9B53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B3BA133E-AEB5-4FD0-B864-7F3FCE947EA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17895B53-A160-FF9E-1614-DB6798656A5F}"/>
              </a:ext>
            </a:extLst>
          </p:cNvPr>
          <p:cNvSpPr txBox="1">
            <a:spLocks/>
          </p:cNvSpPr>
          <p:nvPr/>
        </p:nvSpPr>
        <p:spPr bwMode="auto">
          <a:xfrm>
            <a:off x="311150" y="568325"/>
            <a:ext cx="2854325" cy="14097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9000" b="1">
                <a:solidFill>
                  <a:srgbClr val="AF8B3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BFG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D9010869-2B41-5E8F-FC24-388569C9C700}"/>
              </a:ext>
            </a:extLst>
          </p:cNvPr>
          <p:cNvSpPr txBox="1">
            <a:spLocks/>
          </p:cNvSpPr>
          <p:nvPr/>
        </p:nvSpPr>
        <p:spPr bwMode="auto">
          <a:xfrm>
            <a:off x="392113" y="358775"/>
            <a:ext cx="2854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PLAYING STYLE</a:t>
            </a:r>
          </a:p>
        </p:txBody>
      </p:sp>
      <p:sp>
        <p:nvSpPr>
          <p:cNvPr id="13315" name="Line 3">
            <a:extLst>
              <a:ext uri="{FF2B5EF4-FFF2-40B4-BE49-F238E27FC236}">
                <a16:creationId xmlns:a16="http://schemas.microsoft.com/office/drawing/2014/main" id="{5EBEB5D8-96AE-30AB-83A4-30F12AC1C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4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BDC51A86-8E9B-A2B7-FD9E-7B13CFFBBD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62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7AC3C7AE-C584-D619-B677-9C2C49590D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438" y="12850813"/>
            <a:ext cx="5808662" cy="763587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3318" name="Rectangle 6">
            <a:extLst>
              <a:ext uri="{FF2B5EF4-FFF2-40B4-BE49-F238E27FC236}">
                <a16:creationId xmlns:a16="http://schemas.microsoft.com/office/drawing/2014/main" id="{FB35B770-0B7D-7EA1-4039-1B589DB705FF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CABC7287-C523-446E-B461-30AF72253E1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>
            <a:extLst>
              <a:ext uri="{FF2B5EF4-FFF2-40B4-BE49-F238E27FC236}">
                <a16:creationId xmlns:a16="http://schemas.microsoft.com/office/drawing/2014/main" id="{A235A17B-2940-2044-D8EB-9281A3814F96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4CE093A3-3DF2-3C3F-15F4-04F6B679EDAE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C85B7FD-7DC9-D7D5-2B45-6AF51F97309E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92E4FE09-C735-A4FE-5ED5-298B047BEECB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C3956532-D9B6-3C2E-69B4-064B3D246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4342" name="Rectangle 6" descr="Freeform 7">
            <a:extLst>
              <a:ext uri="{FF2B5EF4-FFF2-40B4-BE49-F238E27FC236}">
                <a16:creationId xmlns:a16="http://schemas.microsoft.com/office/drawing/2014/main" id="{0F199EA9-64B3-6E23-3D4B-D4DC217C75BB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343" name="Line 7">
            <a:extLst>
              <a:ext uri="{FF2B5EF4-FFF2-40B4-BE49-F238E27FC236}">
                <a16:creationId xmlns:a16="http://schemas.microsoft.com/office/drawing/2014/main" id="{872E9BF7-B7D3-475C-7B06-13ACA02640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4344" name="Text Box 8" descr="TextBox 20">
            <a:extLst>
              <a:ext uri="{FF2B5EF4-FFF2-40B4-BE49-F238E27FC236}">
                <a16:creationId xmlns:a16="http://schemas.microsoft.com/office/drawing/2014/main" id="{DB1A5C86-16C2-B72F-5685-410CC27E41F5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14345" name="Text Box 9">
            <a:extLst>
              <a:ext uri="{FF2B5EF4-FFF2-40B4-BE49-F238E27FC236}">
                <a16:creationId xmlns:a16="http://schemas.microsoft.com/office/drawing/2014/main" id="{6A0CEA8F-BAA4-D7EC-36E3-E19210935EEC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DIEPTE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LOOPACTIES</a:t>
            </a:r>
          </a:p>
        </p:txBody>
      </p:sp>
      <p:sp>
        <p:nvSpPr>
          <p:cNvPr id="14346" name="Text Box 10" descr="TextBox 30">
            <a:extLst>
              <a:ext uri="{FF2B5EF4-FFF2-40B4-BE49-F238E27FC236}">
                <a16:creationId xmlns:a16="http://schemas.microsoft.com/office/drawing/2014/main" id="{5ACE5CF3-E6F1-A99B-6C6F-6DCC93BB9AAD}"/>
              </a:ext>
            </a:extLst>
          </p:cNvPr>
          <p:cNvSpPr txBox="1">
            <a:spLocks/>
          </p:cNvSpPr>
          <p:nvPr/>
        </p:nvSpPr>
        <p:spPr bwMode="auto">
          <a:xfrm>
            <a:off x="19854863" y="2184400"/>
            <a:ext cx="4159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“Herkennen van EN het vrijlopen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de ruimte achter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de verdediging”</a:t>
            </a:r>
          </a:p>
        </p:txBody>
      </p:sp>
      <p:sp>
        <p:nvSpPr>
          <p:cNvPr id="14347" name="Text Box 11" descr="TextBox 31">
            <a:extLst>
              <a:ext uri="{FF2B5EF4-FFF2-40B4-BE49-F238E27FC236}">
                <a16:creationId xmlns:a16="http://schemas.microsoft.com/office/drawing/2014/main" id="{760F5916-07B6-E096-3745-87FB73DD89CB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Snelheid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Richting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Start positie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Opofferingsloop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8F366B87-C3D2-6812-7A71-07BEB102DF2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D4562A2C-40D0-45C5-976F-501BDFF395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 descr="Afbeelding">
            <a:extLst>
              <a:ext uri="{FF2B5EF4-FFF2-40B4-BE49-F238E27FC236}">
                <a16:creationId xmlns:a16="http://schemas.microsoft.com/office/drawing/2014/main" id="{145921D1-AEA4-0150-87D2-9203B3EB1E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362" name="Group 2">
            <a:extLst>
              <a:ext uri="{FF2B5EF4-FFF2-40B4-BE49-F238E27FC236}">
                <a16:creationId xmlns:a16="http://schemas.microsoft.com/office/drawing/2014/main" id="{6E94FF06-924B-E497-DF54-1EFE779F7FF2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59212" cy="5818187"/>
            <a:chOff x="0" y="0"/>
            <a:chExt cx="3860155" cy="5817685"/>
          </a:xfrm>
        </p:grpSpPr>
        <p:sp>
          <p:nvSpPr>
            <p:cNvPr id="15363" name="AutoShape 3">
              <a:extLst>
                <a:ext uri="{FF2B5EF4-FFF2-40B4-BE49-F238E27FC236}">
                  <a16:creationId xmlns:a16="http://schemas.microsoft.com/office/drawing/2014/main" id="{D51FEF24-32C9-35B8-951F-716A60A54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0155" cy="5817685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173883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15364" name="Picture 4">
              <a:extLst>
                <a:ext uri="{FF2B5EF4-FFF2-40B4-BE49-F238E27FC236}">
                  <a16:creationId xmlns:a16="http://schemas.microsoft.com/office/drawing/2014/main" id="{949856AC-9F74-0666-0F70-6D0F9E35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765973" y="1105008"/>
              <a:ext cx="5391945" cy="3630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5365" name="Rectangle 5">
            <a:extLst>
              <a:ext uri="{FF2B5EF4-FFF2-40B4-BE49-F238E27FC236}">
                <a16:creationId xmlns:a16="http://schemas.microsoft.com/office/drawing/2014/main" id="{ACB82D2E-DB84-096F-B673-8422B855BBFB}"/>
              </a:ext>
            </a:extLst>
          </p:cNvPr>
          <p:cNvSpPr>
            <a:spLocks/>
          </p:cNvSpPr>
          <p:nvPr/>
        </p:nvSpPr>
        <p:spPr bwMode="auto">
          <a:xfrm>
            <a:off x="4545013" y="7483475"/>
            <a:ext cx="10890250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5366" name="Text Box 6" descr="TextBox 28">
            <a:extLst>
              <a:ext uri="{FF2B5EF4-FFF2-40B4-BE49-F238E27FC236}">
                <a16:creationId xmlns:a16="http://schemas.microsoft.com/office/drawing/2014/main" id="{745E9560-D967-2A67-0670-3D303C56E30D}"/>
              </a:ext>
            </a:extLst>
          </p:cNvPr>
          <p:cNvSpPr txBox="1">
            <a:spLocks/>
          </p:cNvSpPr>
          <p:nvPr/>
        </p:nvSpPr>
        <p:spPr bwMode="auto">
          <a:xfrm>
            <a:off x="9228138" y="5949950"/>
            <a:ext cx="61595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0400" b="1">
                <a:solidFill>
                  <a:srgbClr val="FFFFFF"/>
                </a:solidFill>
                <a:latin typeface="Avenir Next Regular" charset="0"/>
                <a:ea typeface="Avenir Next Regular" charset="0"/>
                <a:cs typeface="Avenir Next Regular" charset="0"/>
                <a:sym typeface="Avenir Next Regular" charset="0"/>
              </a:rPr>
              <a:t>WELKOM</a:t>
            </a:r>
          </a:p>
        </p:txBody>
      </p:sp>
      <p:pic>
        <p:nvPicPr>
          <p:cNvPr id="15367" name="Picture 7">
            <a:extLst>
              <a:ext uri="{FF2B5EF4-FFF2-40B4-BE49-F238E27FC236}">
                <a16:creationId xmlns:a16="http://schemas.microsoft.com/office/drawing/2014/main" id="{0F67A4CD-DAF3-6FD6-65AD-F893ACA314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8" name="Picture 8" descr="Afbeelding">
            <a:extLst>
              <a:ext uri="{FF2B5EF4-FFF2-40B4-BE49-F238E27FC236}">
                <a16:creationId xmlns:a16="http://schemas.microsoft.com/office/drawing/2014/main" id="{39541B98-229A-CD3D-A432-15DF9F36B95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9" name="Picture 9">
            <a:extLst>
              <a:ext uri="{FF2B5EF4-FFF2-40B4-BE49-F238E27FC236}">
                <a16:creationId xmlns:a16="http://schemas.microsoft.com/office/drawing/2014/main" id="{4D5CC77E-6D8F-9928-F036-CA34D1DD77B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0" name="Rectangle 10">
            <a:extLst>
              <a:ext uri="{FF2B5EF4-FFF2-40B4-BE49-F238E27FC236}">
                <a16:creationId xmlns:a16="http://schemas.microsoft.com/office/drawing/2014/main" id="{3A7BF237-A4EB-BEF6-6245-4259F720E31E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8B22B0EB-ED4D-4E69-B002-31588D96F3F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ecruitment.scisports.app/" TargetMode="External"/><Relationship Id="rId1" Type="http://schemas.openxmlformats.org/officeDocument/2006/relationships/slideLayout" Target="../slideLayouts/slideLayout24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1.xml"/><Relationship Id="rId2" Type="http://schemas.openxmlformats.org/officeDocument/2006/relationships/slide" Target="slide8.xml"/><Relationship Id="rId1" Type="http://schemas.openxmlformats.org/officeDocument/2006/relationships/slideLayout" Target="../slideLayouts/slideLayout35.xml"/><Relationship Id="rId6" Type="http://schemas.openxmlformats.org/officeDocument/2006/relationships/slide" Target="slide10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5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Oval 1">
            <a:extLst>
              <a:ext uri="{FF2B5EF4-FFF2-40B4-BE49-F238E27FC236}">
                <a16:creationId xmlns:a16="http://schemas.microsoft.com/office/drawing/2014/main" id="{4498F0EC-EC56-52AB-B05A-F2850ED55B14}"/>
              </a:ext>
            </a:extLst>
          </p:cNvPr>
          <p:cNvSpPr>
            <a:spLocks/>
          </p:cNvSpPr>
          <p:nvPr/>
        </p:nvSpPr>
        <p:spPr bwMode="auto">
          <a:xfrm>
            <a:off x="16536988" y="40322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17410" name="Oval 2">
            <a:extLst>
              <a:ext uri="{FF2B5EF4-FFF2-40B4-BE49-F238E27FC236}">
                <a16:creationId xmlns:a16="http://schemas.microsoft.com/office/drawing/2014/main" id="{2BA50F5C-B50E-97ED-153B-A78C3ECD30A9}"/>
              </a:ext>
            </a:extLst>
          </p:cNvPr>
          <p:cNvSpPr>
            <a:spLocks/>
          </p:cNvSpPr>
          <p:nvPr/>
        </p:nvSpPr>
        <p:spPr bwMode="auto">
          <a:xfrm>
            <a:off x="18834100" y="4032250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17411" name="Oval 3">
            <a:extLst>
              <a:ext uri="{FF2B5EF4-FFF2-40B4-BE49-F238E27FC236}">
                <a16:creationId xmlns:a16="http://schemas.microsoft.com/office/drawing/2014/main" id="{CDC5B37B-2C38-D771-F131-1CE5C29C53D9}"/>
              </a:ext>
            </a:extLst>
          </p:cNvPr>
          <p:cNvSpPr>
            <a:spLocks/>
          </p:cNvSpPr>
          <p:nvPr/>
        </p:nvSpPr>
        <p:spPr bwMode="auto">
          <a:xfrm>
            <a:off x="164607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17412" name="Oval 4">
            <a:extLst>
              <a:ext uri="{FF2B5EF4-FFF2-40B4-BE49-F238E27FC236}">
                <a16:creationId xmlns:a16="http://schemas.microsoft.com/office/drawing/2014/main" id="{82E23B78-07EE-7951-689F-D6BC0F2D9888}"/>
              </a:ext>
            </a:extLst>
          </p:cNvPr>
          <p:cNvSpPr>
            <a:spLocks/>
          </p:cNvSpPr>
          <p:nvPr/>
        </p:nvSpPr>
        <p:spPr bwMode="auto">
          <a:xfrm>
            <a:off x="18935700" y="64944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17413" name="Oval 5">
            <a:extLst>
              <a:ext uri="{FF2B5EF4-FFF2-40B4-BE49-F238E27FC236}">
                <a16:creationId xmlns:a16="http://schemas.microsoft.com/office/drawing/2014/main" id="{C35A0477-881B-B7E1-035E-307704C828E7}"/>
              </a:ext>
            </a:extLst>
          </p:cNvPr>
          <p:cNvSpPr>
            <a:spLocks/>
          </p:cNvSpPr>
          <p:nvPr/>
        </p:nvSpPr>
        <p:spPr bwMode="auto">
          <a:xfrm>
            <a:off x="17125950" y="69421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17414" name="Oval 6">
            <a:extLst>
              <a:ext uri="{FF2B5EF4-FFF2-40B4-BE49-F238E27FC236}">
                <a16:creationId xmlns:a16="http://schemas.microsoft.com/office/drawing/2014/main" id="{B8CC3EC4-1C53-4630-F74E-B17EB15362E3}"/>
              </a:ext>
            </a:extLst>
          </p:cNvPr>
          <p:cNvSpPr>
            <a:spLocks/>
          </p:cNvSpPr>
          <p:nvPr/>
        </p:nvSpPr>
        <p:spPr bwMode="auto">
          <a:xfrm>
            <a:off x="18248313" y="6942138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7415" name="Oval 7">
            <a:extLst>
              <a:ext uri="{FF2B5EF4-FFF2-40B4-BE49-F238E27FC236}">
                <a16:creationId xmlns:a16="http://schemas.microsoft.com/office/drawing/2014/main" id="{66B328B1-530E-83A0-F3F4-4B93B7243EDA}"/>
              </a:ext>
            </a:extLst>
          </p:cNvPr>
          <p:cNvSpPr>
            <a:spLocks/>
          </p:cNvSpPr>
          <p:nvPr/>
        </p:nvSpPr>
        <p:spPr bwMode="auto">
          <a:xfrm>
            <a:off x="17684750" y="763428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17416" name="Oval 8">
            <a:extLst>
              <a:ext uri="{FF2B5EF4-FFF2-40B4-BE49-F238E27FC236}">
                <a16:creationId xmlns:a16="http://schemas.microsoft.com/office/drawing/2014/main" id="{2DE5D78A-5274-961B-76B1-8339ADA03282}"/>
              </a:ext>
            </a:extLst>
          </p:cNvPr>
          <p:cNvSpPr>
            <a:spLocks/>
          </p:cNvSpPr>
          <p:nvPr/>
        </p:nvSpPr>
        <p:spPr bwMode="auto">
          <a:xfrm>
            <a:off x="17684750" y="35639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17417" name="Oval 9">
            <a:extLst>
              <a:ext uri="{FF2B5EF4-FFF2-40B4-BE49-F238E27FC236}">
                <a16:creationId xmlns:a16="http://schemas.microsoft.com/office/drawing/2014/main" id="{515F4895-D71C-5B06-C434-8804FD8B179A}"/>
              </a:ext>
            </a:extLst>
          </p:cNvPr>
          <p:cNvSpPr>
            <a:spLocks/>
          </p:cNvSpPr>
          <p:nvPr/>
        </p:nvSpPr>
        <p:spPr bwMode="auto">
          <a:xfrm>
            <a:off x="18040350" y="4945063"/>
            <a:ext cx="528638" cy="547687"/>
          </a:xfrm>
          <a:prstGeom prst="ellipse">
            <a:avLst/>
          </a:prstGeom>
          <a:solidFill>
            <a:srgbClr val="61D836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7418" name="Oval 10">
            <a:extLst>
              <a:ext uri="{FF2B5EF4-FFF2-40B4-BE49-F238E27FC236}">
                <a16:creationId xmlns:a16="http://schemas.microsoft.com/office/drawing/2014/main" id="{E6165F2A-AC42-98D1-BCAB-6A718549DD2A}"/>
              </a:ext>
            </a:extLst>
          </p:cNvPr>
          <p:cNvSpPr>
            <a:spLocks/>
          </p:cNvSpPr>
          <p:nvPr/>
        </p:nvSpPr>
        <p:spPr bwMode="auto">
          <a:xfrm>
            <a:off x="17227550" y="5337175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17419" name="Oval 11">
            <a:extLst>
              <a:ext uri="{FF2B5EF4-FFF2-40B4-BE49-F238E27FC236}">
                <a16:creationId xmlns:a16="http://schemas.microsoft.com/office/drawing/2014/main" id="{29BC4109-5CA3-D06F-CECF-50A514623B25}"/>
              </a:ext>
            </a:extLst>
          </p:cNvPr>
          <p:cNvSpPr>
            <a:spLocks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17420" name="Text Box 12" descr="TextBox 28">
            <a:extLst>
              <a:ext uri="{FF2B5EF4-FFF2-40B4-BE49-F238E27FC236}">
                <a16:creationId xmlns:a16="http://schemas.microsoft.com/office/drawing/2014/main" id="{19D93EA5-CEEF-52FC-B3C5-B98EEA4F07BA}"/>
              </a:ext>
            </a:extLst>
          </p:cNvPr>
          <p:cNvSpPr txBox="1">
            <a:spLocks/>
          </p:cNvSpPr>
          <p:nvPr/>
        </p:nvSpPr>
        <p:spPr bwMode="auto">
          <a:xfrm>
            <a:off x="13106400" y="7642225"/>
            <a:ext cx="1947863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endParaRPr lang="LID4096" altLang="LID4096" sz="6400">
              <a:solidFill>
                <a:srgbClr val="2769C3"/>
              </a:solidFill>
              <a:latin typeface="Avenir Next Regular" charset="0"/>
              <a:ea typeface="Avenir Next Regular" charset="0"/>
              <a:cs typeface="Avenir Next Regular" charset="0"/>
              <a:sym typeface="Avenir Next Regular" charset="0"/>
            </a:endParaRPr>
          </a:p>
        </p:txBody>
      </p:sp>
      <p:pic>
        <p:nvPicPr>
          <p:cNvPr id="17421" name="Picture 13">
            <a:extLst>
              <a:ext uri="{FF2B5EF4-FFF2-40B4-BE49-F238E27FC236}">
                <a16:creationId xmlns:a16="http://schemas.microsoft.com/office/drawing/2014/main" id="{05C9C106-96FB-912F-23E6-8C76A7C11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8663" y="7097713"/>
            <a:ext cx="2635250" cy="2633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 descr="TextBox 21">
            <a:extLst>
              <a:ext uri="{FF2B5EF4-FFF2-40B4-BE49-F238E27FC236}">
                <a16:creationId xmlns:a16="http://schemas.microsoft.com/office/drawing/2014/main" id="{D58D6122-4F96-5D99-A44A-EE3C245533AA}"/>
              </a:ext>
            </a:extLst>
          </p:cNvPr>
          <p:cNvSpPr txBox="1">
            <a:spLocks/>
          </p:cNvSpPr>
          <p:nvPr/>
        </p:nvSpPr>
        <p:spPr bwMode="auto">
          <a:xfrm>
            <a:off x="4332288" y="1012825"/>
            <a:ext cx="15717837" cy="12446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KERNWAARDEN —&gt; VOETBAL: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</a:t>
            </a: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STRIJDERS DIE SPELEN OM TE WINNEN EN DIE ELKE DAG BETER WILLEN WORDEN”</a:t>
            </a:r>
            <a:endParaRPr lang="LID4096" altLang="LID4096" sz="3200" b="1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9458" name="Line 2">
            <a:extLst>
              <a:ext uri="{FF2B5EF4-FFF2-40B4-BE49-F238E27FC236}">
                <a16:creationId xmlns:a16="http://schemas.microsoft.com/office/drawing/2014/main" id="{3A4472F4-7EC7-A485-7CC1-1CF493C78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2313" y="4117975"/>
            <a:ext cx="0" cy="3382963"/>
          </a:xfrm>
          <a:prstGeom prst="lin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9459" name="Rectangle 3" descr="Freeform 7">
            <a:extLst>
              <a:ext uri="{FF2B5EF4-FFF2-40B4-BE49-F238E27FC236}">
                <a16:creationId xmlns:a16="http://schemas.microsoft.com/office/drawing/2014/main" id="{00B93721-D5AA-DCD6-A01A-2B46D2AC566F}"/>
              </a:ext>
            </a:extLst>
          </p:cNvPr>
          <p:cNvSpPr>
            <a:spLocks/>
          </p:cNvSpPr>
          <p:nvPr/>
        </p:nvSpPr>
        <p:spPr bwMode="auto">
          <a:xfrm>
            <a:off x="4473575" y="4438650"/>
            <a:ext cx="6261100" cy="2946400"/>
          </a:xfrm>
          <a:prstGeom prst="rect">
            <a:avLst/>
          </a:prstGeom>
          <a:solidFill>
            <a:srgbClr val="173883"/>
          </a:solidFill>
          <a:ln w="127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76200" dir="3243363" algn="ctr" rotWithShape="0">
              <a:srgbClr val="000000">
                <a:alpha val="37999"/>
              </a:srgbClr>
            </a:outerShdw>
          </a:effec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03E5798-BB94-816D-406F-6E9F79DA9D20}"/>
              </a:ext>
            </a:extLst>
          </p:cNvPr>
          <p:cNvSpPr>
            <a:spLocks/>
          </p:cNvSpPr>
          <p:nvPr/>
        </p:nvSpPr>
        <p:spPr bwMode="auto">
          <a:xfrm>
            <a:off x="4505325" y="5468938"/>
            <a:ext cx="6197600" cy="288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9461" name="Text Box 5" descr="TextBox 13">
            <a:extLst>
              <a:ext uri="{FF2B5EF4-FFF2-40B4-BE49-F238E27FC236}">
                <a16:creationId xmlns:a16="http://schemas.microsoft.com/office/drawing/2014/main" id="{E82C4864-A6DF-BAB4-D8E6-15BAF9DE7376}"/>
              </a:ext>
            </a:extLst>
          </p:cNvPr>
          <p:cNvSpPr txBox="1">
            <a:spLocks/>
          </p:cNvSpPr>
          <p:nvPr/>
        </p:nvSpPr>
        <p:spPr bwMode="auto">
          <a:xfrm>
            <a:off x="4645025" y="5975350"/>
            <a:ext cx="5918200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50838" indent="-350838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1: Top-3 goals </a:t>
            </a:r>
            <a:r>
              <a:rPr lang="LID4096" altLang="LID4096" sz="2400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(6th)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2: Top-3 challenge intensity </a:t>
            </a:r>
            <a:r>
              <a:rPr lang="LID4096" altLang="LID4096" sz="2400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(10th)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3: Top-3 doelpogingen</a:t>
            </a:r>
            <a:r>
              <a:rPr lang="LID4096" altLang="LID4096" sz="2400">
                <a:solidFill>
                  <a:srgbClr val="FF26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(12th)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9462" name="Text Box 6" descr="TextBox 16">
            <a:extLst>
              <a:ext uri="{FF2B5EF4-FFF2-40B4-BE49-F238E27FC236}">
                <a16:creationId xmlns:a16="http://schemas.microsoft.com/office/drawing/2014/main" id="{8E051993-13C1-8C16-885A-8976A05F6A0A}"/>
              </a:ext>
            </a:extLst>
          </p:cNvPr>
          <p:cNvSpPr txBox="1">
            <a:spLocks/>
          </p:cNvSpPr>
          <p:nvPr/>
        </p:nvSpPr>
        <p:spPr bwMode="auto">
          <a:xfrm>
            <a:off x="5284788" y="4419600"/>
            <a:ext cx="46386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SPEELSTIJL</a:t>
            </a:r>
          </a:p>
        </p:txBody>
      </p:sp>
      <p:sp>
        <p:nvSpPr>
          <p:cNvPr id="19463" name="Rectangle 7" descr="Freeform 7">
            <a:extLst>
              <a:ext uri="{FF2B5EF4-FFF2-40B4-BE49-F238E27FC236}">
                <a16:creationId xmlns:a16="http://schemas.microsoft.com/office/drawing/2014/main" id="{24669059-A688-1FD4-A9CA-BA9A6760F2D9}"/>
              </a:ext>
            </a:extLst>
          </p:cNvPr>
          <p:cNvSpPr>
            <a:spLocks/>
          </p:cNvSpPr>
          <p:nvPr/>
        </p:nvSpPr>
        <p:spPr bwMode="auto">
          <a:xfrm>
            <a:off x="13682663" y="4438650"/>
            <a:ext cx="6261100" cy="2946400"/>
          </a:xfrm>
          <a:prstGeom prst="rect">
            <a:avLst/>
          </a:prstGeom>
          <a:solidFill>
            <a:srgbClr val="173883"/>
          </a:solidFill>
          <a:ln w="127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76200" dir="3243363" algn="ctr" rotWithShape="0">
              <a:srgbClr val="000000">
                <a:alpha val="37999"/>
              </a:srgbClr>
            </a:outerShdw>
          </a:effec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CC89690A-1A30-8D6D-6C2D-18DEB4DDFEBE}"/>
              </a:ext>
            </a:extLst>
          </p:cNvPr>
          <p:cNvSpPr>
            <a:spLocks/>
          </p:cNvSpPr>
          <p:nvPr/>
        </p:nvSpPr>
        <p:spPr bwMode="auto">
          <a:xfrm>
            <a:off x="13679488" y="5468938"/>
            <a:ext cx="6265862" cy="288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9465" name="Text Box 9" descr="TextBox 13">
            <a:extLst>
              <a:ext uri="{FF2B5EF4-FFF2-40B4-BE49-F238E27FC236}">
                <a16:creationId xmlns:a16="http://schemas.microsoft.com/office/drawing/2014/main" id="{7C8D6F31-903F-C254-DC04-30B116F84434}"/>
              </a:ext>
            </a:extLst>
          </p:cNvPr>
          <p:cNvSpPr txBox="1">
            <a:spLocks/>
          </p:cNvSpPr>
          <p:nvPr/>
        </p:nvSpPr>
        <p:spPr bwMode="auto">
          <a:xfrm>
            <a:off x="14076363" y="5943600"/>
            <a:ext cx="5472112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50838" indent="-350838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Scouting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IDP</a:t>
            </a:r>
          </a:p>
        </p:txBody>
      </p:sp>
      <p:sp>
        <p:nvSpPr>
          <p:cNvPr id="19466" name="Text Box 10" descr="TextBox 16">
            <a:extLst>
              <a:ext uri="{FF2B5EF4-FFF2-40B4-BE49-F238E27FC236}">
                <a16:creationId xmlns:a16="http://schemas.microsoft.com/office/drawing/2014/main" id="{6D1824BA-20AD-1CCC-E8AC-E065D70E2A53}"/>
              </a:ext>
            </a:extLst>
          </p:cNvPr>
          <p:cNvSpPr txBox="1">
            <a:spLocks/>
          </p:cNvSpPr>
          <p:nvPr/>
        </p:nvSpPr>
        <p:spPr bwMode="auto">
          <a:xfrm>
            <a:off x="14493875" y="4419600"/>
            <a:ext cx="46386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PROFIELEN &amp; BEGRIPPEN</a:t>
            </a:r>
          </a:p>
        </p:txBody>
      </p:sp>
      <p:sp>
        <p:nvSpPr>
          <p:cNvPr id="19467" name="AutoShape 11">
            <a:extLst>
              <a:ext uri="{FF2B5EF4-FFF2-40B4-BE49-F238E27FC236}">
                <a16:creationId xmlns:a16="http://schemas.microsoft.com/office/drawing/2014/main" id="{4784969F-249B-0D17-C2CD-43C1B46D1B79}"/>
              </a:ext>
            </a:extLst>
          </p:cNvPr>
          <p:cNvSpPr>
            <a:spLocks/>
          </p:cNvSpPr>
          <p:nvPr/>
        </p:nvSpPr>
        <p:spPr bwMode="auto">
          <a:xfrm>
            <a:off x="5716588" y="9150350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8" name="AutoShape 12">
            <a:extLst>
              <a:ext uri="{FF2B5EF4-FFF2-40B4-BE49-F238E27FC236}">
                <a16:creationId xmlns:a16="http://schemas.microsoft.com/office/drawing/2014/main" id="{23EF87F4-D8D5-80AE-F5FF-135D1B2A003B}"/>
              </a:ext>
            </a:extLst>
          </p:cNvPr>
          <p:cNvSpPr>
            <a:spLocks/>
          </p:cNvSpPr>
          <p:nvPr/>
        </p:nvSpPr>
        <p:spPr bwMode="auto">
          <a:xfrm>
            <a:off x="6440488" y="9150350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9" name="AutoShape 13">
            <a:extLst>
              <a:ext uri="{FF2B5EF4-FFF2-40B4-BE49-F238E27FC236}">
                <a16:creationId xmlns:a16="http://schemas.microsoft.com/office/drawing/2014/main" id="{A1322664-9C50-36D6-0B4B-94457625DECE}"/>
              </a:ext>
            </a:extLst>
          </p:cNvPr>
          <p:cNvSpPr>
            <a:spLocks/>
          </p:cNvSpPr>
          <p:nvPr/>
        </p:nvSpPr>
        <p:spPr bwMode="auto">
          <a:xfrm>
            <a:off x="7162800" y="9150350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0" name="AutoShape 14">
            <a:extLst>
              <a:ext uri="{FF2B5EF4-FFF2-40B4-BE49-F238E27FC236}">
                <a16:creationId xmlns:a16="http://schemas.microsoft.com/office/drawing/2014/main" id="{9C8DD63A-C307-07FF-3254-331037123B9E}"/>
              </a:ext>
            </a:extLst>
          </p:cNvPr>
          <p:cNvSpPr>
            <a:spLocks/>
          </p:cNvSpPr>
          <p:nvPr/>
        </p:nvSpPr>
        <p:spPr bwMode="auto">
          <a:xfrm>
            <a:off x="7885113" y="9150350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1" name="Rectangle 15" descr="Freeform 7">
            <a:extLst>
              <a:ext uri="{FF2B5EF4-FFF2-40B4-BE49-F238E27FC236}">
                <a16:creationId xmlns:a16="http://schemas.microsoft.com/office/drawing/2014/main" id="{97CAB51C-F3E5-A6EA-2D06-B15A79DDEC80}"/>
              </a:ext>
            </a:extLst>
          </p:cNvPr>
          <p:cNvSpPr>
            <a:spLocks/>
          </p:cNvSpPr>
          <p:nvPr/>
        </p:nvSpPr>
        <p:spPr bwMode="auto">
          <a:xfrm>
            <a:off x="5154613" y="9567863"/>
            <a:ext cx="3557587" cy="1938337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18A6E57E-A367-112F-E388-34915060CA8D}"/>
              </a:ext>
            </a:extLst>
          </p:cNvPr>
          <p:cNvSpPr>
            <a:spLocks/>
          </p:cNvSpPr>
          <p:nvPr/>
        </p:nvSpPr>
        <p:spPr bwMode="auto">
          <a:xfrm>
            <a:off x="5153025" y="1036796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9473" name="Text Box 17" descr="TextBox 8">
            <a:extLst>
              <a:ext uri="{FF2B5EF4-FFF2-40B4-BE49-F238E27FC236}">
                <a16:creationId xmlns:a16="http://schemas.microsoft.com/office/drawing/2014/main" id="{641B17ED-0F0A-B62F-E7D6-07F0FA1EB352}"/>
              </a:ext>
            </a:extLst>
          </p:cNvPr>
          <p:cNvSpPr txBox="1">
            <a:spLocks/>
          </p:cNvSpPr>
          <p:nvPr/>
        </p:nvSpPr>
        <p:spPr bwMode="auto">
          <a:xfrm>
            <a:off x="5253038" y="10506075"/>
            <a:ext cx="3360737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TRANSFER TARGET: +€750K</a:t>
            </a:r>
          </a:p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9BBB59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TRANSFERS: &gt;1M</a:t>
            </a:r>
          </a:p>
        </p:txBody>
      </p:sp>
      <p:sp>
        <p:nvSpPr>
          <p:cNvPr id="19474" name="Text Box 18" descr="TextBox 16">
            <a:extLst>
              <a:ext uri="{FF2B5EF4-FFF2-40B4-BE49-F238E27FC236}">
                <a16:creationId xmlns:a16="http://schemas.microsoft.com/office/drawing/2014/main" id="{CD9871B3-B0A6-9283-BC1B-4C5E11AD8B50}"/>
              </a:ext>
            </a:extLst>
          </p:cNvPr>
          <p:cNvSpPr txBox="1">
            <a:spLocks/>
          </p:cNvSpPr>
          <p:nvPr/>
        </p:nvSpPr>
        <p:spPr bwMode="auto">
          <a:xfrm>
            <a:off x="5259388" y="9559925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1</a:t>
            </a:r>
          </a:p>
        </p:txBody>
      </p:sp>
      <p:sp>
        <p:nvSpPr>
          <p:cNvPr id="19475" name="AutoShape 19">
            <a:extLst>
              <a:ext uri="{FF2B5EF4-FFF2-40B4-BE49-F238E27FC236}">
                <a16:creationId xmlns:a16="http://schemas.microsoft.com/office/drawing/2014/main" id="{304A29FF-EF5F-1EAF-758F-7DD9FBFCF223}"/>
              </a:ext>
            </a:extLst>
          </p:cNvPr>
          <p:cNvSpPr>
            <a:spLocks/>
          </p:cNvSpPr>
          <p:nvPr/>
        </p:nvSpPr>
        <p:spPr bwMode="auto">
          <a:xfrm>
            <a:off x="10974388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6" name="AutoShape 20">
            <a:extLst>
              <a:ext uri="{FF2B5EF4-FFF2-40B4-BE49-F238E27FC236}">
                <a16:creationId xmlns:a16="http://schemas.microsoft.com/office/drawing/2014/main" id="{F3C8E011-397B-D6F4-4BE1-73EC849ED3D0}"/>
              </a:ext>
            </a:extLst>
          </p:cNvPr>
          <p:cNvSpPr>
            <a:spLocks/>
          </p:cNvSpPr>
          <p:nvPr/>
        </p:nvSpPr>
        <p:spPr bwMode="auto">
          <a:xfrm>
            <a:off x="11696700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7" name="AutoShape 21">
            <a:extLst>
              <a:ext uri="{FF2B5EF4-FFF2-40B4-BE49-F238E27FC236}">
                <a16:creationId xmlns:a16="http://schemas.microsoft.com/office/drawing/2014/main" id="{5D41F49F-EB34-EC2B-D36A-E7780CF62F98}"/>
              </a:ext>
            </a:extLst>
          </p:cNvPr>
          <p:cNvSpPr>
            <a:spLocks/>
          </p:cNvSpPr>
          <p:nvPr/>
        </p:nvSpPr>
        <p:spPr bwMode="auto">
          <a:xfrm>
            <a:off x="124206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8" name="AutoShape 22">
            <a:extLst>
              <a:ext uri="{FF2B5EF4-FFF2-40B4-BE49-F238E27FC236}">
                <a16:creationId xmlns:a16="http://schemas.microsoft.com/office/drawing/2014/main" id="{F754774D-23CF-A029-9413-625383657BFE}"/>
              </a:ext>
            </a:extLst>
          </p:cNvPr>
          <p:cNvSpPr>
            <a:spLocks/>
          </p:cNvSpPr>
          <p:nvPr/>
        </p:nvSpPr>
        <p:spPr bwMode="auto">
          <a:xfrm>
            <a:off x="131429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79" name="Rectangle 23" descr="Freeform 7">
            <a:extLst>
              <a:ext uri="{FF2B5EF4-FFF2-40B4-BE49-F238E27FC236}">
                <a16:creationId xmlns:a16="http://schemas.microsoft.com/office/drawing/2014/main" id="{F439CF4C-36C8-2CFD-C64C-D9B6681A83E9}"/>
              </a:ext>
            </a:extLst>
          </p:cNvPr>
          <p:cNvSpPr>
            <a:spLocks/>
          </p:cNvSpPr>
          <p:nvPr/>
        </p:nvSpPr>
        <p:spPr bwMode="auto">
          <a:xfrm>
            <a:off x="10412413" y="9575800"/>
            <a:ext cx="3557587" cy="1938338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0" name="Rectangle 24">
            <a:extLst>
              <a:ext uri="{FF2B5EF4-FFF2-40B4-BE49-F238E27FC236}">
                <a16:creationId xmlns:a16="http://schemas.microsoft.com/office/drawing/2014/main" id="{DABC2A00-0145-410E-1407-99FBE52F705E}"/>
              </a:ext>
            </a:extLst>
          </p:cNvPr>
          <p:cNvSpPr>
            <a:spLocks/>
          </p:cNvSpPr>
          <p:nvPr/>
        </p:nvSpPr>
        <p:spPr bwMode="auto">
          <a:xfrm>
            <a:off x="10410825" y="10374313"/>
            <a:ext cx="3560763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9481" name="Text Box 25" descr="TextBox 8">
            <a:extLst>
              <a:ext uri="{FF2B5EF4-FFF2-40B4-BE49-F238E27FC236}">
                <a16:creationId xmlns:a16="http://schemas.microsoft.com/office/drawing/2014/main" id="{7DF37A07-095E-2C97-795A-07D6D70C83C2}"/>
              </a:ext>
            </a:extLst>
          </p:cNvPr>
          <p:cNvSpPr txBox="1">
            <a:spLocks/>
          </p:cNvSpPr>
          <p:nvPr/>
        </p:nvSpPr>
        <p:spPr bwMode="auto">
          <a:xfrm>
            <a:off x="10517188" y="10529888"/>
            <a:ext cx="3360737" cy="84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KKD: TOP 10</a:t>
            </a:r>
          </a:p>
          <a:p>
            <a:pPr>
              <a:lnSpc>
                <a:spcPct val="13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10E POSITIE IN DE KKD</a:t>
            </a:r>
          </a:p>
        </p:txBody>
      </p:sp>
      <p:sp>
        <p:nvSpPr>
          <p:cNvPr id="19482" name="Text Box 26" descr="TextBox 16">
            <a:extLst>
              <a:ext uri="{FF2B5EF4-FFF2-40B4-BE49-F238E27FC236}">
                <a16:creationId xmlns:a16="http://schemas.microsoft.com/office/drawing/2014/main" id="{46E699EF-5D18-B253-712C-76C00BCA3A18}"/>
              </a:ext>
            </a:extLst>
          </p:cNvPr>
          <p:cNvSpPr txBox="1">
            <a:spLocks/>
          </p:cNvSpPr>
          <p:nvPr/>
        </p:nvSpPr>
        <p:spPr bwMode="auto">
          <a:xfrm>
            <a:off x="10517188" y="9567863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2</a:t>
            </a:r>
          </a:p>
        </p:txBody>
      </p:sp>
      <p:sp>
        <p:nvSpPr>
          <p:cNvPr id="19483" name="AutoShape 27">
            <a:extLst>
              <a:ext uri="{FF2B5EF4-FFF2-40B4-BE49-F238E27FC236}">
                <a16:creationId xmlns:a16="http://schemas.microsoft.com/office/drawing/2014/main" id="{347897E2-BC01-2105-FBDA-A9473CDF92A2}"/>
              </a:ext>
            </a:extLst>
          </p:cNvPr>
          <p:cNvSpPr>
            <a:spLocks/>
          </p:cNvSpPr>
          <p:nvPr/>
        </p:nvSpPr>
        <p:spPr bwMode="auto">
          <a:xfrm>
            <a:off x="16232188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4" name="AutoShape 28">
            <a:extLst>
              <a:ext uri="{FF2B5EF4-FFF2-40B4-BE49-F238E27FC236}">
                <a16:creationId xmlns:a16="http://schemas.microsoft.com/office/drawing/2014/main" id="{32CCA10D-9FB9-F21E-90F3-ED866B4445EE}"/>
              </a:ext>
            </a:extLst>
          </p:cNvPr>
          <p:cNvSpPr>
            <a:spLocks/>
          </p:cNvSpPr>
          <p:nvPr/>
        </p:nvSpPr>
        <p:spPr bwMode="auto">
          <a:xfrm>
            <a:off x="16954500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5" name="AutoShape 29">
            <a:extLst>
              <a:ext uri="{FF2B5EF4-FFF2-40B4-BE49-F238E27FC236}">
                <a16:creationId xmlns:a16="http://schemas.microsoft.com/office/drawing/2014/main" id="{6A3D86CD-8D2E-0EB6-68D6-1B3D9636D10F}"/>
              </a:ext>
            </a:extLst>
          </p:cNvPr>
          <p:cNvSpPr>
            <a:spLocks/>
          </p:cNvSpPr>
          <p:nvPr/>
        </p:nvSpPr>
        <p:spPr bwMode="auto">
          <a:xfrm>
            <a:off x="17676813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6" name="AutoShape 30">
            <a:extLst>
              <a:ext uri="{FF2B5EF4-FFF2-40B4-BE49-F238E27FC236}">
                <a16:creationId xmlns:a16="http://schemas.microsoft.com/office/drawing/2014/main" id="{07610309-1ABB-FD5D-F63D-E1F2B7771640}"/>
              </a:ext>
            </a:extLst>
          </p:cNvPr>
          <p:cNvSpPr>
            <a:spLocks/>
          </p:cNvSpPr>
          <p:nvPr/>
        </p:nvSpPr>
        <p:spPr bwMode="auto">
          <a:xfrm>
            <a:off x="184007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7" name="Rectangle 31" descr="Freeform 7">
            <a:extLst>
              <a:ext uri="{FF2B5EF4-FFF2-40B4-BE49-F238E27FC236}">
                <a16:creationId xmlns:a16="http://schemas.microsoft.com/office/drawing/2014/main" id="{05C79387-B2C3-5D06-44E7-1A7DCEB9E2F0}"/>
              </a:ext>
            </a:extLst>
          </p:cNvPr>
          <p:cNvSpPr>
            <a:spLocks/>
          </p:cNvSpPr>
          <p:nvPr/>
        </p:nvSpPr>
        <p:spPr bwMode="auto">
          <a:xfrm>
            <a:off x="15670213" y="9575800"/>
            <a:ext cx="3557587" cy="1938338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88" name="Rectangle 32">
            <a:extLst>
              <a:ext uri="{FF2B5EF4-FFF2-40B4-BE49-F238E27FC236}">
                <a16:creationId xmlns:a16="http://schemas.microsoft.com/office/drawing/2014/main" id="{622B65BA-F973-DAEB-1183-77F4383CFAB5}"/>
              </a:ext>
            </a:extLst>
          </p:cNvPr>
          <p:cNvSpPr>
            <a:spLocks/>
          </p:cNvSpPr>
          <p:nvPr/>
        </p:nvSpPr>
        <p:spPr bwMode="auto">
          <a:xfrm>
            <a:off x="15667038" y="1037431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9489" name="Text Box 33" descr="TextBox 8">
            <a:extLst>
              <a:ext uri="{FF2B5EF4-FFF2-40B4-BE49-F238E27FC236}">
                <a16:creationId xmlns:a16="http://schemas.microsoft.com/office/drawing/2014/main" id="{F19FE448-885B-05F7-66D8-092D8228BF5C}"/>
              </a:ext>
            </a:extLst>
          </p:cNvPr>
          <p:cNvSpPr txBox="1">
            <a:spLocks/>
          </p:cNvSpPr>
          <p:nvPr/>
        </p:nvSpPr>
        <p:spPr bwMode="auto">
          <a:xfrm>
            <a:off x="15774988" y="10529888"/>
            <a:ext cx="3360737" cy="84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ACADEMY PLAYERS: 50%*</a:t>
            </a:r>
          </a:p>
          <a:p>
            <a:pPr>
              <a:lnSpc>
                <a:spcPct val="13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COMPETITIEMINUTEN: 38%</a:t>
            </a:r>
          </a:p>
        </p:txBody>
      </p:sp>
      <p:sp>
        <p:nvSpPr>
          <p:cNvPr id="19490" name="Text Box 34" descr="TextBox 16">
            <a:extLst>
              <a:ext uri="{FF2B5EF4-FFF2-40B4-BE49-F238E27FC236}">
                <a16:creationId xmlns:a16="http://schemas.microsoft.com/office/drawing/2014/main" id="{ABB70993-3EEC-D69E-0752-05F43DAF1051}"/>
              </a:ext>
            </a:extLst>
          </p:cNvPr>
          <p:cNvSpPr txBox="1">
            <a:spLocks/>
          </p:cNvSpPr>
          <p:nvPr/>
        </p:nvSpPr>
        <p:spPr bwMode="auto">
          <a:xfrm>
            <a:off x="15774988" y="9567863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3</a:t>
            </a:r>
          </a:p>
        </p:txBody>
      </p:sp>
      <p:sp>
        <p:nvSpPr>
          <p:cNvPr id="19491" name="Text Box 35">
            <a:extLst>
              <a:ext uri="{FF2B5EF4-FFF2-40B4-BE49-F238E27FC236}">
                <a16:creationId xmlns:a16="http://schemas.microsoft.com/office/drawing/2014/main" id="{BE7D0E5A-6080-33B0-6DAD-55B66C972FB2}"/>
              </a:ext>
            </a:extLst>
          </p:cNvPr>
          <p:cNvSpPr txBox="1">
            <a:spLocks/>
          </p:cNvSpPr>
          <p:nvPr/>
        </p:nvSpPr>
        <p:spPr bwMode="auto">
          <a:xfrm>
            <a:off x="457200" y="12995275"/>
            <a:ext cx="4843463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1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**MINIMAAL 3 JAAR IN DE ACADEMY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1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(STAN, MEES, KEVIN, DANNY, NICK, SHEDDY, TJEMME, ILIAS)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 descr="TextBox 11">
            <a:extLst>
              <a:ext uri="{FF2B5EF4-FFF2-40B4-BE49-F238E27FC236}">
                <a16:creationId xmlns:a16="http://schemas.microsoft.com/office/drawing/2014/main" id="{807937BA-D93D-7482-A0BC-8BBE8F0F442F}"/>
              </a:ext>
            </a:extLst>
          </p:cNvPr>
          <p:cNvSpPr txBox="1">
            <a:spLocks/>
          </p:cNvSpPr>
          <p:nvPr/>
        </p:nvSpPr>
        <p:spPr bwMode="auto">
          <a:xfrm>
            <a:off x="3435350" y="21891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2" name="Text Box 2" descr="TextBox 37">
            <a:extLst>
              <a:ext uri="{FF2B5EF4-FFF2-40B4-BE49-F238E27FC236}">
                <a16:creationId xmlns:a16="http://schemas.microsoft.com/office/drawing/2014/main" id="{8E45DEBC-7D09-3710-3B38-CE80449085DD}"/>
              </a:ext>
            </a:extLst>
          </p:cNvPr>
          <p:cNvSpPr txBox="1">
            <a:spLocks/>
          </p:cNvSpPr>
          <p:nvPr/>
        </p:nvSpPr>
        <p:spPr bwMode="auto">
          <a:xfrm>
            <a:off x="2262188" y="838200"/>
            <a:ext cx="4440237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LID4096" altLang="LID4096" sz="4500" b="1">
                <a:solidFill>
                  <a:srgbClr val="FFFFFF"/>
                </a:solidFill>
                <a:latin typeface="Cabin Bold" charset="0"/>
                <a:ea typeface="Cabin Bold" charset="0"/>
                <a:cs typeface="Cabin Bold" charset="0"/>
                <a:sym typeface="Cabin Bold" charset="0"/>
              </a:rPr>
              <a:t>Player name</a:t>
            </a:r>
          </a:p>
        </p:txBody>
      </p:sp>
      <p:sp>
        <p:nvSpPr>
          <p:cNvPr id="20483" name="Text Box 3" descr="TextBox 23">
            <a:extLst>
              <a:ext uri="{FF2B5EF4-FFF2-40B4-BE49-F238E27FC236}">
                <a16:creationId xmlns:a16="http://schemas.microsoft.com/office/drawing/2014/main" id="{99A9D987-40E0-E3EA-3747-85FCC56ADF52}"/>
              </a:ext>
            </a:extLst>
          </p:cNvPr>
          <p:cNvSpPr txBox="1">
            <a:spLocks/>
          </p:cNvSpPr>
          <p:nvPr/>
        </p:nvSpPr>
        <p:spPr bwMode="auto">
          <a:xfrm>
            <a:off x="18362613" y="584200"/>
            <a:ext cx="5467350" cy="322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</p:txBody>
      </p:sp>
      <p:sp>
        <p:nvSpPr>
          <p:cNvPr id="20484" name="Text Box 4" descr="TextBox 11">
            <a:extLst>
              <a:ext uri="{FF2B5EF4-FFF2-40B4-BE49-F238E27FC236}">
                <a16:creationId xmlns:a16="http://schemas.microsoft.com/office/drawing/2014/main" id="{53ABBD48-DAF3-BFEC-5E7E-1A009732E75E}"/>
              </a:ext>
            </a:extLst>
          </p:cNvPr>
          <p:cNvSpPr txBox="1">
            <a:spLocks/>
          </p:cNvSpPr>
          <p:nvPr/>
        </p:nvSpPr>
        <p:spPr bwMode="auto">
          <a:xfrm>
            <a:off x="3444875" y="294322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5" name="Text Box 5" descr="TextBox 11">
            <a:extLst>
              <a:ext uri="{FF2B5EF4-FFF2-40B4-BE49-F238E27FC236}">
                <a16:creationId xmlns:a16="http://schemas.microsoft.com/office/drawing/2014/main" id="{A9D11762-6FC6-9E2B-74AD-3753FCF2DA28}"/>
              </a:ext>
            </a:extLst>
          </p:cNvPr>
          <p:cNvSpPr txBox="1">
            <a:spLocks/>
          </p:cNvSpPr>
          <p:nvPr/>
        </p:nvSpPr>
        <p:spPr bwMode="auto">
          <a:xfrm>
            <a:off x="3441700" y="37004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6" name="Text Box 6" descr="TextBox 11">
            <a:extLst>
              <a:ext uri="{FF2B5EF4-FFF2-40B4-BE49-F238E27FC236}">
                <a16:creationId xmlns:a16="http://schemas.microsoft.com/office/drawing/2014/main" id="{820CFF4F-BA04-1B29-42DC-82EC4CE9F6CA}"/>
              </a:ext>
            </a:extLst>
          </p:cNvPr>
          <p:cNvSpPr txBox="1">
            <a:spLocks/>
          </p:cNvSpPr>
          <p:nvPr/>
        </p:nvSpPr>
        <p:spPr bwMode="auto">
          <a:xfrm>
            <a:off x="3467100" y="4459288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7" name="Text Box 7" descr="TextBox 11">
            <a:extLst>
              <a:ext uri="{FF2B5EF4-FFF2-40B4-BE49-F238E27FC236}">
                <a16:creationId xmlns:a16="http://schemas.microsoft.com/office/drawing/2014/main" id="{20495FE3-BBA1-FE0D-74F4-94C4462FD6B7}"/>
              </a:ext>
            </a:extLst>
          </p:cNvPr>
          <p:cNvSpPr txBox="1">
            <a:spLocks/>
          </p:cNvSpPr>
          <p:nvPr/>
        </p:nvSpPr>
        <p:spPr bwMode="auto">
          <a:xfrm>
            <a:off x="3467100" y="521017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8" name="Text Box 8" descr="TextBox 11">
            <a:extLst>
              <a:ext uri="{FF2B5EF4-FFF2-40B4-BE49-F238E27FC236}">
                <a16:creationId xmlns:a16="http://schemas.microsoft.com/office/drawing/2014/main" id="{66B0132D-4317-8F8B-0144-6AE6B64E57D6}"/>
              </a:ext>
            </a:extLst>
          </p:cNvPr>
          <p:cNvSpPr txBox="1">
            <a:spLocks/>
          </p:cNvSpPr>
          <p:nvPr/>
        </p:nvSpPr>
        <p:spPr bwMode="auto">
          <a:xfrm>
            <a:off x="3467100" y="5945188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89" name="Text Box 9" descr="TextBox 11">
            <a:extLst>
              <a:ext uri="{FF2B5EF4-FFF2-40B4-BE49-F238E27FC236}">
                <a16:creationId xmlns:a16="http://schemas.microsoft.com/office/drawing/2014/main" id="{1DC08195-EC8B-577F-737A-BC6ECF98B3C0}"/>
              </a:ext>
            </a:extLst>
          </p:cNvPr>
          <p:cNvSpPr txBox="1">
            <a:spLocks/>
          </p:cNvSpPr>
          <p:nvPr/>
        </p:nvSpPr>
        <p:spPr bwMode="auto">
          <a:xfrm>
            <a:off x="3467100" y="667702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0" name="Text Box 10" descr="TextBox 11">
            <a:extLst>
              <a:ext uri="{FF2B5EF4-FFF2-40B4-BE49-F238E27FC236}">
                <a16:creationId xmlns:a16="http://schemas.microsoft.com/office/drawing/2014/main" id="{CED67EED-9E09-17C1-C755-B8D6A558DE4F}"/>
              </a:ext>
            </a:extLst>
          </p:cNvPr>
          <p:cNvSpPr txBox="1">
            <a:spLocks/>
          </p:cNvSpPr>
          <p:nvPr/>
        </p:nvSpPr>
        <p:spPr bwMode="auto">
          <a:xfrm>
            <a:off x="11202988" y="1087438"/>
            <a:ext cx="215265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1" name="Text Box 11" descr="TextBox 11">
            <a:extLst>
              <a:ext uri="{FF2B5EF4-FFF2-40B4-BE49-F238E27FC236}">
                <a16:creationId xmlns:a16="http://schemas.microsoft.com/office/drawing/2014/main" id="{721A1144-D132-79B2-84CC-4AE4D4745D92}"/>
              </a:ext>
            </a:extLst>
          </p:cNvPr>
          <p:cNvSpPr txBox="1">
            <a:spLocks/>
          </p:cNvSpPr>
          <p:nvPr/>
        </p:nvSpPr>
        <p:spPr bwMode="auto">
          <a:xfrm>
            <a:off x="11202988" y="1806575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2" name="Text Box 12" descr="TextBox 11">
            <a:extLst>
              <a:ext uri="{FF2B5EF4-FFF2-40B4-BE49-F238E27FC236}">
                <a16:creationId xmlns:a16="http://schemas.microsoft.com/office/drawing/2014/main" id="{58E298C6-0C08-D586-673A-3A5B3C6D09BF}"/>
              </a:ext>
            </a:extLst>
          </p:cNvPr>
          <p:cNvSpPr txBox="1">
            <a:spLocks/>
          </p:cNvSpPr>
          <p:nvPr/>
        </p:nvSpPr>
        <p:spPr bwMode="auto">
          <a:xfrm>
            <a:off x="11202988" y="2611438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3" name="Text Box 13" descr="TextBox 11">
            <a:extLst>
              <a:ext uri="{FF2B5EF4-FFF2-40B4-BE49-F238E27FC236}">
                <a16:creationId xmlns:a16="http://schemas.microsoft.com/office/drawing/2014/main" id="{7E55B722-4BBC-6262-C48D-81E85A1EE09E}"/>
              </a:ext>
            </a:extLst>
          </p:cNvPr>
          <p:cNvSpPr txBox="1">
            <a:spLocks/>
          </p:cNvSpPr>
          <p:nvPr/>
        </p:nvSpPr>
        <p:spPr bwMode="auto">
          <a:xfrm>
            <a:off x="11202988" y="3370263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4" name="Text Box 14" descr="TextBox 11">
            <a:extLst>
              <a:ext uri="{FF2B5EF4-FFF2-40B4-BE49-F238E27FC236}">
                <a16:creationId xmlns:a16="http://schemas.microsoft.com/office/drawing/2014/main" id="{D4B03FBC-783F-156A-2A91-130A34F47A67}"/>
              </a:ext>
            </a:extLst>
          </p:cNvPr>
          <p:cNvSpPr txBox="1">
            <a:spLocks/>
          </p:cNvSpPr>
          <p:nvPr/>
        </p:nvSpPr>
        <p:spPr bwMode="auto">
          <a:xfrm>
            <a:off x="13587413" y="1087438"/>
            <a:ext cx="21510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5" name="Text Box 15" descr="TextBox 11">
            <a:extLst>
              <a:ext uri="{FF2B5EF4-FFF2-40B4-BE49-F238E27FC236}">
                <a16:creationId xmlns:a16="http://schemas.microsoft.com/office/drawing/2014/main" id="{485B4E91-29F0-619F-BC5B-1D4966E57199}"/>
              </a:ext>
            </a:extLst>
          </p:cNvPr>
          <p:cNvSpPr txBox="1">
            <a:spLocks/>
          </p:cNvSpPr>
          <p:nvPr/>
        </p:nvSpPr>
        <p:spPr bwMode="auto">
          <a:xfrm>
            <a:off x="13587413" y="1806575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6" name="Text Box 16" descr="TextBox 11">
            <a:extLst>
              <a:ext uri="{FF2B5EF4-FFF2-40B4-BE49-F238E27FC236}">
                <a16:creationId xmlns:a16="http://schemas.microsoft.com/office/drawing/2014/main" id="{930EF375-1A05-ACC9-B21C-0A79A34E1E78}"/>
              </a:ext>
            </a:extLst>
          </p:cNvPr>
          <p:cNvSpPr txBox="1">
            <a:spLocks/>
          </p:cNvSpPr>
          <p:nvPr/>
        </p:nvSpPr>
        <p:spPr bwMode="auto">
          <a:xfrm>
            <a:off x="13587413" y="2611438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7" name="Text Box 17" descr="TextBox 11">
            <a:extLst>
              <a:ext uri="{FF2B5EF4-FFF2-40B4-BE49-F238E27FC236}">
                <a16:creationId xmlns:a16="http://schemas.microsoft.com/office/drawing/2014/main" id="{96CA5593-70CB-11F8-FCD7-088A70337A08}"/>
              </a:ext>
            </a:extLst>
          </p:cNvPr>
          <p:cNvSpPr txBox="1">
            <a:spLocks/>
          </p:cNvSpPr>
          <p:nvPr/>
        </p:nvSpPr>
        <p:spPr bwMode="auto">
          <a:xfrm>
            <a:off x="13587413" y="3370263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498" name="Text Box 18">
            <a:extLst>
              <a:ext uri="{FF2B5EF4-FFF2-40B4-BE49-F238E27FC236}">
                <a16:creationId xmlns:a16="http://schemas.microsoft.com/office/drawing/2014/main" id="{202180CE-8897-DC21-EB79-7735887FAE7E}"/>
              </a:ext>
            </a:extLst>
          </p:cNvPr>
          <p:cNvSpPr txBox="1">
            <a:spLocks/>
          </p:cNvSpPr>
          <p:nvPr/>
        </p:nvSpPr>
        <p:spPr bwMode="auto">
          <a:xfrm>
            <a:off x="19740563" y="9663113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0499" name="Text Box 19">
            <a:extLst>
              <a:ext uri="{FF2B5EF4-FFF2-40B4-BE49-F238E27FC236}">
                <a16:creationId xmlns:a16="http://schemas.microsoft.com/office/drawing/2014/main" id="{66AF6857-F765-351E-ADAD-707CD59AC0B3}"/>
              </a:ext>
            </a:extLst>
          </p:cNvPr>
          <p:cNvSpPr txBox="1">
            <a:spLocks/>
          </p:cNvSpPr>
          <p:nvPr/>
        </p:nvSpPr>
        <p:spPr bwMode="auto">
          <a:xfrm>
            <a:off x="19740563" y="10418763"/>
            <a:ext cx="3576637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0500" name="Text Box 20">
            <a:extLst>
              <a:ext uri="{FF2B5EF4-FFF2-40B4-BE49-F238E27FC236}">
                <a16:creationId xmlns:a16="http://schemas.microsoft.com/office/drawing/2014/main" id="{5B54D3DF-B4B8-7964-4E5B-38261299B0FB}"/>
              </a:ext>
            </a:extLst>
          </p:cNvPr>
          <p:cNvSpPr txBox="1">
            <a:spLocks/>
          </p:cNvSpPr>
          <p:nvPr/>
        </p:nvSpPr>
        <p:spPr bwMode="auto">
          <a:xfrm>
            <a:off x="19740563" y="11196638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0501" name="Text Box 21">
            <a:extLst>
              <a:ext uri="{FF2B5EF4-FFF2-40B4-BE49-F238E27FC236}">
                <a16:creationId xmlns:a16="http://schemas.microsoft.com/office/drawing/2014/main" id="{43B1320A-3AF8-F6FA-D293-74DAFC784348}"/>
              </a:ext>
            </a:extLst>
          </p:cNvPr>
          <p:cNvSpPr txBox="1">
            <a:spLocks/>
          </p:cNvSpPr>
          <p:nvPr/>
        </p:nvSpPr>
        <p:spPr bwMode="auto">
          <a:xfrm>
            <a:off x="19753263" y="11925300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0502" name="Text Box 22">
            <a:extLst>
              <a:ext uri="{FF2B5EF4-FFF2-40B4-BE49-F238E27FC236}">
                <a16:creationId xmlns:a16="http://schemas.microsoft.com/office/drawing/2014/main" id="{6B3F4EC7-FEDD-4EF7-309D-0925A7D35139}"/>
              </a:ext>
            </a:extLst>
          </p:cNvPr>
          <p:cNvSpPr txBox="1">
            <a:spLocks/>
          </p:cNvSpPr>
          <p:nvPr/>
        </p:nvSpPr>
        <p:spPr bwMode="auto">
          <a:xfrm>
            <a:off x="19753263" y="12652375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0503" name="Text Box 23" descr="TextBox 31">
            <a:extLst>
              <a:ext uri="{FF2B5EF4-FFF2-40B4-BE49-F238E27FC236}">
                <a16:creationId xmlns:a16="http://schemas.microsoft.com/office/drawing/2014/main" id="{6EA2A3A2-AC6D-0C36-1A17-362E77493C2E}"/>
              </a:ext>
            </a:extLst>
          </p:cNvPr>
          <p:cNvSpPr txBox="1">
            <a:spLocks/>
          </p:cNvSpPr>
          <p:nvPr/>
        </p:nvSpPr>
        <p:spPr bwMode="auto">
          <a:xfrm>
            <a:off x="8031163" y="9220200"/>
            <a:ext cx="79406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000">
              <a:solidFill>
                <a:srgbClr val="FFFFFF"/>
              </a:solidFill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504" name="Text Box 24" descr="TextBox 11">
            <a:extLst>
              <a:ext uri="{FF2B5EF4-FFF2-40B4-BE49-F238E27FC236}">
                <a16:creationId xmlns:a16="http://schemas.microsoft.com/office/drawing/2014/main" id="{9128EE23-B359-EBF5-DC48-CF75395A83A3}"/>
              </a:ext>
            </a:extLst>
          </p:cNvPr>
          <p:cNvSpPr txBox="1">
            <a:spLocks/>
          </p:cNvSpPr>
          <p:nvPr/>
        </p:nvSpPr>
        <p:spPr bwMode="auto">
          <a:xfrm>
            <a:off x="3467100" y="74342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505" name="Text Box 25" descr="TextBox 11">
            <a:extLst>
              <a:ext uri="{FF2B5EF4-FFF2-40B4-BE49-F238E27FC236}">
                <a16:creationId xmlns:a16="http://schemas.microsoft.com/office/drawing/2014/main" id="{F3EB1C72-5526-9462-FB51-A8B0D1D9FF9D}"/>
              </a:ext>
            </a:extLst>
          </p:cNvPr>
          <p:cNvSpPr txBox="1">
            <a:spLocks/>
          </p:cNvSpPr>
          <p:nvPr/>
        </p:nvSpPr>
        <p:spPr bwMode="auto">
          <a:xfrm>
            <a:off x="3467100" y="8147050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0506" name="Oval 26">
            <a:extLst>
              <a:ext uri="{FF2B5EF4-FFF2-40B4-BE49-F238E27FC236}">
                <a16:creationId xmlns:a16="http://schemas.microsoft.com/office/drawing/2014/main" id="{2B56F600-3252-B8B4-9DD0-8B2666494887}"/>
              </a:ext>
            </a:extLst>
          </p:cNvPr>
          <p:cNvSpPr>
            <a:spLocks/>
          </p:cNvSpPr>
          <p:nvPr/>
        </p:nvSpPr>
        <p:spPr bwMode="auto">
          <a:xfrm>
            <a:off x="8370888" y="5118100"/>
            <a:ext cx="2857500" cy="28575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sp>
        <p:nvSpPr>
          <p:cNvPr id="20507" name="Oval 27">
            <a:extLst>
              <a:ext uri="{FF2B5EF4-FFF2-40B4-BE49-F238E27FC236}">
                <a16:creationId xmlns:a16="http://schemas.microsoft.com/office/drawing/2014/main" id="{316DF7F4-494A-9DC7-7F61-F4358F2DAA85}"/>
              </a:ext>
            </a:extLst>
          </p:cNvPr>
          <p:cNvSpPr>
            <a:spLocks/>
          </p:cNvSpPr>
          <p:nvPr/>
        </p:nvSpPr>
        <p:spPr bwMode="auto">
          <a:xfrm>
            <a:off x="12693650" y="5122863"/>
            <a:ext cx="2857500" cy="28575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xx%</a:t>
            </a:r>
          </a:p>
        </p:txBody>
      </p:sp>
      <p:sp>
        <p:nvSpPr>
          <p:cNvPr id="20508" name="Text Box 28">
            <a:extLst>
              <a:ext uri="{FF2B5EF4-FFF2-40B4-BE49-F238E27FC236}">
                <a16:creationId xmlns:a16="http://schemas.microsoft.com/office/drawing/2014/main" id="{1A4F3131-67E6-AC0F-6091-9BB1AD45204A}"/>
              </a:ext>
            </a:extLst>
          </p:cNvPr>
          <p:cNvSpPr txBox="1">
            <a:spLocks/>
          </p:cNvSpPr>
          <p:nvPr/>
        </p:nvSpPr>
        <p:spPr bwMode="auto">
          <a:xfrm>
            <a:off x="4875213" y="268288"/>
            <a:ext cx="2676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DATE: DD-MM-JJJJ</a:t>
            </a:r>
          </a:p>
        </p:txBody>
      </p:sp>
      <p:sp>
        <p:nvSpPr>
          <p:cNvPr id="20509" name="Text Box 29">
            <a:extLst>
              <a:ext uri="{FF2B5EF4-FFF2-40B4-BE49-F238E27FC236}">
                <a16:creationId xmlns:a16="http://schemas.microsoft.com/office/drawing/2014/main" id="{A1FD61E6-0C2E-7899-4836-1888A279C47C}"/>
              </a:ext>
            </a:extLst>
          </p:cNvPr>
          <p:cNvSpPr txBox="1">
            <a:spLocks/>
          </p:cNvSpPr>
          <p:nvPr/>
        </p:nvSpPr>
        <p:spPr bwMode="auto">
          <a:xfrm>
            <a:off x="16840200" y="7061200"/>
            <a:ext cx="2870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UITHOUDINGSVERMOGEN</a:t>
            </a:r>
          </a:p>
        </p:txBody>
      </p:sp>
      <p:sp>
        <p:nvSpPr>
          <p:cNvPr id="20510" name="Text Box 30">
            <a:extLst>
              <a:ext uri="{FF2B5EF4-FFF2-40B4-BE49-F238E27FC236}">
                <a16:creationId xmlns:a16="http://schemas.microsoft.com/office/drawing/2014/main" id="{1EA8A235-A1D4-2114-E2CC-EBF1E3C1C440}"/>
              </a:ext>
            </a:extLst>
          </p:cNvPr>
          <p:cNvSpPr txBox="1">
            <a:spLocks/>
          </p:cNvSpPr>
          <p:nvPr/>
        </p:nvSpPr>
        <p:spPr bwMode="auto">
          <a:xfrm>
            <a:off x="16857663" y="6554788"/>
            <a:ext cx="25177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DUELKRACHT</a:t>
            </a:r>
          </a:p>
        </p:txBody>
      </p:sp>
      <p:sp>
        <p:nvSpPr>
          <p:cNvPr id="20511" name="Text Box 31">
            <a:extLst>
              <a:ext uri="{FF2B5EF4-FFF2-40B4-BE49-F238E27FC236}">
                <a16:creationId xmlns:a16="http://schemas.microsoft.com/office/drawing/2014/main" id="{0AF6A23E-AE6D-F413-D68C-1326143F53B4}"/>
              </a:ext>
            </a:extLst>
          </p:cNvPr>
          <p:cNvSpPr txBox="1">
            <a:spLocks/>
          </p:cNvSpPr>
          <p:nvPr/>
        </p:nvSpPr>
        <p:spPr bwMode="auto">
          <a:xfrm>
            <a:off x="16857663" y="6035675"/>
            <a:ext cx="213836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POSITIE KIEZEN (A)</a:t>
            </a:r>
          </a:p>
        </p:txBody>
      </p:sp>
      <p:sp>
        <p:nvSpPr>
          <p:cNvPr id="20512" name="Text Box 32">
            <a:extLst>
              <a:ext uri="{FF2B5EF4-FFF2-40B4-BE49-F238E27FC236}">
                <a16:creationId xmlns:a16="http://schemas.microsoft.com/office/drawing/2014/main" id="{53EB4E23-2468-3EA8-9D49-C9C3E9BFDB43}"/>
              </a:ext>
            </a:extLst>
          </p:cNvPr>
          <p:cNvSpPr txBox="1">
            <a:spLocks/>
          </p:cNvSpPr>
          <p:nvPr/>
        </p:nvSpPr>
        <p:spPr bwMode="auto">
          <a:xfrm>
            <a:off x="16857663" y="5492750"/>
            <a:ext cx="30003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DIEPTE LOOPACTIES</a:t>
            </a:r>
          </a:p>
        </p:txBody>
      </p:sp>
      <p:sp>
        <p:nvSpPr>
          <p:cNvPr id="20513" name="Text Box 33">
            <a:extLst>
              <a:ext uri="{FF2B5EF4-FFF2-40B4-BE49-F238E27FC236}">
                <a16:creationId xmlns:a16="http://schemas.microsoft.com/office/drawing/2014/main" id="{37549602-2406-F0A3-4954-5CB7977DC5C9}"/>
              </a:ext>
            </a:extLst>
          </p:cNvPr>
          <p:cNvSpPr txBox="1">
            <a:spLocks/>
          </p:cNvSpPr>
          <p:nvPr/>
        </p:nvSpPr>
        <p:spPr bwMode="auto">
          <a:xfrm>
            <a:off x="16857663" y="4960938"/>
            <a:ext cx="25177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DOELGERICHTHEID</a:t>
            </a:r>
          </a:p>
        </p:txBody>
      </p:sp>
      <p:sp>
        <p:nvSpPr>
          <p:cNvPr id="20514" name="AutoShape 34">
            <a:extLst>
              <a:ext uri="{FF2B5EF4-FFF2-40B4-BE49-F238E27FC236}">
                <a16:creationId xmlns:a16="http://schemas.microsoft.com/office/drawing/2014/main" id="{8887B855-3397-3508-E762-A794079F0367}"/>
              </a:ext>
            </a:extLst>
          </p:cNvPr>
          <p:cNvSpPr>
            <a:spLocks/>
          </p:cNvSpPr>
          <p:nvPr/>
        </p:nvSpPr>
        <p:spPr bwMode="auto">
          <a:xfrm>
            <a:off x="20513675" y="7042150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5" name="AutoShape 35">
            <a:extLst>
              <a:ext uri="{FF2B5EF4-FFF2-40B4-BE49-F238E27FC236}">
                <a16:creationId xmlns:a16="http://schemas.microsoft.com/office/drawing/2014/main" id="{991DA9D7-8C28-A73A-D8D8-72DC5521203E}"/>
              </a:ext>
            </a:extLst>
          </p:cNvPr>
          <p:cNvSpPr>
            <a:spLocks/>
          </p:cNvSpPr>
          <p:nvPr/>
        </p:nvSpPr>
        <p:spPr bwMode="auto">
          <a:xfrm>
            <a:off x="20851813" y="7042150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6" name="AutoShape 36">
            <a:extLst>
              <a:ext uri="{FF2B5EF4-FFF2-40B4-BE49-F238E27FC236}">
                <a16:creationId xmlns:a16="http://schemas.microsoft.com/office/drawing/2014/main" id="{35846132-BBFF-6E7F-E161-D80F3B8A5831}"/>
              </a:ext>
            </a:extLst>
          </p:cNvPr>
          <p:cNvSpPr>
            <a:spLocks/>
          </p:cNvSpPr>
          <p:nvPr/>
        </p:nvSpPr>
        <p:spPr bwMode="auto">
          <a:xfrm>
            <a:off x="21191538" y="7042150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7" name="AutoShape 37">
            <a:extLst>
              <a:ext uri="{FF2B5EF4-FFF2-40B4-BE49-F238E27FC236}">
                <a16:creationId xmlns:a16="http://schemas.microsoft.com/office/drawing/2014/main" id="{3032DE85-03D2-E97C-B6BE-BA16A98F23AC}"/>
              </a:ext>
            </a:extLst>
          </p:cNvPr>
          <p:cNvSpPr>
            <a:spLocks/>
          </p:cNvSpPr>
          <p:nvPr/>
        </p:nvSpPr>
        <p:spPr bwMode="auto">
          <a:xfrm>
            <a:off x="21529675" y="7042150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8" name="AutoShape 38">
            <a:extLst>
              <a:ext uri="{FF2B5EF4-FFF2-40B4-BE49-F238E27FC236}">
                <a16:creationId xmlns:a16="http://schemas.microsoft.com/office/drawing/2014/main" id="{6A8593A4-9C18-4764-E43C-448A20719D13}"/>
              </a:ext>
            </a:extLst>
          </p:cNvPr>
          <p:cNvSpPr>
            <a:spLocks/>
          </p:cNvSpPr>
          <p:nvPr/>
        </p:nvSpPr>
        <p:spPr bwMode="auto">
          <a:xfrm>
            <a:off x="21863050" y="7042150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9" name="AutoShape 39">
            <a:extLst>
              <a:ext uri="{FF2B5EF4-FFF2-40B4-BE49-F238E27FC236}">
                <a16:creationId xmlns:a16="http://schemas.microsoft.com/office/drawing/2014/main" id="{68D1EF17-D701-E3E7-F548-965BF753B30F}"/>
              </a:ext>
            </a:extLst>
          </p:cNvPr>
          <p:cNvSpPr>
            <a:spLocks/>
          </p:cNvSpPr>
          <p:nvPr/>
        </p:nvSpPr>
        <p:spPr bwMode="auto">
          <a:xfrm>
            <a:off x="22201188" y="7042150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0" name="AutoShape 40">
            <a:extLst>
              <a:ext uri="{FF2B5EF4-FFF2-40B4-BE49-F238E27FC236}">
                <a16:creationId xmlns:a16="http://schemas.microsoft.com/office/drawing/2014/main" id="{D7143A14-EA68-B93C-86F9-2D2DCB4C680D}"/>
              </a:ext>
            </a:extLst>
          </p:cNvPr>
          <p:cNvSpPr>
            <a:spLocks/>
          </p:cNvSpPr>
          <p:nvPr/>
        </p:nvSpPr>
        <p:spPr bwMode="auto">
          <a:xfrm>
            <a:off x="22540913" y="7042150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1" name="AutoShape 41">
            <a:extLst>
              <a:ext uri="{FF2B5EF4-FFF2-40B4-BE49-F238E27FC236}">
                <a16:creationId xmlns:a16="http://schemas.microsoft.com/office/drawing/2014/main" id="{AEFDF03F-F6FC-824A-8116-5010DC9FCAF0}"/>
              </a:ext>
            </a:extLst>
          </p:cNvPr>
          <p:cNvSpPr>
            <a:spLocks/>
          </p:cNvSpPr>
          <p:nvPr/>
        </p:nvSpPr>
        <p:spPr bwMode="auto">
          <a:xfrm>
            <a:off x="22879050" y="7042150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2" name="AutoShape 42">
            <a:extLst>
              <a:ext uri="{FF2B5EF4-FFF2-40B4-BE49-F238E27FC236}">
                <a16:creationId xmlns:a16="http://schemas.microsoft.com/office/drawing/2014/main" id="{4FA1FC03-23DA-3C3E-4DBD-3D26C2F16175}"/>
              </a:ext>
            </a:extLst>
          </p:cNvPr>
          <p:cNvSpPr>
            <a:spLocks/>
          </p:cNvSpPr>
          <p:nvPr/>
        </p:nvSpPr>
        <p:spPr bwMode="auto">
          <a:xfrm>
            <a:off x="23214013" y="7042150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3" name="AutoShape 43">
            <a:extLst>
              <a:ext uri="{FF2B5EF4-FFF2-40B4-BE49-F238E27FC236}">
                <a16:creationId xmlns:a16="http://schemas.microsoft.com/office/drawing/2014/main" id="{49724EA9-0A41-DA90-5187-EB18059078C8}"/>
              </a:ext>
            </a:extLst>
          </p:cNvPr>
          <p:cNvSpPr>
            <a:spLocks/>
          </p:cNvSpPr>
          <p:nvPr/>
        </p:nvSpPr>
        <p:spPr bwMode="auto">
          <a:xfrm>
            <a:off x="23552150" y="7042150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4" name="AutoShape 44">
            <a:extLst>
              <a:ext uri="{FF2B5EF4-FFF2-40B4-BE49-F238E27FC236}">
                <a16:creationId xmlns:a16="http://schemas.microsoft.com/office/drawing/2014/main" id="{9BECE82E-AC7E-5018-582E-B42DD15EB601}"/>
              </a:ext>
            </a:extLst>
          </p:cNvPr>
          <p:cNvSpPr>
            <a:spLocks/>
          </p:cNvSpPr>
          <p:nvPr/>
        </p:nvSpPr>
        <p:spPr bwMode="auto">
          <a:xfrm>
            <a:off x="20516850" y="6537325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5" name="AutoShape 45">
            <a:extLst>
              <a:ext uri="{FF2B5EF4-FFF2-40B4-BE49-F238E27FC236}">
                <a16:creationId xmlns:a16="http://schemas.microsoft.com/office/drawing/2014/main" id="{8B7F7E3B-E4D9-F953-F832-59466CD27D5F}"/>
              </a:ext>
            </a:extLst>
          </p:cNvPr>
          <p:cNvSpPr>
            <a:spLocks/>
          </p:cNvSpPr>
          <p:nvPr/>
        </p:nvSpPr>
        <p:spPr bwMode="auto">
          <a:xfrm>
            <a:off x="20856575" y="6537325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6" name="AutoShape 46">
            <a:extLst>
              <a:ext uri="{FF2B5EF4-FFF2-40B4-BE49-F238E27FC236}">
                <a16:creationId xmlns:a16="http://schemas.microsoft.com/office/drawing/2014/main" id="{4362AC0F-0895-0ADA-AF2E-777B314D51CF}"/>
              </a:ext>
            </a:extLst>
          </p:cNvPr>
          <p:cNvSpPr>
            <a:spLocks/>
          </p:cNvSpPr>
          <p:nvPr/>
        </p:nvSpPr>
        <p:spPr bwMode="auto">
          <a:xfrm>
            <a:off x="21194713" y="6537325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7" name="AutoShape 47">
            <a:extLst>
              <a:ext uri="{FF2B5EF4-FFF2-40B4-BE49-F238E27FC236}">
                <a16:creationId xmlns:a16="http://schemas.microsoft.com/office/drawing/2014/main" id="{8CB5928D-17EB-8618-CAF4-5D42E31D0941}"/>
              </a:ext>
            </a:extLst>
          </p:cNvPr>
          <p:cNvSpPr>
            <a:spLocks/>
          </p:cNvSpPr>
          <p:nvPr/>
        </p:nvSpPr>
        <p:spPr bwMode="auto">
          <a:xfrm>
            <a:off x="21532850" y="6537325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8" name="AutoShape 48">
            <a:extLst>
              <a:ext uri="{FF2B5EF4-FFF2-40B4-BE49-F238E27FC236}">
                <a16:creationId xmlns:a16="http://schemas.microsoft.com/office/drawing/2014/main" id="{6FE07E82-534C-2FA9-8C6B-629685B3EAF1}"/>
              </a:ext>
            </a:extLst>
          </p:cNvPr>
          <p:cNvSpPr>
            <a:spLocks/>
          </p:cNvSpPr>
          <p:nvPr/>
        </p:nvSpPr>
        <p:spPr bwMode="auto">
          <a:xfrm>
            <a:off x="21867813" y="6537325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9" name="AutoShape 49">
            <a:extLst>
              <a:ext uri="{FF2B5EF4-FFF2-40B4-BE49-F238E27FC236}">
                <a16:creationId xmlns:a16="http://schemas.microsoft.com/office/drawing/2014/main" id="{B170C82B-B4D3-CAE4-079A-C8FED9A2F113}"/>
              </a:ext>
            </a:extLst>
          </p:cNvPr>
          <p:cNvSpPr>
            <a:spLocks/>
          </p:cNvSpPr>
          <p:nvPr/>
        </p:nvSpPr>
        <p:spPr bwMode="auto">
          <a:xfrm>
            <a:off x="22205950" y="6537325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0" name="AutoShape 50">
            <a:extLst>
              <a:ext uri="{FF2B5EF4-FFF2-40B4-BE49-F238E27FC236}">
                <a16:creationId xmlns:a16="http://schemas.microsoft.com/office/drawing/2014/main" id="{B69FCF73-9B47-64B5-BCB6-DA89AE41554D}"/>
              </a:ext>
            </a:extLst>
          </p:cNvPr>
          <p:cNvSpPr>
            <a:spLocks/>
          </p:cNvSpPr>
          <p:nvPr/>
        </p:nvSpPr>
        <p:spPr bwMode="auto">
          <a:xfrm>
            <a:off x="22544088" y="6537325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1" name="AutoShape 51">
            <a:extLst>
              <a:ext uri="{FF2B5EF4-FFF2-40B4-BE49-F238E27FC236}">
                <a16:creationId xmlns:a16="http://schemas.microsoft.com/office/drawing/2014/main" id="{4C771D15-7664-28EB-4E2A-0C7578B1B549}"/>
              </a:ext>
            </a:extLst>
          </p:cNvPr>
          <p:cNvSpPr>
            <a:spLocks/>
          </p:cNvSpPr>
          <p:nvPr/>
        </p:nvSpPr>
        <p:spPr bwMode="auto">
          <a:xfrm>
            <a:off x="22882225" y="6537325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2" name="AutoShape 52">
            <a:extLst>
              <a:ext uri="{FF2B5EF4-FFF2-40B4-BE49-F238E27FC236}">
                <a16:creationId xmlns:a16="http://schemas.microsoft.com/office/drawing/2014/main" id="{359AE2F9-8687-256D-517E-CDA5474FA315}"/>
              </a:ext>
            </a:extLst>
          </p:cNvPr>
          <p:cNvSpPr>
            <a:spLocks/>
          </p:cNvSpPr>
          <p:nvPr/>
        </p:nvSpPr>
        <p:spPr bwMode="auto">
          <a:xfrm>
            <a:off x="23217188" y="6537325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3" name="AutoShape 53">
            <a:extLst>
              <a:ext uri="{FF2B5EF4-FFF2-40B4-BE49-F238E27FC236}">
                <a16:creationId xmlns:a16="http://schemas.microsoft.com/office/drawing/2014/main" id="{95B2F82F-F85D-C55B-30AB-7CADA633E564}"/>
              </a:ext>
            </a:extLst>
          </p:cNvPr>
          <p:cNvSpPr>
            <a:spLocks/>
          </p:cNvSpPr>
          <p:nvPr/>
        </p:nvSpPr>
        <p:spPr bwMode="auto">
          <a:xfrm>
            <a:off x="23555325" y="6537325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4" name="AutoShape 54">
            <a:extLst>
              <a:ext uri="{FF2B5EF4-FFF2-40B4-BE49-F238E27FC236}">
                <a16:creationId xmlns:a16="http://schemas.microsoft.com/office/drawing/2014/main" id="{1D2A489D-86AF-BA32-CB03-DF0302F29CE7}"/>
              </a:ext>
            </a:extLst>
          </p:cNvPr>
          <p:cNvSpPr>
            <a:spLocks/>
          </p:cNvSpPr>
          <p:nvPr/>
        </p:nvSpPr>
        <p:spPr bwMode="auto">
          <a:xfrm>
            <a:off x="20523200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5" name="AutoShape 55">
            <a:extLst>
              <a:ext uri="{FF2B5EF4-FFF2-40B4-BE49-F238E27FC236}">
                <a16:creationId xmlns:a16="http://schemas.microsoft.com/office/drawing/2014/main" id="{19B54C53-9EE9-2A4D-166D-FE1924B1E8A3}"/>
              </a:ext>
            </a:extLst>
          </p:cNvPr>
          <p:cNvSpPr>
            <a:spLocks/>
          </p:cNvSpPr>
          <p:nvPr/>
        </p:nvSpPr>
        <p:spPr bwMode="auto">
          <a:xfrm>
            <a:off x="20861338" y="5489575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6" name="AutoShape 56">
            <a:extLst>
              <a:ext uri="{FF2B5EF4-FFF2-40B4-BE49-F238E27FC236}">
                <a16:creationId xmlns:a16="http://schemas.microsoft.com/office/drawing/2014/main" id="{9BC07219-4BF4-05EA-086F-CF55623055F3}"/>
              </a:ext>
            </a:extLst>
          </p:cNvPr>
          <p:cNvSpPr>
            <a:spLocks/>
          </p:cNvSpPr>
          <p:nvPr/>
        </p:nvSpPr>
        <p:spPr bwMode="auto">
          <a:xfrm>
            <a:off x="21199475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7" name="AutoShape 57">
            <a:extLst>
              <a:ext uri="{FF2B5EF4-FFF2-40B4-BE49-F238E27FC236}">
                <a16:creationId xmlns:a16="http://schemas.microsoft.com/office/drawing/2014/main" id="{94391B45-EA23-56E7-9A8A-54C729D6E918}"/>
              </a:ext>
            </a:extLst>
          </p:cNvPr>
          <p:cNvSpPr>
            <a:spLocks/>
          </p:cNvSpPr>
          <p:nvPr/>
        </p:nvSpPr>
        <p:spPr bwMode="auto">
          <a:xfrm>
            <a:off x="21539200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8" name="AutoShape 58">
            <a:extLst>
              <a:ext uri="{FF2B5EF4-FFF2-40B4-BE49-F238E27FC236}">
                <a16:creationId xmlns:a16="http://schemas.microsoft.com/office/drawing/2014/main" id="{DF326B91-8791-D022-3F9B-74425B072BBD}"/>
              </a:ext>
            </a:extLst>
          </p:cNvPr>
          <p:cNvSpPr>
            <a:spLocks/>
          </p:cNvSpPr>
          <p:nvPr/>
        </p:nvSpPr>
        <p:spPr bwMode="auto">
          <a:xfrm>
            <a:off x="21872575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9" name="AutoShape 59">
            <a:extLst>
              <a:ext uri="{FF2B5EF4-FFF2-40B4-BE49-F238E27FC236}">
                <a16:creationId xmlns:a16="http://schemas.microsoft.com/office/drawing/2014/main" id="{EE7139A8-D6E1-7FA0-0B70-57E135D8FB41}"/>
              </a:ext>
            </a:extLst>
          </p:cNvPr>
          <p:cNvSpPr>
            <a:spLocks/>
          </p:cNvSpPr>
          <p:nvPr/>
        </p:nvSpPr>
        <p:spPr bwMode="auto">
          <a:xfrm>
            <a:off x="22210713" y="5489575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0" name="AutoShape 60">
            <a:extLst>
              <a:ext uri="{FF2B5EF4-FFF2-40B4-BE49-F238E27FC236}">
                <a16:creationId xmlns:a16="http://schemas.microsoft.com/office/drawing/2014/main" id="{74AC53B0-002B-9774-5FE4-78679770A089}"/>
              </a:ext>
            </a:extLst>
          </p:cNvPr>
          <p:cNvSpPr>
            <a:spLocks/>
          </p:cNvSpPr>
          <p:nvPr/>
        </p:nvSpPr>
        <p:spPr bwMode="auto">
          <a:xfrm>
            <a:off x="22548850" y="5489575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1" name="AutoShape 61">
            <a:extLst>
              <a:ext uri="{FF2B5EF4-FFF2-40B4-BE49-F238E27FC236}">
                <a16:creationId xmlns:a16="http://schemas.microsoft.com/office/drawing/2014/main" id="{0C671653-36AA-042F-3A5E-0CF7968E993C}"/>
              </a:ext>
            </a:extLst>
          </p:cNvPr>
          <p:cNvSpPr>
            <a:spLocks/>
          </p:cNvSpPr>
          <p:nvPr/>
        </p:nvSpPr>
        <p:spPr bwMode="auto">
          <a:xfrm>
            <a:off x="22888575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2" name="AutoShape 62">
            <a:extLst>
              <a:ext uri="{FF2B5EF4-FFF2-40B4-BE49-F238E27FC236}">
                <a16:creationId xmlns:a16="http://schemas.microsoft.com/office/drawing/2014/main" id="{52F28140-BB14-B716-CE35-D8B3F115DB09}"/>
              </a:ext>
            </a:extLst>
          </p:cNvPr>
          <p:cNvSpPr>
            <a:spLocks/>
          </p:cNvSpPr>
          <p:nvPr/>
        </p:nvSpPr>
        <p:spPr bwMode="auto">
          <a:xfrm>
            <a:off x="23221950" y="5489575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3" name="AutoShape 63">
            <a:extLst>
              <a:ext uri="{FF2B5EF4-FFF2-40B4-BE49-F238E27FC236}">
                <a16:creationId xmlns:a16="http://schemas.microsoft.com/office/drawing/2014/main" id="{A37CDD61-8B31-BAFB-BA65-2A05345EE489}"/>
              </a:ext>
            </a:extLst>
          </p:cNvPr>
          <p:cNvSpPr>
            <a:spLocks/>
          </p:cNvSpPr>
          <p:nvPr/>
        </p:nvSpPr>
        <p:spPr bwMode="auto">
          <a:xfrm>
            <a:off x="23561675" y="54895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4" name="AutoShape 64">
            <a:extLst>
              <a:ext uri="{FF2B5EF4-FFF2-40B4-BE49-F238E27FC236}">
                <a16:creationId xmlns:a16="http://schemas.microsoft.com/office/drawing/2014/main" id="{770AB3E8-2FFF-387B-B15A-C08EC476D474}"/>
              </a:ext>
            </a:extLst>
          </p:cNvPr>
          <p:cNvSpPr>
            <a:spLocks/>
          </p:cNvSpPr>
          <p:nvPr/>
        </p:nvSpPr>
        <p:spPr bwMode="auto">
          <a:xfrm>
            <a:off x="20523200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5" name="AutoShape 65">
            <a:extLst>
              <a:ext uri="{FF2B5EF4-FFF2-40B4-BE49-F238E27FC236}">
                <a16:creationId xmlns:a16="http://schemas.microsoft.com/office/drawing/2014/main" id="{089F4681-E9E5-41C0-53E5-6C7AF6BDC86A}"/>
              </a:ext>
            </a:extLst>
          </p:cNvPr>
          <p:cNvSpPr>
            <a:spLocks/>
          </p:cNvSpPr>
          <p:nvPr/>
        </p:nvSpPr>
        <p:spPr bwMode="auto">
          <a:xfrm>
            <a:off x="20861338" y="6022975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6" name="AutoShape 66">
            <a:extLst>
              <a:ext uri="{FF2B5EF4-FFF2-40B4-BE49-F238E27FC236}">
                <a16:creationId xmlns:a16="http://schemas.microsoft.com/office/drawing/2014/main" id="{0771B070-C448-90DB-9C04-4F6077ED2735}"/>
              </a:ext>
            </a:extLst>
          </p:cNvPr>
          <p:cNvSpPr>
            <a:spLocks/>
          </p:cNvSpPr>
          <p:nvPr/>
        </p:nvSpPr>
        <p:spPr bwMode="auto">
          <a:xfrm>
            <a:off x="21199475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7" name="AutoShape 67">
            <a:extLst>
              <a:ext uri="{FF2B5EF4-FFF2-40B4-BE49-F238E27FC236}">
                <a16:creationId xmlns:a16="http://schemas.microsoft.com/office/drawing/2014/main" id="{35941D1C-19A0-761F-9FBB-324A9AC5A2F3}"/>
              </a:ext>
            </a:extLst>
          </p:cNvPr>
          <p:cNvSpPr>
            <a:spLocks/>
          </p:cNvSpPr>
          <p:nvPr/>
        </p:nvSpPr>
        <p:spPr bwMode="auto">
          <a:xfrm>
            <a:off x="21539200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8" name="AutoShape 68">
            <a:extLst>
              <a:ext uri="{FF2B5EF4-FFF2-40B4-BE49-F238E27FC236}">
                <a16:creationId xmlns:a16="http://schemas.microsoft.com/office/drawing/2014/main" id="{8397C43F-2CA5-80CB-E4C4-0E00A95E85A5}"/>
              </a:ext>
            </a:extLst>
          </p:cNvPr>
          <p:cNvSpPr>
            <a:spLocks/>
          </p:cNvSpPr>
          <p:nvPr/>
        </p:nvSpPr>
        <p:spPr bwMode="auto">
          <a:xfrm>
            <a:off x="21872575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49" name="AutoShape 69">
            <a:extLst>
              <a:ext uri="{FF2B5EF4-FFF2-40B4-BE49-F238E27FC236}">
                <a16:creationId xmlns:a16="http://schemas.microsoft.com/office/drawing/2014/main" id="{944B6FD9-5505-A27F-6E3B-C96A51D219EE}"/>
              </a:ext>
            </a:extLst>
          </p:cNvPr>
          <p:cNvSpPr>
            <a:spLocks/>
          </p:cNvSpPr>
          <p:nvPr/>
        </p:nvSpPr>
        <p:spPr bwMode="auto">
          <a:xfrm>
            <a:off x="22210713" y="6022975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0" name="AutoShape 70">
            <a:extLst>
              <a:ext uri="{FF2B5EF4-FFF2-40B4-BE49-F238E27FC236}">
                <a16:creationId xmlns:a16="http://schemas.microsoft.com/office/drawing/2014/main" id="{EA7D83C1-FE43-A152-09B3-1B455F26F2EB}"/>
              </a:ext>
            </a:extLst>
          </p:cNvPr>
          <p:cNvSpPr>
            <a:spLocks/>
          </p:cNvSpPr>
          <p:nvPr/>
        </p:nvSpPr>
        <p:spPr bwMode="auto">
          <a:xfrm>
            <a:off x="22548850" y="6022975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1" name="AutoShape 71">
            <a:extLst>
              <a:ext uri="{FF2B5EF4-FFF2-40B4-BE49-F238E27FC236}">
                <a16:creationId xmlns:a16="http://schemas.microsoft.com/office/drawing/2014/main" id="{89877FA1-2E34-6CA5-2AD0-862B3ABBD25A}"/>
              </a:ext>
            </a:extLst>
          </p:cNvPr>
          <p:cNvSpPr>
            <a:spLocks/>
          </p:cNvSpPr>
          <p:nvPr/>
        </p:nvSpPr>
        <p:spPr bwMode="auto">
          <a:xfrm>
            <a:off x="22888575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2" name="AutoShape 72">
            <a:extLst>
              <a:ext uri="{FF2B5EF4-FFF2-40B4-BE49-F238E27FC236}">
                <a16:creationId xmlns:a16="http://schemas.microsoft.com/office/drawing/2014/main" id="{934378CD-B221-C668-15FB-DB15E0963F4D}"/>
              </a:ext>
            </a:extLst>
          </p:cNvPr>
          <p:cNvSpPr>
            <a:spLocks/>
          </p:cNvSpPr>
          <p:nvPr/>
        </p:nvSpPr>
        <p:spPr bwMode="auto">
          <a:xfrm>
            <a:off x="23221950" y="6022975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3" name="AutoShape 73">
            <a:extLst>
              <a:ext uri="{FF2B5EF4-FFF2-40B4-BE49-F238E27FC236}">
                <a16:creationId xmlns:a16="http://schemas.microsoft.com/office/drawing/2014/main" id="{F2EFDC8E-E95D-85B8-F75F-E735E8F8C837}"/>
              </a:ext>
            </a:extLst>
          </p:cNvPr>
          <p:cNvSpPr>
            <a:spLocks/>
          </p:cNvSpPr>
          <p:nvPr/>
        </p:nvSpPr>
        <p:spPr bwMode="auto">
          <a:xfrm>
            <a:off x="23561675" y="6022975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4" name="AutoShape 74">
            <a:extLst>
              <a:ext uri="{FF2B5EF4-FFF2-40B4-BE49-F238E27FC236}">
                <a16:creationId xmlns:a16="http://schemas.microsoft.com/office/drawing/2014/main" id="{B20D6249-82E3-27A3-DEF0-761001C91571}"/>
              </a:ext>
            </a:extLst>
          </p:cNvPr>
          <p:cNvSpPr>
            <a:spLocks/>
          </p:cNvSpPr>
          <p:nvPr/>
        </p:nvSpPr>
        <p:spPr bwMode="auto">
          <a:xfrm>
            <a:off x="20523200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5" name="AutoShape 75">
            <a:extLst>
              <a:ext uri="{FF2B5EF4-FFF2-40B4-BE49-F238E27FC236}">
                <a16:creationId xmlns:a16="http://schemas.microsoft.com/office/drawing/2014/main" id="{17EE49BB-1134-116F-9197-76DAFE6C1612}"/>
              </a:ext>
            </a:extLst>
          </p:cNvPr>
          <p:cNvSpPr>
            <a:spLocks/>
          </p:cNvSpPr>
          <p:nvPr/>
        </p:nvSpPr>
        <p:spPr bwMode="auto">
          <a:xfrm>
            <a:off x="20861338" y="4959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6" name="AutoShape 76">
            <a:extLst>
              <a:ext uri="{FF2B5EF4-FFF2-40B4-BE49-F238E27FC236}">
                <a16:creationId xmlns:a16="http://schemas.microsoft.com/office/drawing/2014/main" id="{E509DB93-35CB-0D7A-AA6F-6296335875BD}"/>
              </a:ext>
            </a:extLst>
          </p:cNvPr>
          <p:cNvSpPr>
            <a:spLocks/>
          </p:cNvSpPr>
          <p:nvPr/>
        </p:nvSpPr>
        <p:spPr bwMode="auto">
          <a:xfrm>
            <a:off x="21199475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7" name="AutoShape 77">
            <a:extLst>
              <a:ext uri="{FF2B5EF4-FFF2-40B4-BE49-F238E27FC236}">
                <a16:creationId xmlns:a16="http://schemas.microsoft.com/office/drawing/2014/main" id="{52A52EFD-4DA9-4DCE-F5F4-51564A51CA09}"/>
              </a:ext>
            </a:extLst>
          </p:cNvPr>
          <p:cNvSpPr>
            <a:spLocks/>
          </p:cNvSpPr>
          <p:nvPr/>
        </p:nvSpPr>
        <p:spPr bwMode="auto">
          <a:xfrm>
            <a:off x="21539200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8" name="AutoShape 78">
            <a:extLst>
              <a:ext uri="{FF2B5EF4-FFF2-40B4-BE49-F238E27FC236}">
                <a16:creationId xmlns:a16="http://schemas.microsoft.com/office/drawing/2014/main" id="{A2893773-6FEE-174C-86C1-C3A423F52F19}"/>
              </a:ext>
            </a:extLst>
          </p:cNvPr>
          <p:cNvSpPr>
            <a:spLocks/>
          </p:cNvSpPr>
          <p:nvPr/>
        </p:nvSpPr>
        <p:spPr bwMode="auto">
          <a:xfrm>
            <a:off x="21872575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59" name="AutoShape 79">
            <a:extLst>
              <a:ext uri="{FF2B5EF4-FFF2-40B4-BE49-F238E27FC236}">
                <a16:creationId xmlns:a16="http://schemas.microsoft.com/office/drawing/2014/main" id="{7C92449D-8626-3AF8-5775-8DB747393E04}"/>
              </a:ext>
            </a:extLst>
          </p:cNvPr>
          <p:cNvSpPr>
            <a:spLocks/>
          </p:cNvSpPr>
          <p:nvPr/>
        </p:nvSpPr>
        <p:spPr bwMode="auto">
          <a:xfrm>
            <a:off x="22210713" y="4959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60" name="AutoShape 80">
            <a:extLst>
              <a:ext uri="{FF2B5EF4-FFF2-40B4-BE49-F238E27FC236}">
                <a16:creationId xmlns:a16="http://schemas.microsoft.com/office/drawing/2014/main" id="{584FBD44-3FF8-3F98-D488-0956434DE0E9}"/>
              </a:ext>
            </a:extLst>
          </p:cNvPr>
          <p:cNvSpPr>
            <a:spLocks/>
          </p:cNvSpPr>
          <p:nvPr/>
        </p:nvSpPr>
        <p:spPr bwMode="auto">
          <a:xfrm>
            <a:off x="22548850" y="4959350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61" name="AutoShape 81">
            <a:extLst>
              <a:ext uri="{FF2B5EF4-FFF2-40B4-BE49-F238E27FC236}">
                <a16:creationId xmlns:a16="http://schemas.microsoft.com/office/drawing/2014/main" id="{35475679-BCB3-BC10-5A46-B12675325F53}"/>
              </a:ext>
            </a:extLst>
          </p:cNvPr>
          <p:cNvSpPr>
            <a:spLocks/>
          </p:cNvSpPr>
          <p:nvPr/>
        </p:nvSpPr>
        <p:spPr bwMode="auto">
          <a:xfrm>
            <a:off x="22888575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62" name="AutoShape 82">
            <a:extLst>
              <a:ext uri="{FF2B5EF4-FFF2-40B4-BE49-F238E27FC236}">
                <a16:creationId xmlns:a16="http://schemas.microsoft.com/office/drawing/2014/main" id="{33733B2B-6572-C787-A9E5-B7CF28D11957}"/>
              </a:ext>
            </a:extLst>
          </p:cNvPr>
          <p:cNvSpPr>
            <a:spLocks/>
          </p:cNvSpPr>
          <p:nvPr/>
        </p:nvSpPr>
        <p:spPr bwMode="auto">
          <a:xfrm>
            <a:off x="23221950" y="4959350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63" name="AutoShape 83">
            <a:extLst>
              <a:ext uri="{FF2B5EF4-FFF2-40B4-BE49-F238E27FC236}">
                <a16:creationId xmlns:a16="http://schemas.microsoft.com/office/drawing/2014/main" id="{6F00F664-368B-A700-9C52-19DF4E6CB27E}"/>
              </a:ext>
            </a:extLst>
          </p:cNvPr>
          <p:cNvSpPr>
            <a:spLocks/>
          </p:cNvSpPr>
          <p:nvPr/>
        </p:nvSpPr>
        <p:spPr bwMode="auto">
          <a:xfrm>
            <a:off x="23561675" y="4959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grpSp>
        <p:nvGrpSpPr>
          <p:cNvPr id="20564" name="Group 84">
            <a:extLst>
              <a:ext uri="{FF2B5EF4-FFF2-40B4-BE49-F238E27FC236}">
                <a16:creationId xmlns:a16="http://schemas.microsoft.com/office/drawing/2014/main" id="{D256DE5F-CB79-66C4-BC06-C43CE2C51BDA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9986963"/>
            <a:ext cx="369888" cy="384175"/>
            <a:chOff x="-1" y="-1"/>
            <a:chExt cx="369518" cy="383520"/>
          </a:xfrm>
        </p:grpSpPr>
        <p:sp>
          <p:nvSpPr>
            <p:cNvPr id="20565" name="Oval 85">
              <a:extLst>
                <a:ext uri="{FF2B5EF4-FFF2-40B4-BE49-F238E27FC236}">
                  <a16:creationId xmlns:a16="http://schemas.microsoft.com/office/drawing/2014/main" id="{DF8A189A-E66D-95D7-EDDD-E4427A1E7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66" name="Text Box 86">
              <a:extLst>
                <a:ext uri="{FF2B5EF4-FFF2-40B4-BE49-F238E27FC236}">
                  <a16:creationId xmlns:a16="http://schemas.microsoft.com/office/drawing/2014/main" id="{7272B9DF-92FF-C021-CF4D-CCF0F3EF016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9</a:t>
              </a:r>
            </a:p>
          </p:txBody>
        </p:sp>
      </p:grpSp>
      <p:grpSp>
        <p:nvGrpSpPr>
          <p:cNvPr id="20567" name="Group 87">
            <a:extLst>
              <a:ext uri="{FF2B5EF4-FFF2-40B4-BE49-F238E27FC236}">
                <a16:creationId xmlns:a16="http://schemas.microsoft.com/office/drawing/2014/main" id="{906F9810-187F-3BB8-98EB-5A28308F7F27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0315575"/>
            <a:ext cx="369887" cy="384175"/>
            <a:chOff x="-1" y="-1"/>
            <a:chExt cx="369518" cy="383520"/>
          </a:xfrm>
        </p:grpSpPr>
        <p:sp>
          <p:nvSpPr>
            <p:cNvPr id="20568" name="Oval 88">
              <a:extLst>
                <a:ext uri="{FF2B5EF4-FFF2-40B4-BE49-F238E27FC236}">
                  <a16:creationId xmlns:a16="http://schemas.microsoft.com/office/drawing/2014/main" id="{1327CA88-194D-A72D-C994-E32DF9478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69" name="Text Box 89">
              <a:extLst>
                <a:ext uri="{FF2B5EF4-FFF2-40B4-BE49-F238E27FC236}">
                  <a16:creationId xmlns:a16="http://schemas.microsoft.com/office/drawing/2014/main" id="{DC3A4309-0218-A5B5-5CEE-CF789222DDF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11</a:t>
              </a:r>
            </a:p>
          </p:txBody>
        </p:sp>
      </p:grpSp>
      <p:grpSp>
        <p:nvGrpSpPr>
          <p:cNvPr id="20570" name="Group 90">
            <a:extLst>
              <a:ext uri="{FF2B5EF4-FFF2-40B4-BE49-F238E27FC236}">
                <a16:creationId xmlns:a16="http://schemas.microsoft.com/office/drawing/2014/main" id="{B42A0061-1B3E-044E-AF9D-F64AB2715564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10315575"/>
            <a:ext cx="368300" cy="384175"/>
            <a:chOff x="-1" y="-1"/>
            <a:chExt cx="369518" cy="383520"/>
          </a:xfrm>
        </p:grpSpPr>
        <p:sp>
          <p:nvSpPr>
            <p:cNvPr id="20571" name="Oval 91">
              <a:extLst>
                <a:ext uri="{FF2B5EF4-FFF2-40B4-BE49-F238E27FC236}">
                  <a16:creationId xmlns:a16="http://schemas.microsoft.com/office/drawing/2014/main" id="{4F9A9474-3C18-3ACF-4600-EB11803C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72" name="Text Box 92">
              <a:extLst>
                <a:ext uri="{FF2B5EF4-FFF2-40B4-BE49-F238E27FC236}">
                  <a16:creationId xmlns:a16="http://schemas.microsoft.com/office/drawing/2014/main" id="{0DCA8A98-3B2A-074D-5BA6-E9D8DA78358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7</a:t>
              </a:r>
            </a:p>
          </p:txBody>
        </p:sp>
      </p:grpSp>
      <p:grpSp>
        <p:nvGrpSpPr>
          <p:cNvPr id="20573" name="Group 93">
            <a:extLst>
              <a:ext uri="{FF2B5EF4-FFF2-40B4-BE49-F238E27FC236}">
                <a16:creationId xmlns:a16="http://schemas.microsoft.com/office/drawing/2014/main" id="{AF02CD98-768A-0C61-6AF2-3DB74A54D903}"/>
              </a:ext>
            </a:extLst>
          </p:cNvPr>
          <p:cNvGrpSpPr>
            <a:grpSpLocks/>
          </p:cNvGrpSpPr>
          <p:nvPr/>
        </p:nvGrpSpPr>
        <p:grpSpPr bwMode="auto">
          <a:xfrm>
            <a:off x="5243513" y="10893425"/>
            <a:ext cx="369887" cy="382588"/>
            <a:chOff x="-1" y="-1"/>
            <a:chExt cx="369518" cy="383520"/>
          </a:xfrm>
        </p:grpSpPr>
        <p:sp>
          <p:nvSpPr>
            <p:cNvPr id="20574" name="Oval 94">
              <a:extLst>
                <a:ext uri="{FF2B5EF4-FFF2-40B4-BE49-F238E27FC236}">
                  <a16:creationId xmlns:a16="http://schemas.microsoft.com/office/drawing/2014/main" id="{12E02DA5-3B23-E344-DF9E-9DD02CBF0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75" name="Text Box 95">
              <a:extLst>
                <a:ext uri="{FF2B5EF4-FFF2-40B4-BE49-F238E27FC236}">
                  <a16:creationId xmlns:a16="http://schemas.microsoft.com/office/drawing/2014/main" id="{E3119135-9AAA-1901-71DE-455BFED9969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8</a:t>
              </a:r>
            </a:p>
          </p:txBody>
        </p:sp>
      </p:grpSp>
      <p:grpSp>
        <p:nvGrpSpPr>
          <p:cNvPr id="20576" name="Group 96">
            <a:extLst>
              <a:ext uri="{FF2B5EF4-FFF2-40B4-BE49-F238E27FC236}">
                <a16:creationId xmlns:a16="http://schemas.microsoft.com/office/drawing/2014/main" id="{98C3A1A3-9C6A-469A-DC54-8B9644BCC5A7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1377613"/>
            <a:ext cx="369888" cy="382587"/>
            <a:chOff x="-1" y="-1"/>
            <a:chExt cx="369518" cy="383520"/>
          </a:xfrm>
        </p:grpSpPr>
        <p:sp>
          <p:nvSpPr>
            <p:cNvPr id="20577" name="Oval 97">
              <a:extLst>
                <a:ext uri="{FF2B5EF4-FFF2-40B4-BE49-F238E27FC236}">
                  <a16:creationId xmlns:a16="http://schemas.microsoft.com/office/drawing/2014/main" id="{ACF048FA-415E-E7A7-52BF-EFBE3655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78" name="Text Box 98">
              <a:extLst>
                <a:ext uri="{FF2B5EF4-FFF2-40B4-BE49-F238E27FC236}">
                  <a16:creationId xmlns:a16="http://schemas.microsoft.com/office/drawing/2014/main" id="{5B1086AF-C62D-6729-65F6-1F9B5BAEBBD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6</a:t>
              </a:r>
            </a:p>
          </p:txBody>
        </p:sp>
      </p:grpSp>
      <p:grpSp>
        <p:nvGrpSpPr>
          <p:cNvPr id="20579" name="Group 99">
            <a:extLst>
              <a:ext uri="{FF2B5EF4-FFF2-40B4-BE49-F238E27FC236}">
                <a16:creationId xmlns:a16="http://schemas.microsoft.com/office/drawing/2014/main" id="{0B92A915-2E21-02F7-9D7E-6459E67A7276}"/>
              </a:ext>
            </a:extLst>
          </p:cNvPr>
          <p:cNvGrpSpPr>
            <a:grpSpLocks/>
          </p:cNvGrpSpPr>
          <p:nvPr/>
        </p:nvGrpSpPr>
        <p:grpSpPr bwMode="auto">
          <a:xfrm>
            <a:off x="4776788" y="11609388"/>
            <a:ext cx="369887" cy="382587"/>
            <a:chOff x="-1" y="-1"/>
            <a:chExt cx="369518" cy="383520"/>
          </a:xfrm>
        </p:grpSpPr>
        <p:sp>
          <p:nvSpPr>
            <p:cNvPr id="20580" name="Oval 100">
              <a:extLst>
                <a:ext uri="{FF2B5EF4-FFF2-40B4-BE49-F238E27FC236}">
                  <a16:creationId xmlns:a16="http://schemas.microsoft.com/office/drawing/2014/main" id="{3C5BC10C-4900-5197-9D37-4F025A066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81" name="Text Box 101">
              <a:extLst>
                <a:ext uri="{FF2B5EF4-FFF2-40B4-BE49-F238E27FC236}">
                  <a16:creationId xmlns:a16="http://schemas.microsoft.com/office/drawing/2014/main" id="{52D28279-3BFC-AABD-9C13-EF221A9AF2D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5</a:t>
              </a:r>
            </a:p>
          </p:txBody>
        </p:sp>
      </p:grpSp>
      <p:grpSp>
        <p:nvGrpSpPr>
          <p:cNvPr id="20582" name="Group 102">
            <a:extLst>
              <a:ext uri="{FF2B5EF4-FFF2-40B4-BE49-F238E27FC236}">
                <a16:creationId xmlns:a16="http://schemas.microsoft.com/office/drawing/2014/main" id="{78032424-5D26-0816-A146-8688000EEEFB}"/>
              </a:ext>
            </a:extLst>
          </p:cNvPr>
          <p:cNvGrpSpPr>
            <a:grpSpLocks/>
          </p:cNvGrpSpPr>
          <p:nvPr/>
        </p:nvGrpSpPr>
        <p:grpSpPr bwMode="auto">
          <a:xfrm>
            <a:off x="6510338" y="11609388"/>
            <a:ext cx="369887" cy="382587"/>
            <a:chOff x="-1" y="-1"/>
            <a:chExt cx="369518" cy="383520"/>
          </a:xfrm>
        </p:grpSpPr>
        <p:sp>
          <p:nvSpPr>
            <p:cNvPr id="20583" name="Oval 103">
              <a:extLst>
                <a:ext uri="{FF2B5EF4-FFF2-40B4-BE49-F238E27FC236}">
                  <a16:creationId xmlns:a16="http://schemas.microsoft.com/office/drawing/2014/main" id="{132A8CC5-83F1-D8D6-BD86-CFDE69860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84" name="Text Box 104">
              <a:extLst>
                <a:ext uri="{FF2B5EF4-FFF2-40B4-BE49-F238E27FC236}">
                  <a16:creationId xmlns:a16="http://schemas.microsoft.com/office/drawing/2014/main" id="{7ED17FF0-1609-BCD6-2873-DD6EE32102F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2</a:t>
              </a:r>
            </a:p>
          </p:txBody>
        </p:sp>
      </p:grpSp>
      <p:grpSp>
        <p:nvGrpSpPr>
          <p:cNvPr id="20585" name="Group 105">
            <a:extLst>
              <a:ext uri="{FF2B5EF4-FFF2-40B4-BE49-F238E27FC236}">
                <a16:creationId xmlns:a16="http://schemas.microsoft.com/office/drawing/2014/main" id="{44A43075-7C61-A93D-7609-C5C1CB0DDD70}"/>
              </a:ext>
            </a:extLst>
          </p:cNvPr>
          <p:cNvGrpSpPr>
            <a:grpSpLocks/>
          </p:cNvGrpSpPr>
          <p:nvPr/>
        </p:nvGrpSpPr>
        <p:grpSpPr bwMode="auto">
          <a:xfrm>
            <a:off x="5243513" y="11923713"/>
            <a:ext cx="369887" cy="382587"/>
            <a:chOff x="-1" y="-1"/>
            <a:chExt cx="369518" cy="383520"/>
          </a:xfrm>
        </p:grpSpPr>
        <p:sp>
          <p:nvSpPr>
            <p:cNvPr id="20586" name="Oval 106">
              <a:extLst>
                <a:ext uri="{FF2B5EF4-FFF2-40B4-BE49-F238E27FC236}">
                  <a16:creationId xmlns:a16="http://schemas.microsoft.com/office/drawing/2014/main" id="{2B7D0DCA-0822-169E-0D99-B586AD390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87" name="Text Box 107">
              <a:extLst>
                <a:ext uri="{FF2B5EF4-FFF2-40B4-BE49-F238E27FC236}">
                  <a16:creationId xmlns:a16="http://schemas.microsoft.com/office/drawing/2014/main" id="{FD353135-AE00-B253-9AAA-371D7A2D40C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4</a:t>
              </a:r>
            </a:p>
          </p:txBody>
        </p:sp>
      </p:grpSp>
      <p:grpSp>
        <p:nvGrpSpPr>
          <p:cNvPr id="20588" name="Group 108">
            <a:extLst>
              <a:ext uri="{FF2B5EF4-FFF2-40B4-BE49-F238E27FC236}">
                <a16:creationId xmlns:a16="http://schemas.microsoft.com/office/drawing/2014/main" id="{9D98F47E-D3F9-5321-7DD3-B3DF1C8E37FA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11923713"/>
            <a:ext cx="369888" cy="382587"/>
            <a:chOff x="-1" y="-1"/>
            <a:chExt cx="369518" cy="383520"/>
          </a:xfrm>
        </p:grpSpPr>
        <p:sp>
          <p:nvSpPr>
            <p:cNvPr id="20589" name="Oval 109">
              <a:extLst>
                <a:ext uri="{FF2B5EF4-FFF2-40B4-BE49-F238E27FC236}">
                  <a16:creationId xmlns:a16="http://schemas.microsoft.com/office/drawing/2014/main" id="{240968AD-4365-1A5B-4D45-2374CE217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90" name="Text Box 110">
              <a:extLst>
                <a:ext uri="{FF2B5EF4-FFF2-40B4-BE49-F238E27FC236}">
                  <a16:creationId xmlns:a16="http://schemas.microsoft.com/office/drawing/2014/main" id="{DB488B4D-6D8D-7363-121F-85512B44934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3</a:t>
              </a:r>
            </a:p>
          </p:txBody>
        </p:sp>
      </p:grpSp>
      <p:grpSp>
        <p:nvGrpSpPr>
          <p:cNvPr id="20591" name="Group 111">
            <a:extLst>
              <a:ext uri="{FF2B5EF4-FFF2-40B4-BE49-F238E27FC236}">
                <a16:creationId xmlns:a16="http://schemas.microsoft.com/office/drawing/2014/main" id="{81CE93D2-C887-E0D4-B07D-E8161AB7BC44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2531725"/>
            <a:ext cx="369888" cy="382588"/>
            <a:chOff x="-1" y="-1"/>
            <a:chExt cx="369518" cy="383520"/>
          </a:xfrm>
        </p:grpSpPr>
        <p:sp>
          <p:nvSpPr>
            <p:cNvPr id="20592" name="Oval 112">
              <a:extLst>
                <a:ext uri="{FF2B5EF4-FFF2-40B4-BE49-F238E27FC236}">
                  <a16:creationId xmlns:a16="http://schemas.microsoft.com/office/drawing/2014/main" id="{51E914B6-3DE7-C100-4C98-0EBCA67C3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93" name="Text Box 113">
              <a:extLst>
                <a:ext uri="{FF2B5EF4-FFF2-40B4-BE49-F238E27FC236}">
                  <a16:creationId xmlns:a16="http://schemas.microsoft.com/office/drawing/2014/main" id="{6E2003A9-7C86-E188-8D84-BA764BE0E5D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</a:t>
              </a:r>
            </a:p>
          </p:txBody>
        </p:sp>
      </p:grpSp>
      <p:grpSp>
        <p:nvGrpSpPr>
          <p:cNvPr id="20594" name="Group 114">
            <a:extLst>
              <a:ext uri="{FF2B5EF4-FFF2-40B4-BE49-F238E27FC236}">
                <a16:creationId xmlns:a16="http://schemas.microsoft.com/office/drawing/2014/main" id="{186E134F-714A-25C5-F688-22155061A6BA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10650538"/>
            <a:ext cx="369888" cy="382587"/>
            <a:chOff x="-1" y="-1"/>
            <a:chExt cx="369518" cy="383520"/>
          </a:xfrm>
        </p:grpSpPr>
        <p:sp>
          <p:nvSpPr>
            <p:cNvPr id="20595" name="Oval 115">
              <a:extLst>
                <a:ext uri="{FF2B5EF4-FFF2-40B4-BE49-F238E27FC236}">
                  <a16:creationId xmlns:a16="http://schemas.microsoft.com/office/drawing/2014/main" id="{0722417A-FF26-AB11-2597-537C0D576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61D836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0596" name="Text Box 116">
              <a:extLst>
                <a:ext uri="{FF2B5EF4-FFF2-40B4-BE49-F238E27FC236}">
                  <a16:creationId xmlns:a16="http://schemas.microsoft.com/office/drawing/2014/main" id="{1E4CD75A-AF03-06CD-7677-68D1EBF6DD9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10</a:t>
              </a:r>
            </a:p>
          </p:txBody>
        </p:sp>
      </p:grpSp>
      <p:sp>
        <p:nvSpPr>
          <p:cNvPr id="20597" name="Text Box 117">
            <a:extLst>
              <a:ext uri="{FF2B5EF4-FFF2-40B4-BE49-F238E27FC236}">
                <a16:creationId xmlns:a16="http://schemas.microsoft.com/office/drawing/2014/main" id="{CCC787C6-54A6-5E56-CCE5-E0CA44E6E4A0}"/>
              </a:ext>
            </a:extLst>
          </p:cNvPr>
          <p:cNvSpPr txBox="1">
            <a:spLocks/>
          </p:cNvSpPr>
          <p:nvPr/>
        </p:nvSpPr>
        <p:spPr bwMode="auto">
          <a:xfrm>
            <a:off x="374650" y="10044113"/>
            <a:ext cx="4022725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38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SCORING #10</a:t>
            </a:r>
          </a:p>
        </p:txBody>
      </p:sp>
      <p:sp>
        <p:nvSpPr>
          <p:cNvPr id="20598" name="Text Box 118" descr="TextBox 31">
            <a:extLst>
              <a:ext uri="{FF2B5EF4-FFF2-40B4-BE49-F238E27FC236}">
                <a16:creationId xmlns:a16="http://schemas.microsoft.com/office/drawing/2014/main" id="{82A078B1-A67D-3BEA-BE63-73E62A8FD022}"/>
              </a:ext>
            </a:extLst>
          </p:cNvPr>
          <p:cNvSpPr txBox="1">
            <a:spLocks/>
          </p:cNvSpPr>
          <p:nvPr/>
        </p:nvSpPr>
        <p:spPr bwMode="auto">
          <a:xfrm>
            <a:off x="2608263" y="11553825"/>
            <a:ext cx="15573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pic>
        <p:nvPicPr>
          <p:cNvPr id="20599" name="Picture 119">
            <a:hlinkClick r:id="rId2"/>
            <a:extLst>
              <a:ext uri="{FF2B5EF4-FFF2-40B4-BE49-F238E27FC236}">
                <a16:creationId xmlns:a16="http://schemas.microsoft.com/office/drawing/2014/main" id="{02F87F87-3A36-6971-8A0A-73A2D524E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8"/>
          <a:stretch>
            <a:fillRect/>
          </a:stretch>
        </p:blipFill>
        <p:spPr bwMode="auto">
          <a:xfrm>
            <a:off x="16586200" y="784225"/>
            <a:ext cx="92233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600" name="Oval 120">
            <a:hlinkClick r:id="rId4" action="ppaction://hlinksldjump"/>
            <a:extLst>
              <a:ext uri="{FF2B5EF4-FFF2-40B4-BE49-F238E27FC236}">
                <a16:creationId xmlns:a16="http://schemas.microsoft.com/office/drawing/2014/main" id="{3D4414B0-3EDB-490B-8867-79F1B833D2B5}"/>
              </a:ext>
            </a:extLst>
          </p:cNvPr>
          <p:cNvSpPr>
            <a:spLocks/>
          </p:cNvSpPr>
          <p:nvPr/>
        </p:nvSpPr>
        <p:spPr bwMode="auto">
          <a:xfrm>
            <a:off x="463550" y="295275"/>
            <a:ext cx="1397000" cy="13970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BROWSE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FOTO</a:t>
            </a:r>
          </a:p>
        </p:txBody>
      </p:sp>
      <p:sp>
        <p:nvSpPr>
          <p:cNvPr id="20601" name="Text Box 121">
            <a:extLst>
              <a:ext uri="{FF2B5EF4-FFF2-40B4-BE49-F238E27FC236}">
                <a16:creationId xmlns:a16="http://schemas.microsoft.com/office/drawing/2014/main" id="{CEA2F4B5-7F26-8E9D-F9BE-B353F27B4D94}"/>
              </a:ext>
            </a:extLst>
          </p:cNvPr>
          <p:cNvSpPr txBox="1">
            <a:spLocks/>
          </p:cNvSpPr>
          <p:nvPr/>
        </p:nvSpPr>
        <p:spPr bwMode="auto">
          <a:xfrm>
            <a:off x="16840200" y="7519988"/>
            <a:ext cx="2870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DOORZETTINGSVERMOGEN</a:t>
            </a:r>
          </a:p>
        </p:txBody>
      </p:sp>
      <p:sp>
        <p:nvSpPr>
          <p:cNvPr id="20602" name="AutoShape 122">
            <a:extLst>
              <a:ext uri="{FF2B5EF4-FFF2-40B4-BE49-F238E27FC236}">
                <a16:creationId xmlns:a16="http://schemas.microsoft.com/office/drawing/2014/main" id="{12D2F3DE-EA65-1F8F-323C-94DBACB99F80}"/>
              </a:ext>
            </a:extLst>
          </p:cNvPr>
          <p:cNvSpPr>
            <a:spLocks/>
          </p:cNvSpPr>
          <p:nvPr/>
        </p:nvSpPr>
        <p:spPr bwMode="auto">
          <a:xfrm>
            <a:off x="20513675" y="7500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3" name="AutoShape 123">
            <a:extLst>
              <a:ext uri="{FF2B5EF4-FFF2-40B4-BE49-F238E27FC236}">
                <a16:creationId xmlns:a16="http://schemas.microsoft.com/office/drawing/2014/main" id="{01A96A16-35E6-9FE5-84A9-30DE1235F94B}"/>
              </a:ext>
            </a:extLst>
          </p:cNvPr>
          <p:cNvSpPr>
            <a:spLocks/>
          </p:cNvSpPr>
          <p:nvPr/>
        </p:nvSpPr>
        <p:spPr bwMode="auto">
          <a:xfrm>
            <a:off x="20851813" y="7500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4" name="AutoShape 124">
            <a:extLst>
              <a:ext uri="{FF2B5EF4-FFF2-40B4-BE49-F238E27FC236}">
                <a16:creationId xmlns:a16="http://schemas.microsoft.com/office/drawing/2014/main" id="{3184E160-5275-7656-EF86-8C5A86C7A8A4}"/>
              </a:ext>
            </a:extLst>
          </p:cNvPr>
          <p:cNvSpPr>
            <a:spLocks/>
          </p:cNvSpPr>
          <p:nvPr/>
        </p:nvSpPr>
        <p:spPr bwMode="auto">
          <a:xfrm>
            <a:off x="21191538" y="7500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5" name="AutoShape 125">
            <a:extLst>
              <a:ext uri="{FF2B5EF4-FFF2-40B4-BE49-F238E27FC236}">
                <a16:creationId xmlns:a16="http://schemas.microsoft.com/office/drawing/2014/main" id="{9DAB04EB-F8E8-89C8-C488-AE6CF5263BD2}"/>
              </a:ext>
            </a:extLst>
          </p:cNvPr>
          <p:cNvSpPr>
            <a:spLocks/>
          </p:cNvSpPr>
          <p:nvPr/>
        </p:nvSpPr>
        <p:spPr bwMode="auto">
          <a:xfrm>
            <a:off x="21529675" y="7500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6" name="AutoShape 126">
            <a:extLst>
              <a:ext uri="{FF2B5EF4-FFF2-40B4-BE49-F238E27FC236}">
                <a16:creationId xmlns:a16="http://schemas.microsoft.com/office/drawing/2014/main" id="{992256D4-8316-FDAE-66DE-427D7C5A0496}"/>
              </a:ext>
            </a:extLst>
          </p:cNvPr>
          <p:cNvSpPr>
            <a:spLocks/>
          </p:cNvSpPr>
          <p:nvPr/>
        </p:nvSpPr>
        <p:spPr bwMode="auto">
          <a:xfrm>
            <a:off x="21863050" y="7500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7" name="AutoShape 127">
            <a:extLst>
              <a:ext uri="{FF2B5EF4-FFF2-40B4-BE49-F238E27FC236}">
                <a16:creationId xmlns:a16="http://schemas.microsoft.com/office/drawing/2014/main" id="{CC6EE3FA-E9AE-0D63-138E-6995C658871D}"/>
              </a:ext>
            </a:extLst>
          </p:cNvPr>
          <p:cNvSpPr>
            <a:spLocks/>
          </p:cNvSpPr>
          <p:nvPr/>
        </p:nvSpPr>
        <p:spPr bwMode="auto">
          <a:xfrm>
            <a:off x="22201188" y="750093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8" name="AutoShape 128">
            <a:extLst>
              <a:ext uri="{FF2B5EF4-FFF2-40B4-BE49-F238E27FC236}">
                <a16:creationId xmlns:a16="http://schemas.microsoft.com/office/drawing/2014/main" id="{27237A0F-C804-A1B2-725E-1E8892413767}"/>
              </a:ext>
            </a:extLst>
          </p:cNvPr>
          <p:cNvSpPr>
            <a:spLocks/>
          </p:cNvSpPr>
          <p:nvPr/>
        </p:nvSpPr>
        <p:spPr bwMode="auto">
          <a:xfrm>
            <a:off x="22540913" y="7500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09" name="AutoShape 129">
            <a:extLst>
              <a:ext uri="{FF2B5EF4-FFF2-40B4-BE49-F238E27FC236}">
                <a16:creationId xmlns:a16="http://schemas.microsoft.com/office/drawing/2014/main" id="{E561A37F-4F9E-F49B-91C0-0809338F265A}"/>
              </a:ext>
            </a:extLst>
          </p:cNvPr>
          <p:cNvSpPr>
            <a:spLocks/>
          </p:cNvSpPr>
          <p:nvPr/>
        </p:nvSpPr>
        <p:spPr bwMode="auto">
          <a:xfrm>
            <a:off x="22879050" y="7500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10" name="AutoShape 130">
            <a:extLst>
              <a:ext uri="{FF2B5EF4-FFF2-40B4-BE49-F238E27FC236}">
                <a16:creationId xmlns:a16="http://schemas.microsoft.com/office/drawing/2014/main" id="{1C2FB3A3-2898-32D7-C556-8BC80A824C9C}"/>
              </a:ext>
            </a:extLst>
          </p:cNvPr>
          <p:cNvSpPr>
            <a:spLocks/>
          </p:cNvSpPr>
          <p:nvPr/>
        </p:nvSpPr>
        <p:spPr bwMode="auto">
          <a:xfrm>
            <a:off x="23214013" y="7500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611" name="AutoShape 131">
            <a:extLst>
              <a:ext uri="{FF2B5EF4-FFF2-40B4-BE49-F238E27FC236}">
                <a16:creationId xmlns:a16="http://schemas.microsoft.com/office/drawing/2014/main" id="{7FF9D5F0-C1C4-5287-42AB-C9310CFC6921}"/>
              </a:ext>
            </a:extLst>
          </p:cNvPr>
          <p:cNvSpPr>
            <a:spLocks/>
          </p:cNvSpPr>
          <p:nvPr/>
        </p:nvSpPr>
        <p:spPr bwMode="auto">
          <a:xfrm>
            <a:off x="23552150" y="7500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5" name="Group 1">
            <a:extLst>
              <a:ext uri="{FF2B5EF4-FFF2-40B4-BE49-F238E27FC236}">
                <a16:creationId xmlns:a16="http://schemas.microsoft.com/office/drawing/2014/main" id="{F8E87206-407E-2679-00A3-50D8A021A4E3}"/>
              </a:ext>
            </a:extLst>
          </p:cNvPr>
          <p:cNvGraphicFramePr>
            <a:graphicFrameLocks noGrp="1"/>
          </p:cNvGraphicFramePr>
          <p:nvPr/>
        </p:nvGraphicFramePr>
        <p:xfrm>
          <a:off x="4052888" y="673100"/>
          <a:ext cx="17867312" cy="12363450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297532031"/>
                    </a:ext>
                  </a:extLst>
                </a:gridCol>
                <a:gridCol w="3573463">
                  <a:extLst>
                    <a:ext uri="{9D8B030D-6E8A-4147-A177-3AD203B41FA5}">
                      <a16:colId xmlns:a16="http://schemas.microsoft.com/office/drawing/2014/main" val="2923913328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2723123937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3118469515"/>
                    </a:ext>
                  </a:extLst>
                </a:gridCol>
                <a:gridCol w="3573462">
                  <a:extLst>
                    <a:ext uri="{9D8B030D-6E8A-4147-A177-3AD203B41FA5}">
                      <a16:colId xmlns:a16="http://schemas.microsoft.com/office/drawing/2014/main" val="3742178650"/>
                    </a:ext>
                  </a:extLst>
                </a:gridCol>
              </a:tblGrid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S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Rating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Vermenigvuldigingsfactor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Resultaat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716555"/>
                  </a:ext>
                </a:extLst>
              </a:tr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290989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Doelgerichtheid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936015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Diepte loopacties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140556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Positie kiezen (A)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90165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Duelkracht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01277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Uithoudings
vermogen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596731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Doorzettings
vermogen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600495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2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  <a:sym typeface="Century Gothic" panose="020B0502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33089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2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  <a:sym typeface="Century Gothic" panose="020B0502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936112"/>
                  </a:ext>
                </a:extLst>
              </a:tr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Gemiddelde rating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0.00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78274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>
            <a:extLst>
              <a:ext uri="{FF2B5EF4-FFF2-40B4-BE49-F238E27FC236}">
                <a16:creationId xmlns:a16="http://schemas.microsoft.com/office/drawing/2014/main" id="{25D304BF-C05F-910C-5A0C-1009999BF451}"/>
              </a:ext>
            </a:extLst>
          </p:cNvPr>
          <p:cNvSpPr txBox="1">
            <a:spLocks/>
          </p:cNvSpPr>
          <p:nvPr/>
        </p:nvSpPr>
        <p:spPr bwMode="auto">
          <a:xfrm>
            <a:off x="2592388" y="42863"/>
            <a:ext cx="11134725" cy="927100"/>
          </a:xfrm>
          <a:prstGeom prst="rect">
            <a:avLst/>
          </a:prstGeom>
          <a:noFill/>
          <a:ln>
            <a:noFill/>
          </a:ln>
          <a:effectLst>
            <a:outerShdw blurRad="38100" dist="57611" dir="54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60000"/>
              </a:lnSpc>
              <a:spcBef>
                <a:spcPct val="0"/>
              </a:spcBef>
            </a:pPr>
            <a:r>
              <a:rPr lang="LID4096" altLang="LID4096" sz="6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SCORING #10</a:t>
            </a:r>
          </a:p>
        </p:txBody>
      </p:sp>
      <p:sp>
        <p:nvSpPr>
          <p:cNvPr id="22530" name="Oval 2">
            <a:extLst>
              <a:ext uri="{FF2B5EF4-FFF2-40B4-BE49-F238E27FC236}">
                <a16:creationId xmlns:a16="http://schemas.microsoft.com/office/drawing/2014/main" id="{0F48680D-A780-BEBD-6608-9FA0B7DC770F}"/>
              </a:ext>
            </a:extLst>
          </p:cNvPr>
          <p:cNvSpPr>
            <a:spLocks/>
          </p:cNvSpPr>
          <p:nvPr/>
        </p:nvSpPr>
        <p:spPr bwMode="auto">
          <a:xfrm>
            <a:off x="20426363" y="4954588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22531" name="Oval 3">
            <a:extLst>
              <a:ext uri="{FF2B5EF4-FFF2-40B4-BE49-F238E27FC236}">
                <a16:creationId xmlns:a16="http://schemas.microsoft.com/office/drawing/2014/main" id="{7D3F67A8-3B32-A69C-6C50-7453BEE8E887}"/>
              </a:ext>
            </a:extLst>
          </p:cNvPr>
          <p:cNvSpPr>
            <a:spLocks/>
          </p:cNvSpPr>
          <p:nvPr/>
        </p:nvSpPr>
        <p:spPr bwMode="auto">
          <a:xfrm>
            <a:off x="18994438" y="5275263"/>
            <a:ext cx="657225" cy="68103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7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E0359FFB-0CA2-2253-E76A-96BD193C4DF5}"/>
              </a:ext>
            </a:extLst>
          </p:cNvPr>
          <p:cNvSpPr>
            <a:spLocks/>
          </p:cNvSpPr>
          <p:nvPr/>
        </p:nvSpPr>
        <p:spPr bwMode="auto">
          <a:xfrm>
            <a:off x="21858288" y="5275263"/>
            <a:ext cx="657225" cy="68103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AE00B7B5-9F35-A98B-4245-3F17018FC144}"/>
              </a:ext>
            </a:extLst>
          </p:cNvPr>
          <p:cNvSpPr>
            <a:spLocks/>
          </p:cNvSpPr>
          <p:nvPr/>
        </p:nvSpPr>
        <p:spPr bwMode="auto">
          <a:xfrm>
            <a:off x="18900775" y="83407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933BD039-E4C4-DD15-44F5-EE5302A87DA2}"/>
              </a:ext>
            </a:extLst>
          </p:cNvPr>
          <p:cNvSpPr>
            <a:spLocks/>
          </p:cNvSpPr>
          <p:nvPr/>
        </p:nvSpPr>
        <p:spPr bwMode="auto">
          <a:xfrm>
            <a:off x="21985288" y="83407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4EFA07F5-F427-6834-A23E-BF2D6DB24A4B}"/>
              </a:ext>
            </a:extLst>
          </p:cNvPr>
          <p:cNvSpPr>
            <a:spLocks/>
          </p:cNvSpPr>
          <p:nvPr/>
        </p:nvSpPr>
        <p:spPr bwMode="auto">
          <a:xfrm>
            <a:off x="19731038" y="88995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22536" name="Oval 8">
            <a:extLst>
              <a:ext uri="{FF2B5EF4-FFF2-40B4-BE49-F238E27FC236}">
                <a16:creationId xmlns:a16="http://schemas.microsoft.com/office/drawing/2014/main" id="{E3F581A9-65CC-B3C8-A1C0-0D1EBC4FF9C1}"/>
              </a:ext>
            </a:extLst>
          </p:cNvPr>
          <p:cNvSpPr>
            <a:spLocks/>
          </p:cNvSpPr>
          <p:nvPr/>
        </p:nvSpPr>
        <p:spPr bwMode="auto">
          <a:xfrm>
            <a:off x="21126450" y="8899525"/>
            <a:ext cx="658813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22537" name="Oval 9">
            <a:extLst>
              <a:ext uri="{FF2B5EF4-FFF2-40B4-BE49-F238E27FC236}">
                <a16:creationId xmlns:a16="http://schemas.microsoft.com/office/drawing/2014/main" id="{63E39C0C-1798-F507-D5AB-DC42794FB5F6}"/>
              </a:ext>
            </a:extLst>
          </p:cNvPr>
          <p:cNvSpPr>
            <a:spLocks/>
          </p:cNvSpPr>
          <p:nvPr/>
        </p:nvSpPr>
        <p:spPr bwMode="auto">
          <a:xfrm>
            <a:off x="20426363" y="9761538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22538" name="Oval 10">
            <a:extLst>
              <a:ext uri="{FF2B5EF4-FFF2-40B4-BE49-F238E27FC236}">
                <a16:creationId xmlns:a16="http://schemas.microsoft.com/office/drawing/2014/main" id="{927DDB84-1BCF-ABBC-110F-8389A841DC22}"/>
              </a:ext>
            </a:extLst>
          </p:cNvPr>
          <p:cNvSpPr>
            <a:spLocks/>
          </p:cNvSpPr>
          <p:nvPr/>
        </p:nvSpPr>
        <p:spPr bwMode="auto">
          <a:xfrm>
            <a:off x="20651788" y="7599363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22539" name="Oval 11">
            <a:extLst>
              <a:ext uri="{FF2B5EF4-FFF2-40B4-BE49-F238E27FC236}">
                <a16:creationId xmlns:a16="http://schemas.microsoft.com/office/drawing/2014/main" id="{B6301186-96A6-C2C8-B6E5-16FFA9A45CC0}"/>
              </a:ext>
            </a:extLst>
          </p:cNvPr>
          <p:cNvSpPr>
            <a:spLocks/>
          </p:cNvSpPr>
          <p:nvPr/>
        </p:nvSpPr>
        <p:spPr bwMode="auto">
          <a:xfrm>
            <a:off x="19919950" y="6913563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22540" name="Oval 12">
            <a:extLst>
              <a:ext uri="{FF2B5EF4-FFF2-40B4-BE49-F238E27FC236}">
                <a16:creationId xmlns:a16="http://schemas.microsoft.com/office/drawing/2014/main" id="{4BD92FC7-5BEB-6129-350C-35318B8A5C64}"/>
              </a:ext>
            </a:extLst>
          </p:cNvPr>
          <p:cNvSpPr>
            <a:spLocks/>
          </p:cNvSpPr>
          <p:nvPr/>
        </p:nvSpPr>
        <p:spPr bwMode="auto">
          <a:xfrm>
            <a:off x="20932775" y="6423025"/>
            <a:ext cx="657225" cy="682625"/>
          </a:xfrm>
          <a:prstGeom prst="ellipse">
            <a:avLst/>
          </a:prstGeom>
          <a:solidFill>
            <a:srgbClr val="173883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FFFFFF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22541" name="Text Box 13" descr="TextBox 17">
            <a:hlinkClick r:id="rId2" action="ppaction://hlinksldjump"/>
            <a:extLst>
              <a:ext uri="{FF2B5EF4-FFF2-40B4-BE49-F238E27FC236}">
                <a16:creationId xmlns:a16="http://schemas.microsoft.com/office/drawing/2014/main" id="{6AE64A32-C76A-1B43-FF15-06DD03C9F79C}"/>
              </a:ext>
            </a:extLst>
          </p:cNvPr>
          <p:cNvSpPr txBox="1">
            <a:spLocks/>
          </p:cNvSpPr>
          <p:nvPr/>
        </p:nvSpPr>
        <p:spPr bwMode="auto">
          <a:xfrm>
            <a:off x="2654300" y="6148388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DOELGERICHTHEID</a:t>
            </a:r>
          </a:p>
        </p:txBody>
      </p:sp>
      <p:sp>
        <p:nvSpPr>
          <p:cNvPr id="22542" name="Text Box 14" descr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CB129D27-DDC0-3BC7-6C2E-ACB42ADFA4A8}"/>
              </a:ext>
            </a:extLst>
          </p:cNvPr>
          <p:cNvSpPr txBox="1">
            <a:spLocks/>
          </p:cNvSpPr>
          <p:nvPr/>
        </p:nvSpPr>
        <p:spPr bwMode="auto">
          <a:xfrm>
            <a:off x="2720975" y="9931400"/>
            <a:ext cx="43703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DIEPTE LOOPACTIES</a:t>
            </a:r>
          </a:p>
        </p:txBody>
      </p:sp>
      <p:sp>
        <p:nvSpPr>
          <p:cNvPr id="22543" name="Text Box 15" descr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93F2BD7D-6586-6F27-2533-E14AC6E1C0F9}"/>
              </a:ext>
            </a:extLst>
          </p:cNvPr>
          <p:cNvSpPr txBox="1">
            <a:spLocks/>
          </p:cNvSpPr>
          <p:nvPr/>
        </p:nvSpPr>
        <p:spPr bwMode="auto">
          <a:xfrm>
            <a:off x="7543800" y="9944100"/>
            <a:ext cx="43703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UITHOUDINGSVERMOGEN</a:t>
            </a:r>
          </a:p>
        </p:txBody>
      </p:sp>
      <p:sp>
        <p:nvSpPr>
          <p:cNvPr id="22544" name="Text Box 16" descr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575C1E2C-4170-D5A8-29CE-AB5180FFF709}"/>
              </a:ext>
            </a:extLst>
          </p:cNvPr>
          <p:cNvSpPr txBox="1">
            <a:spLocks/>
          </p:cNvSpPr>
          <p:nvPr/>
        </p:nvSpPr>
        <p:spPr bwMode="auto">
          <a:xfrm>
            <a:off x="12414250" y="6162675"/>
            <a:ext cx="43703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DOORZETTINGSVERMOGEN</a:t>
            </a:r>
          </a:p>
        </p:txBody>
      </p:sp>
      <p:sp>
        <p:nvSpPr>
          <p:cNvPr id="22545" name="Text Box 17" descr="TextBox 17">
            <a:hlinkClick r:id="rId6" action="ppaction://hlinksldjump"/>
            <a:extLst>
              <a:ext uri="{FF2B5EF4-FFF2-40B4-BE49-F238E27FC236}">
                <a16:creationId xmlns:a16="http://schemas.microsoft.com/office/drawing/2014/main" id="{3985CA83-8176-6ACF-3C31-ECDF5FC1A922}"/>
              </a:ext>
            </a:extLst>
          </p:cNvPr>
          <p:cNvSpPr txBox="1">
            <a:spLocks/>
          </p:cNvSpPr>
          <p:nvPr/>
        </p:nvSpPr>
        <p:spPr bwMode="auto">
          <a:xfrm>
            <a:off x="2700338" y="11029950"/>
            <a:ext cx="4370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KIEZEN (A)</a:t>
            </a:r>
          </a:p>
        </p:txBody>
      </p:sp>
      <p:sp>
        <p:nvSpPr>
          <p:cNvPr id="22546" name="Text Box 18" descr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938A6928-2397-3F3B-88A1-8D7DC0BAD961}"/>
              </a:ext>
            </a:extLst>
          </p:cNvPr>
          <p:cNvSpPr txBox="1">
            <a:spLocks/>
          </p:cNvSpPr>
          <p:nvPr/>
        </p:nvSpPr>
        <p:spPr bwMode="auto">
          <a:xfrm>
            <a:off x="7588250" y="6167438"/>
            <a:ext cx="43703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 descr="TextBox 31">
            <a:extLst>
              <a:ext uri="{FF2B5EF4-FFF2-40B4-BE49-F238E27FC236}">
                <a16:creationId xmlns:a16="http://schemas.microsoft.com/office/drawing/2014/main" id="{CB0E8A98-413B-7E87-2E03-A45908B99D09}"/>
              </a:ext>
            </a:extLst>
          </p:cNvPr>
          <p:cNvSpPr txBox="1">
            <a:spLocks/>
          </p:cNvSpPr>
          <p:nvPr/>
        </p:nvSpPr>
        <p:spPr bwMode="auto">
          <a:xfrm>
            <a:off x="469900" y="4584700"/>
            <a:ext cx="488632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Zone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 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voor de goal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Scoringskansen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Tussen de palen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 georiënteerd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3554" name="Text Box 2" descr="TextBox 30">
            <a:extLst>
              <a:ext uri="{FF2B5EF4-FFF2-40B4-BE49-F238E27FC236}">
                <a16:creationId xmlns:a16="http://schemas.microsoft.com/office/drawing/2014/main" id="{7613A3B5-8921-3D32-301E-F6276D610AEB}"/>
              </a:ext>
            </a:extLst>
          </p:cNvPr>
          <p:cNvSpPr txBox="1">
            <a:spLocks/>
          </p:cNvSpPr>
          <p:nvPr/>
        </p:nvSpPr>
        <p:spPr bwMode="auto">
          <a:xfrm>
            <a:off x="239713" y="2352675"/>
            <a:ext cx="5891212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5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“Doelpogingen uit kansen (voorzet, steekbal, individuele actie of spelhervatting) met hoofd of voet”</a:t>
            </a:r>
          </a:p>
        </p:txBody>
      </p:sp>
      <p:sp>
        <p:nvSpPr>
          <p:cNvPr id="23555" name="Text Box 3" descr="TextBox 17">
            <a:extLst>
              <a:ext uri="{FF2B5EF4-FFF2-40B4-BE49-F238E27FC236}">
                <a16:creationId xmlns:a16="http://schemas.microsoft.com/office/drawing/2014/main" id="{48089E11-84F2-F327-9DBC-556BAB4C442D}"/>
              </a:ext>
            </a:extLst>
          </p:cNvPr>
          <p:cNvSpPr txBox="1">
            <a:spLocks/>
          </p:cNvSpPr>
          <p:nvPr/>
        </p:nvSpPr>
        <p:spPr bwMode="auto">
          <a:xfrm>
            <a:off x="241300" y="1225550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DOELGERICHTHEID</a:t>
            </a:r>
          </a:p>
        </p:txBody>
      </p:sp>
      <p:sp>
        <p:nvSpPr>
          <p:cNvPr id="23556" name="Text Box 4" descr="TextBox 31">
            <a:extLst>
              <a:ext uri="{FF2B5EF4-FFF2-40B4-BE49-F238E27FC236}">
                <a16:creationId xmlns:a16="http://schemas.microsoft.com/office/drawing/2014/main" id="{0DD4C28E-A79F-1FDE-82FF-2AB518F1E154}"/>
              </a:ext>
            </a:extLst>
          </p:cNvPr>
          <p:cNvSpPr txBox="1">
            <a:spLocks/>
          </p:cNvSpPr>
          <p:nvPr/>
        </p:nvSpPr>
        <p:spPr bwMode="auto">
          <a:xfrm>
            <a:off x="6438900" y="4584700"/>
            <a:ext cx="4887913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Snelheid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Richting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Start positie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Opofferingsloop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3557" name="Text Box 5" descr="TextBox 30">
            <a:extLst>
              <a:ext uri="{FF2B5EF4-FFF2-40B4-BE49-F238E27FC236}">
                <a16:creationId xmlns:a16="http://schemas.microsoft.com/office/drawing/2014/main" id="{1FF67574-5946-AB61-748C-6718FD599933}"/>
              </a:ext>
            </a:extLst>
          </p:cNvPr>
          <p:cNvSpPr txBox="1">
            <a:spLocks/>
          </p:cNvSpPr>
          <p:nvPr/>
        </p:nvSpPr>
        <p:spPr bwMode="auto">
          <a:xfrm>
            <a:off x="6230938" y="2298700"/>
            <a:ext cx="589121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“Herkennen van EN het vrijlopen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de ruimte achter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de verdediging”</a:t>
            </a:r>
          </a:p>
        </p:txBody>
      </p:sp>
      <p:sp>
        <p:nvSpPr>
          <p:cNvPr id="23558" name="Text Box 6" descr="TextBox 17">
            <a:extLst>
              <a:ext uri="{FF2B5EF4-FFF2-40B4-BE49-F238E27FC236}">
                <a16:creationId xmlns:a16="http://schemas.microsoft.com/office/drawing/2014/main" id="{5178CE5D-C9A6-F275-B927-44DDD1A9C82B}"/>
              </a:ext>
            </a:extLst>
          </p:cNvPr>
          <p:cNvSpPr txBox="1">
            <a:spLocks/>
          </p:cNvSpPr>
          <p:nvPr/>
        </p:nvSpPr>
        <p:spPr bwMode="auto">
          <a:xfrm>
            <a:off x="6232525" y="1230313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DIEPTE LOOPACTIES</a:t>
            </a:r>
          </a:p>
        </p:txBody>
      </p:sp>
      <p:sp>
        <p:nvSpPr>
          <p:cNvPr id="23559" name="Text Box 7" descr="TextBox 30">
            <a:extLst>
              <a:ext uri="{FF2B5EF4-FFF2-40B4-BE49-F238E27FC236}">
                <a16:creationId xmlns:a16="http://schemas.microsoft.com/office/drawing/2014/main" id="{5F25C8A0-11FF-5F30-777B-B16570E30AC3}"/>
              </a:ext>
            </a:extLst>
          </p:cNvPr>
          <p:cNvSpPr txBox="1">
            <a:spLocks/>
          </p:cNvSpPr>
          <p:nvPr/>
        </p:nvSpPr>
        <p:spPr bwMode="auto">
          <a:xfrm>
            <a:off x="12222163" y="2298700"/>
            <a:ext cx="58896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“Passes ontvangen of geslaagde vrijloop-acties voor teamgenoten in de half-spaces en/of final third”</a:t>
            </a:r>
          </a:p>
        </p:txBody>
      </p:sp>
      <p:sp>
        <p:nvSpPr>
          <p:cNvPr id="23560" name="Text Box 8" descr="TextBox 17">
            <a:extLst>
              <a:ext uri="{FF2B5EF4-FFF2-40B4-BE49-F238E27FC236}">
                <a16:creationId xmlns:a16="http://schemas.microsoft.com/office/drawing/2014/main" id="{17A0F884-698A-3CD8-E91A-3964E72E83C1}"/>
              </a:ext>
            </a:extLst>
          </p:cNvPr>
          <p:cNvSpPr txBox="1">
            <a:spLocks/>
          </p:cNvSpPr>
          <p:nvPr/>
        </p:nvSpPr>
        <p:spPr bwMode="auto">
          <a:xfrm>
            <a:off x="12223750" y="1230313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KIEZEN (A)</a:t>
            </a:r>
          </a:p>
        </p:txBody>
      </p:sp>
      <p:sp>
        <p:nvSpPr>
          <p:cNvPr id="23561" name="Text Box 9" descr="TextBox 31">
            <a:extLst>
              <a:ext uri="{FF2B5EF4-FFF2-40B4-BE49-F238E27FC236}">
                <a16:creationId xmlns:a16="http://schemas.microsoft.com/office/drawing/2014/main" id="{7E062F6C-4960-4804-0EC5-A45FB48E1FCE}"/>
              </a:ext>
            </a:extLst>
          </p:cNvPr>
          <p:cNvSpPr txBox="1">
            <a:spLocks/>
          </p:cNvSpPr>
          <p:nvPr/>
        </p:nvSpPr>
        <p:spPr bwMode="auto">
          <a:xfrm>
            <a:off x="12439650" y="4584700"/>
            <a:ext cx="4098925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Ruimte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Scannen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Overload / 3e man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Aanspeelbaar zijn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Roteren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Actieve zones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3562" name="Text Box 10" descr="TextBox 31">
            <a:extLst>
              <a:ext uri="{FF2B5EF4-FFF2-40B4-BE49-F238E27FC236}">
                <a16:creationId xmlns:a16="http://schemas.microsoft.com/office/drawing/2014/main" id="{85E13FEB-B8C9-2BE0-8EFD-31E742DF6063}"/>
              </a:ext>
            </a:extLst>
          </p:cNvPr>
          <p:cNvSpPr txBox="1">
            <a:spLocks/>
          </p:cNvSpPr>
          <p:nvPr/>
        </p:nvSpPr>
        <p:spPr bwMode="auto">
          <a:xfrm>
            <a:off x="18440400" y="4584700"/>
            <a:ext cx="3781425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Grondduels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Luchtduels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Voorbereiding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3563" name="Text Box 11" descr="TextBox 30">
            <a:extLst>
              <a:ext uri="{FF2B5EF4-FFF2-40B4-BE49-F238E27FC236}">
                <a16:creationId xmlns:a16="http://schemas.microsoft.com/office/drawing/2014/main" id="{F430F001-BC24-3956-38ED-F9F1D015A69E}"/>
              </a:ext>
            </a:extLst>
          </p:cNvPr>
          <p:cNvSpPr txBox="1">
            <a:spLocks/>
          </p:cNvSpPr>
          <p:nvPr/>
        </p:nvSpPr>
        <p:spPr bwMode="auto">
          <a:xfrm>
            <a:off x="18202275" y="2338388"/>
            <a:ext cx="5891213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“Geslaagde pogingen om de bal </a:t>
            </a:r>
          </a:p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winnen / behouden </a:t>
            </a:r>
          </a:p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fysieke duels”</a:t>
            </a:r>
          </a:p>
        </p:txBody>
      </p:sp>
      <p:sp>
        <p:nvSpPr>
          <p:cNvPr id="23564" name="Text Box 12" descr="TextBox 17">
            <a:extLst>
              <a:ext uri="{FF2B5EF4-FFF2-40B4-BE49-F238E27FC236}">
                <a16:creationId xmlns:a16="http://schemas.microsoft.com/office/drawing/2014/main" id="{901AFEAB-9BD3-BEFA-2F45-9FEA9D727FC6}"/>
              </a:ext>
            </a:extLst>
          </p:cNvPr>
          <p:cNvSpPr txBox="1">
            <a:spLocks/>
          </p:cNvSpPr>
          <p:nvPr/>
        </p:nvSpPr>
        <p:spPr bwMode="auto">
          <a:xfrm>
            <a:off x="18203863" y="1230313"/>
            <a:ext cx="5878512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  <p:sp>
        <p:nvSpPr>
          <p:cNvPr id="23565" name="Text Box 13" descr="TextBox 30">
            <a:extLst>
              <a:ext uri="{FF2B5EF4-FFF2-40B4-BE49-F238E27FC236}">
                <a16:creationId xmlns:a16="http://schemas.microsoft.com/office/drawing/2014/main" id="{166CF0A4-778F-A86B-013D-9ED7D1B5786F}"/>
              </a:ext>
            </a:extLst>
          </p:cNvPr>
          <p:cNvSpPr txBox="1">
            <a:spLocks/>
          </p:cNvSpPr>
          <p:nvPr/>
        </p:nvSpPr>
        <p:spPr bwMode="auto">
          <a:xfrm>
            <a:off x="550863" y="8756650"/>
            <a:ext cx="5357812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“Volhouden van de positie specifieke voetbalacties”</a:t>
            </a:r>
          </a:p>
        </p:txBody>
      </p:sp>
      <p:sp>
        <p:nvSpPr>
          <p:cNvPr id="23566" name="Text Box 14" descr="TextBox 17">
            <a:extLst>
              <a:ext uri="{FF2B5EF4-FFF2-40B4-BE49-F238E27FC236}">
                <a16:creationId xmlns:a16="http://schemas.microsoft.com/office/drawing/2014/main" id="{D1285E5E-2500-37A9-7387-9192ED14C251}"/>
              </a:ext>
            </a:extLst>
          </p:cNvPr>
          <p:cNvSpPr txBox="1">
            <a:spLocks/>
          </p:cNvSpPr>
          <p:nvPr/>
        </p:nvSpPr>
        <p:spPr bwMode="auto">
          <a:xfrm>
            <a:off x="263525" y="7473950"/>
            <a:ext cx="5881688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UITHOUDINGSVERMOGEN</a:t>
            </a:r>
          </a:p>
        </p:txBody>
      </p:sp>
      <p:sp>
        <p:nvSpPr>
          <p:cNvPr id="23567" name="Text Box 15" descr="TextBox 31">
            <a:extLst>
              <a:ext uri="{FF2B5EF4-FFF2-40B4-BE49-F238E27FC236}">
                <a16:creationId xmlns:a16="http://schemas.microsoft.com/office/drawing/2014/main" id="{66E88770-DEBC-542E-AA82-BCE28716758F}"/>
              </a:ext>
            </a:extLst>
          </p:cNvPr>
          <p:cNvSpPr txBox="1">
            <a:spLocks/>
          </p:cNvSpPr>
          <p:nvPr/>
        </p:nvSpPr>
        <p:spPr bwMode="auto">
          <a:xfrm>
            <a:off x="479425" y="10841038"/>
            <a:ext cx="2749550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Intensiteit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Total distance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HI-runs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Sprints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90 min volhouden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Gemiddelde p/w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3568" name="Text Box 16" descr="TextBox 17">
            <a:extLst>
              <a:ext uri="{FF2B5EF4-FFF2-40B4-BE49-F238E27FC236}">
                <a16:creationId xmlns:a16="http://schemas.microsoft.com/office/drawing/2014/main" id="{23538D5C-1B39-1FED-645F-51A20B5F043D}"/>
              </a:ext>
            </a:extLst>
          </p:cNvPr>
          <p:cNvSpPr txBox="1">
            <a:spLocks/>
          </p:cNvSpPr>
          <p:nvPr/>
        </p:nvSpPr>
        <p:spPr bwMode="auto">
          <a:xfrm>
            <a:off x="6248400" y="7473950"/>
            <a:ext cx="5883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DOORZETTINGSVERMOGEN</a:t>
            </a:r>
          </a:p>
        </p:txBody>
      </p:sp>
      <p:sp>
        <p:nvSpPr>
          <p:cNvPr id="23569" name="Text Box 17" descr="TextBox 30">
            <a:extLst>
              <a:ext uri="{FF2B5EF4-FFF2-40B4-BE49-F238E27FC236}">
                <a16:creationId xmlns:a16="http://schemas.microsoft.com/office/drawing/2014/main" id="{C02BF80C-C68C-066C-23E5-FB8007DE7434}"/>
              </a:ext>
            </a:extLst>
          </p:cNvPr>
          <p:cNvSpPr txBox="1">
            <a:spLocks/>
          </p:cNvSpPr>
          <p:nvPr/>
        </p:nvSpPr>
        <p:spPr bwMode="auto">
          <a:xfrm>
            <a:off x="6535738" y="8350250"/>
            <a:ext cx="53594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“Heeft een echte winnaarsmentaliteit, geeft nooit op en probeert teamgenoten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stimuleren”</a:t>
            </a:r>
          </a:p>
        </p:txBody>
      </p:sp>
      <p:sp>
        <p:nvSpPr>
          <p:cNvPr id="23570" name="Text Box 18" descr="TextBox 31">
            <a:extLst>
              <a:ext uri="{FF2B5EF4-FFF2-40B4-BE49-F238E27FC236}">
                <a16:creationId xmlns:a16="http://schemas.microsoft.com/office/drawing/2014/main" id="{5A3E4D42-8852-739A-D19F-8D8017497435}"/>
              </a:ext>
            </a:extLst>
          </p:cNvPr>
          <p:cNvSpPr txBox="1">
            <a:spLocks/>
          </p:cNvSpPr>
          <p:nvPr/>
        </p:nvSpPr>
        <p:spPr bwMode="auto">
          <a:xfrm>
            <a:off x="6445250" y="10841038"/>
            <a:ext cx="2749550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Emotie controle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Gedrag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Rouwmomenten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Anderen inspireren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Nooit opgeven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 het einde vechten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Altijd 100%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 descr="TextBox 31">
            <a:extLst>
              <a:ext uri="{FF2B5EF4-FFF2-40B4-BE49-F238E27FC236}">
                <a16:creationId xmlns:a16="http://schemas.microsoft.com/office/drawing/2014/main" id="{0A73815B-51F3-37D3-925C-90949676D343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4578" name="AutoShape 2">
            <a:extLst>
              <a:ext uri="{FF2B5EF4-FFF2-40B4-BE49-F238E27FC236}">
                <a16:creationId xmlns:a16="http://schemas.microsoft.com/office/drawing/2014/main" id="{0440568D-A3DE-AF2C-B32F-72B778B87F06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79" name="AutoShape 3">
            <a:extLst>
              <a:ext uri="{FF2B5EF4-FFF2-40B4-BE49-F238E27FC236}">
                <a16:creationId xmlns:a16="http://schemas.microsoft.com/office/drawing/2014/main" id="{F1524935-DC76-D4F4-DAC2-ED08598137FD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9D242FCC-43B3-1A4E-21E4-C829BA6CF724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1" name="AutoShape 5">
            <a:extLst>
              <a:ext uri="{FF2B5EF4-FFF2-40B4-BE49-F238E27FC236}">
                <a16:creationId xmlns:a16="http://schemas.microsoft.com/office/drawing/2014/main" id="{DB126088-7555-27F0-2665-D7C7F93F1381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2" name="AutoShape 6">
            <a:extLst>
              <a:ext uri="{FF2B5EF4-FFF2-40B4-BE49-F238E27FC236}">
                <a16:creationId xmlns:a16="http://schemas.microsoft.com/office/drawing/2014/main" id="{88FE92BC-A495-6B66-F95F-C7B3A070BF7F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3" name="AutoShape 7">
            <a:extLst>
              <a:ext uri="{FF2B5EF4-FFF2-40B4-BE49-F238E27FC236}">
                <a16:creationId xmlns:a16="http://schemas.microsoft.com/office/drawing/2014/main" id="{D82A87D1-D85F-53F1-4A63-C06CC15BE7F5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4" name="AutoShape 8">
            <a:extLst>
              <a:ext uri="{FF2B5EF4-FFF2-40B4-BE49-F238E27FC236}">
                <a16:creationId xmlns:a16="http://schemas.microsoft.com/office/drawing/2014/main" id="{73668A1F-1071-FF56-963B-273C73866B91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5" name="AutoShape 9">
            <a:extLst>
              <a:ext uri="{FF2B5EF4-FFF2-40B4-BE49-F238E27FC236}">
                <a16:creationId xmlns:a16="http://schemas.microsoft.com/office/drawing/2014/main" id="{D683BEDD-9195-3E5E-1E3F-0A2857F54C1C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6" name="AutoShape 10">
            <a:extLst>
              <a:ext uri="{FF2B5EF4-FFF2-40B4-BE49-F238E27FC236}">
                <a16:creationId xmlns:a16="http://schemas.microsoft.com/office/drawing/2014/main" id="{566E74AF-1FBB-7F6A-FD2D-4699F700570B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4587" name="AutoShape 11">
            <a:extLst>
              <a:ext uri="{FF2B5EF4-FFF2-40B4-BE49-F238E27FC236}">
                <a16:creationId xmlns:a16="http://schemas.microsoft.com/office/drawing/2014/main" id="{A43AE4B9-1642-22C2-B9B2-CA18C55E97CE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4588" name="Picture 12">
            <a:hlinkClick r:id="rId2" action="ppaction://hlinksldjump"/>
            <a:extLst>
              <a:ext uri="{FF2B5EF4-FFF2-40B4-BE49-F238E27FC236}">
                <a16:creationId xmlns:a16="http://schemas.microsoft.com/office/drawing/2014/main" id="{52EFECE9-15BC-42D2-8459-BD078B519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9" name="Picture 13">
            <a:extLst>
              <a:ext uri="{FF2B5EF4-FFF2-40B4-BE49-F238E27FC236}">
                <a16:creationId xmlns:a16="http://schemas.microsoft.com/office/drawing/2014/main" id="{96AB8379-001A-B1C1-27EC-542299D61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 descr="TextBox 31">
            <a:extLst>
              <a:ext uri="{FF2B5EF4-FFF2-40B4-BE49-F238E27FC236}">
                <a16:creationId xmlns:a16="http://schemas.microsoft.com/office/drawing/2014/main" id="{17FFDE37-66A4-E3A4-2277-DA4C1473E761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5602" name="AutoShape 2">
            <a:extLst>
              <a:ext uri="{FF2B5EF4-FFF2-40B4-BE49-F238E27FC236}">
                <a16:creationId xmlns:a16="http://schemas.microsoft.com/office/drawing/2014/main" id="{E6C2CB5B-66D7-41CE-CB9E-99BA508260C0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3" name="AutoShape 3">
            <a:extLst>
              <a:ext uri="{FF2B5EF4-FFF2-40B4-BE49-F238E27FC236}">
                <a16:creationId xmlns:a16="http://schemas.microsoft.com/office/drawing/2014/main" id="{32D53995-646D-980C-9039-C3BB4534DC95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04A14FBD-C5F7-A1C9-55C9-548D96E29FF8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A7418A9E-BDBD-E3D8-DC7F-50E465DA6204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3106E79E-8691-2F98-B1A9-A49D56F21C8C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42305032-2D72-ECBC-4310-BCC698E976D4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8" name="AutoShape 8">
            <a:extLst>
              <a:ext uri="{FF2B5EF4-FFF2-40B4-BE49-F238E27FC236}">
                <a16:creationId xmlns:a16="http://schemas.microsoft.com/office/drawing/2014/main" id="{715CF67A-E513-9D49-5EAC-929355DBB7C0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9" name="AutoShape 9">
            <a:extLst>
              <a:ext uri="{FF2B5EF4-FFF2-40B4-BE49-F238E27FC236}">
                <a16:creationId xmlns:a16="http://schemas.microsoft.com/office/drawing/2014/main" id="{C0AFF92B-E32E-8DDE-FA66-6B3C8FB0818A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10" name="AutoShape 10">
            <a:extLst>
              <a:ext uri="{FF2B5EF4-FFF2-40B4-BE49-F238E27FC236}">
                <a16:creationId xmlns:a16="http://schemas.microsoft.com/office/drawing/2014/main" id="{F8ACA9AF-E157-1C98-E013-3AEAC399767A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11" name="AutoShape 11">
            <a:extLst>
              <a:ext uri="{FF2B5EF4-FFF2-40B4-BE49-F238E27FC236}">
                <a16:creationId xmlns:a16="http://schemas.microsoft.com/office/drawing/2014/main" id="{FD58415F-CD0D-4429-04A5-5BCB09E95F01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5612" name="Picture 12">
            <a:extLst>
              <a:ext uri="{FF2B5EF4-FFF2-40B4-BE49-F238E27FC236}">
                <a16:creationId xmlns:a16="http://schemas.microsoft.com/office/drawing/2014/main" id="{67426A0B-CA40-04C7-A284-86EC179BC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613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F6C0D3C8-AC2C-3529-CDCC-C542571BEC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 descr="TextBox 31">
            <a:extLst>
              <a:ext uri="{FF2B5EF4-FFF2-40B4-BE49-F238E27FC236}">
                <a16:creationId xmlns:a16="http://schemas.microsoft.com/office/drawing/2014/main" id="{676D277D-E363-4206-02D4-1A5527C2A234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626" name="AutoShape 2">
            <a:extLst>
              <a:ext uri="{FF2B5EF4-FFF2-40B4-BE49-F238E27FC236}">
                <a16:creationId xmlns:a16="http://schemas.microsoft.com/office/drawing/2014/main" id="{4D86312C-A069-2F3A-4769-F9549BC3E515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7" name="AutoShape 3">
            <a:extLst>
              <a:ext uri="{FF2B5EF4-FFF2-40B4-BE49-F238E27FC236}">
                <a16:creationId xmlns:a16="http://schemas.microsoft.com/office/drawing/2014/main" id="{0005E604-24F1-32CC-7A92-2A9BD4F60A80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8" name="AutoShape 4">
            <a:extLst>
              <a:ext uri="{FF2B5EF4-FFF2-40B4-BE49-F238E27FC236}">
                <a16:creationId xmlns:a16="http://schemas.microsoft.com/office/drawing/2014/main" id="{D48003B3-FD17-178E-BF27-8D8C7AB337BE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9" name="AutoShape 5">
            <a:extLst>
              <a:ext uri="{FF2B5EF4-FFF2-40B4-BE49-F238E27FC236}">
                <a16:creationId xmlns:a16="http://schemas.microsoft.com/office/drawing/2014/main" id="{EDA38309-3633-CAB2-3359-0C7C5B3CC7B8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0" name="AutoShape 6">
            <a:extLst>
              <a:ext uri="{FF2B5EF4-FFF2-40B4-BE49-F238E27FC236}">
                <a16:creationId xmlns:a16="http://schemas.microsoft.com/office/drawing/2014/main" id="{4910C9B3-F081-C5EF-0C91-F8058BB2EF54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1" name="AutoShape 7">
            <a:extLst>
              <a:ext uri="{FF2B5EF4-FFF2-40B4-BE49-F238E27FC236}">
                <a16:creationId xmlns:a16="http://schemas.microsoft.com/office/drawing/2014/main" id="{0AE71109-B7A5-DDAF-3D89-42230D61EF43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2" name="AutoShape 8">
            <a:extLst>
              <a:ext uri="{FF2B5EF4-FFF2-40B4-BE49-F238E27FC236}">
                <a16:creationId xmlns:a16="http://schemas.microsoft.com/office/drawing/2014/main" id="{6437E231-C02B-7A36-3406-3197FD84E1E1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3" name="AutoShape 9">
            <a:extLst>
              <a:ext uri="{FF2B5EF4-FFF2-40B4-BE49-F238E27FC236}">
                <a16:creationId xmlns:a16="http://schemas.microsoft.com/office/drawing/2014/main" id="{F9B3E7CD-1877-B444-35A6-0C6F5863A1C2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4" name="AutoShape 10">
            <a:extLst>
              <a:ext uri="{FF2B5EF4-FFF2-40B4-BE49-F238E27FC236}">
                <a16:creationId xmlns:a16="http://schemas.microsoft.com/office/drawing/2014/main" id="{DD29C65C-5F89-9109-FBEC-F6B4F9E8D6C5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5" name="AutoShape 11">
            <a:extLst>
              <a:ext uri="{FF2B5EF4-FFF2-40B4-BE49-F238E27FC236}">
                <a16:creationId xmlns:a16="http://schemas.microsoft.com/office/drawing/2014/main" id="{FC43E99F-D769-A047-47A6-D42946E8B3DC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6636" name="Picture 12">
            <a:extLst>
              <a:ext uri="{FF2B5EF4-FFF2-40B4-BE49-F238E27FC236}">
                <a16:creationId xmlns:a16="http://schemas.microsoft.com/office/drawing/2014/main" id="{921DBC36-28AD-2AEB-B201-4E0EFA1B4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37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D7C535FD-0D8D-6309-71FB-ED1478803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 descr="TextBox 31">
            <a:extLst>
              <a:ext uri="{FF2B5EF4-FFF2-40B4-BE49-F238E27FC236}">
                <a16:creationId xmlns:a16="http://schemas.microsoft.com/office/drawing/2014/main" id="{CA134B5A-1F8C-206E-9E03-F8B3672F3BDC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7650" name="AutoShape 2">
            <a:extLst>
              <a:ext uri="{FF2B5EF4-FFF2-40B4-BE49-F238E27FC236}">
                <a16:creationId xmlns:a16="http://schemas.microsoft.com/office/drawing/2014/main" id="{D837B0C8-3DE5-910D-220E-B324976EDA94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1" name="AutoShape 3">
            <a:extLst>
              <a:ext uri="{FF2B5EF4-FFF2-40B4-BE49-F238E27FC236}">
                <a16:creationId xmlns:a16="http://schemas.microsoft.com/office/drawing/2014/main" id="{E962AA2F-FF9E-95AE-CB18-BDC5A9C133E1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2" name="AutoShape 4">
            <a:extLst>
              <a:ext uri="{FF2B5EF4-FFF2-40B4-BE49-F238E27FC236}">
                <a16:creationId xmlns:a16="http://schemas.microsoft.com/office/drawing/2014/main" id="{AC13A38A-3CA4-E77C-56ED-3BEEDFA6FAFB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3" name="AutoShape 5">
            <a:extLst>
              <a:ext uri="{FF2B5EF4-FFF2-40B4-BE49-F238E27FC236}">
                <a16:creationId xmlns:a16="http://schemas.microsoft.com/office/drawing/2014/main" id="{2E084275-7D49-6043-61C9-28BFD97743EF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4" name="AutoShape 6">
            <a:extLst>
              <a:ext uri="{FF2B5EF4-FFF2-40B4-BE49-F238E27FC236}">
                <a16:creationId xmlns:a16="http://schemas.microsoft.com/office/drawing/2014/main" id="{27FEC73F-23D6-009A-4301-0977589BF2CB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0F1D0CF8-D13B-C587-FB39-095C52ED2524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89B718AA-6D03-D97C-276E-EECD31ABC289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7" name="AutoShape 9">
            <a:extLst>
              <a:ext uri="{FF2B5EF4-FFF2-40B4-BE49-F238E27FC236}">
                <a16:creationId xmlns:a16="http://schemas.microsoft.com/office/drawing/2014/main" id="{BA03CD68-0E07-835D-4C18-E703C7970473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8" name="AutoShape 10">
            <a:extLst>
              <a:ext uri="{FF2B5EF4-FFF2-40B4-BE49-F238E27FC236}">
                <a16:creationId xmlns:a16="http://schemas.microsoft.com/office/drawing/2014/main" id="{CFBCE10D-EF17-B60F-1630-28D53CE92E43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9" name="AutoShape 11">
            <a:extLst>
              <a:ext uri="{FF2B5EF4-FFF2-40B4-BE49-F238E27FC236}">
                <a16:creationId xmlns:a16="http://schemas.microsoft.com/office/drawing/2014/main" id="{68A375D3-C837-C5B6-28AA-E86446FCFD11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7660" name="Picture 12">
            <a:extLst>
              <a:ext uri="{FF2B5EF4-FFF2-40B4-BE49-F238E27FC236}">
                <a16:creationId xmlns:a16="http://schemas.microsoft.com/office/drawing/2014/main" id="{1B1C91EC-0427-6522-E46F-A2C7F7FE7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61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7FEB33F5-887D-6DB6-0065-CF1428F10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 descr="TextBox 31">
            <a:extLst>
              <a:ext uri="{FF2B5EF4-FFF2-40B4-BE49-F238E27FC236}">
                <a16:creationId xmlns:a16="http://schemas.microsoft.com/office/drawing/2014/main" id="{2C7B382B-50E0-7DC8-EF4A-9D1C6A4599FB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8674" name="AutoShape 2">
            <a:extLst>
              <a:ext uri="{FF2B5EF4-FFF2-40B4-BE49-F238E27FC236}">
                <a16:creationId xmlns:a16="http://schemas.microsoft.com/office/drawing/2014/main" id="{CDA0F111-5C9A-AE12-6FE3-3ED6204C02C9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5" name="AutoShape 3">
            <a:extLst>
              <a:ext uri="{FF2B5EF4-FFF2-40B4-BE49-F238E27FC236}">
                <a16:creationId xmlns:a16="http://schemas.microsoft.com/office/drawing/2014/main" id="{62564470-53A9-4E47-2129-EABF3C2DCDB5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6" name="AutoShape 4">
            <a:extLst>
              <a:ext uri="{FF2B5EF4-FFF2-40B4-BE49-F238E27FC236}">
                <a16:creationId xmlns:a16="http://schemas.microsoft.com/office/drawing/2014/main" id="{87ABD27C-7FCB-A02D-91EA-20C62091C927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7" name="AutoShape 5">
            <a:extLst>
              <a:ext uri="{FF2B5EF4-FFF2-40B4-BE49-F238E27FC236}">
                <a16:creationId xmlns:a16="http://schemas.microsoft.com/office/drawing/2014/main" id="{A18F186E-F7EB-8E80-3E15-3651567352F8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8" name="AutoShape 6">
            <a:extLst>
              <a:ext uri="{FF2B5EF4-FFF2-40B4-BE49-F238E27FC236}">
                <a16:creationId xmlns:a16="http://schemas.microsoft.com/office/drawing/2014/main" id="{15EE0A9C-6239-7970-CA7D-4D318663DDD4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9" name="AutoShape 7">
            <a:extLst>
              <a:ext uri="{FF2B5EF4-FFF2-40B4-BE49-F238E27FC236}">
                <a16:creationId xmlns:a16="http://schemas.microsoft.com/office/drawing/2014/main" id="{9D5C7683-25F6-6ED2-1EA4-7126095ACCEC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0" name="AutoShape 8">
            <a:extLst>
              <a:ext uri="{FF2B5EF4-FFF2-40B4-BE49-F238E27FC236}">
                <a16:creationId xmlns:a16="http://schemas.microsoft.com/office/drawing/2014/main" id="{DF1E60D0-A034-FE69-8078-39CFF5375E8A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1" name="AutoShape 9">
            <a:extLst>
              <a:ext uri="{FF2B5EF4-FFF2-40B4-BE49-F238E27FC236}">
                <a16:creationId xmlns:a16="http://schemas.microsoft.com/office/drawing/2014/main" id="{E13E2580-2682-D453-8CEE-49337F2A40D5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2" name="AutoShape 10">
            <a:extLst>
              <a:ext uri="{FF2B5EF4-FFF2-40B4-BE49-F238E27FC236}">
                <a16:creationId xmlns:a16="http://schemas.microsoft.com/office/drawing/2014/main" id="{D86AB1E8-A6D3-C7BF-A11F-130CEE2480D0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3" name="AutoShape 11">
            <a:extLst>
              <a:ext uri="{FF2B5EF4-FFF2-40B4-BE49-F238E27FC236}">
                <a16:creationId xmlns:a16="http://schemas.microsoft.com/office/drawing/2014/main" id="{DD78ACF1-B3C9-864A-B7C0-F7400A9DD941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8684" name="Picture 12">
            <a:extLst>
              <a:ext uri="{FF2B5EF4-FFF2-40B4-BE49-F238E27FC236}">
                <a16:creationId xmlns:a16="http://schemas.microsoft.com/office/drawing/2014/main" id="{CCBD97FD-0541-180B-DF64-8155F3199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5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2AD1EAD2-8DD0-0CEA-2416-C12E7D038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 descr="TextBox 31">
            <a:extLst>
              <a:ext uri="{FF2B5EF4-FFF2-40B4-BE49-F238E27FC236}">
                <a16:creationId xmlns:a16="http://schemas.microsoft.com/office/drawing/2014/main" id="{77F0EF8E-CC2C-853D-3396-2FBE3E54FF25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9698" name="AutoShape 2">
            <a:extLst>
              <a:ext uri="{FF2B5EF4-FFF2-40B4-BE49-F238E27FC236}">
                <a16:creationId xmlns:a16="http://schemas.microsoft.com/office/drawing/2014/main" id="{22DF3A7E-BA25-656B-49BC-A70404B060D3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699" name="AutoShape 3">
            <a:extLst>
              <a:ext uri="{FF2B5EF4-FFF2-40B4-BE49-F238E27FC236}">
                <a16:creationId xmlns:a16="http://schemas.microsoft.com/office/drawing/2014/main" id="{FB4055FF-C652-F8D1-2A7F-1D273A4E29FA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0" name="AutoShape 4">
            <a:extLst>
              <a:ext uri="{FF2B5EF4-FFF2-40B4-BE49-F238E27FC236}">
                <a16:creationId xmlns:a16="http://schemas.microsoft.com/office/drawing/2014/main" id="{A5AA5A0F-B0E2-7107-1B81-2BBE721078D7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1" name="AutoShape 5">
            <a:extLst>
              <a:ext uri="{FF2B5EF4-FFF2-40B4-BE49-F238E27FC236}">
                <a16:creationId xmlns:a16="http://schemas.microsoft.com/office/drawing/2014/main" id="{29177A90-4D73-B992-325E-EC59AE767AB5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2" name="AutoShape 6">
            <a:extLst>
              <a:ext uri="{FF2B5EF4-FFF2-40B4-BE49-F238E27FC236}">
                <a16:creationId xmlns:a16="http://schemas.microsoft.com/office/drawing/2014/main" id="{4B2A18A7-8A41-0426-B995-5FCED4606896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DC7CE4F0-2469-A141-FD4F-2027D0FB8DD9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4" name="AutoShape 8">
            <a:extLst>
              <a:ext uri="{FF2B5EF4-FFF2-40B4-BE49-F238E27FC236}">
                <a16:creationId xmlns:a16="http://schemas.microsoft.com/office/drawing/2014/main" id="{F799DBC8-7731-B60F-B8B6-8DEC38B8CF61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C3265A84-6F94-2655-A0BF-ECFD223AFC5B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6" name="AutoShape 10">
            <a:extLst>
              <a:ext uri="{FF2B5EF4-FFF2-40B4-BE49-F238E27FC236}">
                <a16:creationId xmlns:a16="http://schemas.microsoft.com/office/drawing/2014/main" id="{3D3B5274-2146-3783-7F07-EF0226608665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7" name="AutoShape 11">
            <a:extLst>
              <a:ext uri="{FF2B5EF4-FFF2-40B4-BE49-F238E27FC236}">
                <a16:creationId xmlns:a16="http://schemas.microsoft.com/office/drawing/2014/main" id="{3BAC65AE-D910-1F7D-D28D-250ECAD024A0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9708" name="Picture 12">
            <a:extLst>
              <a:ext uri="{FF2B5EF4-FFF2-40B4-BE49-F238E27FC236}">
                <a16:creationId xmlns:a16="http://schemas.microsoft.com/office/drawing/2014/main" id="{8BBD6230-E10E-7AC6-EC54-412EC1797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09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D21DD487-BCF2-A6B4-A971-2C5742589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 descr="TextBox 28">
            <a:extLst>
              <a:ext uri="{FF2B5EF4-FFF2-40B4-BE49-F238E27FC236}">
                <a16:creationId xmlns:a16="http://schemas.microsoft.com/office/drawing/2014/main" id="{9060296B-7202-8A22-03C2-C670BE2E8F06}"/>
              </a:ext>
            </a:extLst>
          </p:cNvPr>
          <p:cNvSpPr txBox="1">
            <a:spLocks/>
          </p:cNvSpPr>
          <p:nvPr/>
        </p:nvSpPr>
        <p:spPr bwMode="auto">
          <a:xfrm>
            <a:off x="15306675" y="8777288"/>
            <a:ext cx="1947863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endParaRPr lang="LID4096" altLang="LID4096" sz="6400">
              <a:solidFill>
                <a:srgbClr val="2769C3"/>
              </a:solidFill>
              <a:latin typeface="Avenir Next Regular" charset="0"/>
              <a:ea typeface="Avenir Next Regular" charset="0"/>
              <a:cs typeface="Avenir Next Regular" charset="0"/>
              <a:sym typeface="Avenir Next Regular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21_Ba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1_BasicWhite - Uithoudingsvermogen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Uithoudingsvermogen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1_BasicWhite - Leeg kopie 4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4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1_BasicWhite -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21_BasicWhite - Duelkracht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uelkracht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21_BasicWhite - Doorzettingsvermogen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oorzettingsvermogen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21_BasicWhite - 6 vakjes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6 vakjes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21_BasicWhite - Doelgerichtheid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oelgerichtheid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21_BasicWhite - Positie kiezen (A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Positie kiezen (A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21_BasicWhite - Leeg kopie 6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6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21_BasicWhite - Leeg kopie 7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7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21_BasicWhite - Achtergrond kopi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Achtergrond kopi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21_BasicWhite - Leeg kopie 5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5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21_BasicWhite - Diepte loopacties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iepte loopacties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5.xml><?xml version="1.0" encoding="utf-8"?>
<a:theme xmlns:a="http://schemas.openxmlformats.org/drawingml/2006/main" name="21_BasicWhite - Achtergrond kopie 2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Achtergrond kopie 2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Custom</PresentationFormat>
  <Paragraphs>184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14</vt:i4>
      </vt:variant>
    </vt:vector>
  </HeadingPairs>
  <TitlesOfParts>
    <vt:vector size="47" baseType="lpstr">
      <vt:lpstr>Helvetica Neue</vt:lpstr>
      <vt:lpstr>Helvetica Light</vt:lpstr>
      <vt:lpstr>Helvetica Neue Medium</vt:lpstr>
      <vt:lpstr>Avenir Next Regular</vt:lpstr>
      <vt:lpstr>Futura Condensed</vt:lpstr>
      <vt:lpstr>Calibri</vt:lpstr>
      <vt:lpstr>Century Gothic</vt:lpstr>
      <vt:lpstr>Gill Sans Light</vt:lpstr>
      <vt:lpstr>Arial</vt:lpstr>
      <vt:lpstr>Avenir Next Condensed Regular</vt:lpstr>
      <vt:lpstr>Cabin</vt:lpstr>
      <vt:lpstr>Aptos</vt:lpstr>
      <vt:lpstr>Gill Sans</vt:lpstr>
      <vt:lpstr>Cabin Bold</vt:lpstr>
      <vt:lpstr>Cabin Medium</vt:lpstr>
      <vt:lpstr>Helvetica</vt:lpstr>
      <vt:lpstr>+mn-lt</vt:lpstr>
      <vt:lpstr>+mn-ea</vt:lpstr>
      <vt:lpstr>21_BasicWhite</vt:lpstr>
      <vt:lpstr>21_BasicWhite - Uithoudingsvermogen (NL)</vt:lpstr>
      <vt:lpstr>21_BasicWhite - Leeg kopie 4</vt:lpstr>
      <vt:lpstr>21_BasicWhite - (NL)</vt:lpstr>
      <vt:lpstr>21_BasicWhite - Duelkracht (NL)</vt:lpstr>
      <vt:lpstr>21_BasicWhite - Doorzettingsvermogen (NL)</vt:lpstr>
      <vt:lpstr>21_BasicWhite - 6 vakjes</vt:lpstr>
      <vt:lpstr>21_BasicWhite - Doelgerichtheid (NL)</vt:lpstr>
      <vt:lpstr>21_BasicWhite - Positie kiezen (A)</vt:lpstr>
      <vt:lpstr>21_BasicWhite - Leeg kopie 6</vt:lpstr>
      <vt:lpstr>21_BasicWhite - Leeg kopie 7</vt:lpstr>
      <vt:lpstr>21_BasicWhite - Achtergrond kopie</vt:lpstr>
      <vt:lpstr>21_BasicWhite - Leeg kopie 5</vt:lpstr>
      <vt:lpstr>21_BasicWhite - Diepte loopacties (NL)</vt:lpstr>
      <vt:lpstr>21_BasicWhite - Achtergrond kopie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roeland kramer</cp:lastModifiedBy>
  <cp:revision>1</cp:revision>
  <dcterms:modified xsi:type="dcterms:W3CDTF">2026-04-01T12:03:17Z</dcterms:modified>
</cp:coreProperties>
</file>